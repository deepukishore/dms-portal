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f8e425b4a430e" /><Relationship Type="http://schemas.openxmlformats.org/officeDocument/2006/relationships/extended-properties" Target="/docProps/app.xml" Id="Rf5e485e2c399424f" /><Relationship Type="http://schemas.openxmlformats.org/officeDocument/2006/relationships/officeDocument" Target="/ppt/presentation.xml" Id="R5cb6686084ba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e76a006e6e432c"/>
  </p:sldMasterIdLst>
  <p:notesMasterIdLst>
    <p:notesMasterId xmlns:r="http://schemas.openxmlformats.org/officeDocument/2006/relationships" r:id="Ra0d3aa884c5e4840"/>
  </p:notesMasterIdLst>
  <p:sldIdLst>
    <p:sldId xmlns:r="http://schemas.openxmlformats.org/officeDocument/2006/relationships" id="256" r:id="R5d7725099a1b42e4"/>
    <p:sldId xmlns:r="http://schemas.openxmlformats.org/officeDocument/2006/relationships" id="257" r:id="R2b2b966e419446c0"/>
    <p:sldId xmlns:r="http://schemas.openxmlformats.org/officeDocument/2006/relationships" id="258" r:id="R6440e2c0d64c42ed"/>
    <p:sldId xmlns:r="http://schemas.openxmlformats.org/officeDocument/2006/relationships" id="259" r:id="R4e1676c864fb4d24"/>
    <p:sldId xmlns:r="http://schemas.openxmlformats.org/officeDocument/2006/relationships" id="260" r:id="R42882213bb504150"/>
    <p:sldId xmlns:r="http://schemas.openxmlformats.org/officeDocument/2006/relationships" id="261" r:id="R4a2751f72eee4ea2"/>
    <p:sldId xmlns:r="http://schemas.openxmlformats.org/officeDocument/2006/relationships" id="262" r:id="R836096d4b9c84b02"/>
    <p:sldId xmlns:r="http://schemas.openxmlformats.org/officeDocument/2006/relationships" id="263" r:id="Rbc90f4ec1a48433c"/>
    <p:sldId xmlns:r="http://schemas.openxmlformats.org/officeDocument/2006/relationships" id="264" r:id="R9fd4935f8a2b4f1b"/>
    <p:sldId xmlns:r="http://schemas.openxmlformats.org/officeDocument/2006/relationships" id="265" r:id="Rf4218ac187b443bd"/>
    <p:sldId xmlns:r="http://schemas.openxmlformats.org/officeDocument/2006/relationships" id="266" r:id="R4e95534e673345f7"/>
    <p:sldId xmlns:r="http://schemas.openxmlformats.org/officeDocument/2006/relationships" id="267" r:id="Rb803284900cb4902"/>
    <p:sldId xmlns:r="http://schemas.openxmlformats.org/officeDocument/2006/relationships" id="268" r:id="R28198eeb519341b1"/>
    <p:sldId xmlns:r="http://schemas.openxmlformats.org/officeDocument/2006/relationships" id="269" r:id="R81b53d456aec49eb"/>
    <p:sldId xmlns:r="http://schemas.openxmlformats.org/officeDocument/2006/relationships" id="270" r:id="R4547862957954e18"/>
    <p:sldId xmlns:r="http://schemas.openxmlformats.org/officeDocument/2006/relationships" id="271" r:id="R9b428e56ee8f422a"/>
    <p:sldId xmlns:r="http://schemas.openxmlformats.org/officeDocument/2006/relationships" id="272" r:id="R1215883934034318"/>
    <p:sldId xmlns:r="http://schemas.openxmlformats.org/officeDocument/2006/relationships" id="273" r:id="Re92211da2eac4585"/>
    <p:sldId xmlns:r="http://schemas.openxmlformats.org/officeDocument/2006/relationships" id="274" r:id="Re7e0ee5fa12b4025"/>
    <p:sldId xmlns:r="http://schemas.openxmlformats.org/officeDocument/2006/relationships" id="275" r:id="R4ef2b1421984416f"/>
    <p:sldId xmlns:r="http://schemas.openxmlformats.org/officeDocument/2006/relationships" id="276" r:id="R6e9f80a3939f42d9"/>
    <p:sldId xmlns:r="http://schemas.openxmlformats.org/officeDocument/2006/relationships" id="277" r:id="R47345dfce3b14596"/>
    <p:sldId xmlns:r="http://schemas.openxmlformats.org/officeDocument/2006/relationships" id="278" r:id="R7bc45529f3f04b41"/>
    <p:sldId xmlns:r="http://schemas.openxmlformats.org/officeDocument/2006/relationships" id="279" r:id="R1f27a11a283e4dbc"/>
    <p:sldId xmlns:r="http://schemas.openxmlformats.org/officeDocument/2006/relationships" id="280" r:id="R3bed6e13f0eb461c"/>
    <p:sldId xmlns:r="http://schemas.openxmlformats.org/officeDocument/2006/relationships" id="281" r:id="Ra07c71bdc36d402a"/>
    <p:sldId xmlns:r="http://schemas.openxmlformats.org/officeDocument/2006/relationships" id="282" r:id="R02f81285044d48f2"/>
  </p:sldIdLst>
  <p:sldSz cx="7556500" cy="1069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1602d67eb461e" /><Relationship Type="http://schemas.openxmlformats.org/officeDocument/2006/relationships/slideMaster" Target="/ppt/slideMasters/slideMaster1.xml" Id="Rd7e76a006e6e432c" /><Relationship Type="http://schemas.openxmlformats.org/officeDocument/2006/relationships/notesMaster" Target="/ppt/notesMasters/notesMaster1.xml" Id="Ra0d3aa884c5e4840" /><Relationship Type="http://schemas.openxmlformats.org/officeDocument/2006/relationships/presProps" Target="/ppt/presProps.xml" Id="R01ae41abea0841ab" /><Relationship Type="http://schemas.openxmlformats.org/officeDocument/2006/relationships/viewProps" Target="/ppt/viewProps.xml" Id="R3215f7386646445e" /><Relationship Type="http://schemas.openxmlformats.org/officeDocument/2006/relationships/tableStyles" Target="/ppt/tableStyles.xml" Id="R8ee7c9cb703f4395" /><Relationship Type="http://schemas.openxmlformats.org/officeDocument/2006/relationships/slide" Target="/ppt/slides/slide1.xml" Id="R5d7725099a1b42e4" /><Relationship Type="http://schemas.openxmlformats.org/officeDocument/2006/relationships/slide" Target="/ppt/slides/slide2.xml" Id="R2b2b966e419446c0" /><Relationship Type="http://schemas.openxmlformats.org/officeDocument/2006/relationships/slide" Target="/ppt/slides/slide3.xml" Id="R6440e2c0d64c42ed" /><Relationship Type="http://schemas.openxmlformats.org/officeDocument/2006/relationships/slide" Target="/ppt/slides/slide4.xml" Id="R4e1676c864fb4d24" /><Relationship Type="http://schemas.openxmlformats.org/officeDocument/2006/relationships/slide" Target="/ppt/slides/slide5.xml" Id="R42882213bb504150" /><Relationship Type="http://schemas.openxmlformats.org/officeDocument/2006/relationships/slide" Target="/ppt/slides/slide6.xml" Id="R4a2751f72eee4ea2" /><Relationship Type="http://schemas.openxmlformats.org/officeDocument/2006/relationships/slide" Target="/ppt/slides/slide7.xml" Id="R836096d4b9c84b02" /><Relationship Type="http://schemas.openxmlformats.org/officeDocument/2006/relationships/slide" Target="/ppt/slides/slide8.xml" Id="Rbc90f4ec1a48433c" /><Relationship Type="http://schemas.openxmlformats.org/officeDocument/2006/relationships/slide" Target="/ppt/slides/slide9.xml" Id="R9fd4935f8a2b4f1b" /><Relationship Type="http://schemas.openxmlformats.org/officeDocument/2006/relationships/slide" Target="/ppt/slides/slide10.xml" Id="Rf4218ac187b443bd" /><Relationship Type="http://schemas.openxmlformats.org/officeDocument/2006/relationships/slide" Target="/ppt/slides/slide11.xml" Id="R4e95534e673345f7" /><Relationship Type="http://schemas.openxmlformats.org/officeDocument/2006/relationships/slide" Target="/ppt/slides/slide12.xml" Id="Rb803284900cb4902" /><Relationship Type="http://schemas.openxmlformats.org/officeDocument/2006/relationships/slide" Target="/ppt/slides/slide13.xml" Id="R28198eeb519341b1" /><Relationship Type="http://schemas.openxmlformats.org/officeDocument/2006/relationships/slide" Target="/ppt/slides/slide14.xml" Id="R81b53d456aec49eb" /><Relationship Type="http://schemas.openxmlformats.org/officeDocument/2006/relationships/slide" Target="/ppt/slides/slide15.xml" Id="R4547862957954e18" /><Relationship Type="http://schemas.openxmlformats.org/officeDocument/2006/relationships/slide" Target="/ppt/slides/slide16.xml" Id="R9b428e56ee8f422a" /><Relationship Type="http://schemas.openxmlformats.org/officeDocument/2006/relationships/slide" Target="/ppt/slides/slide17.xml" Id="R1215883934034318" /><Relationship Type="http://schemas.openxmlformats.org/officeDocument/2006/relationships/slide" Target="/ppt/slides/slide18.xml" Id="Re92211da2eac4585" /><Relationship Type="http://schemas.openxmlformats.org/officeDocument/2006/relationships/slide" Target="/ppt/slides/slide19.xml" Id="Re7e0ee5fa12b4025" /><Relationship Type="http://schemas.openxmlformats.org/officeDocument/2006/relationships/slide" Target="/ppt/slides/slide20.xml" Id="R4ef2b1421984416f" /><Relationship Type="http://schemas.openxmlformats.org/officeDocument/2006/relationships/slide" Target="/ppt/slides/slide21.xml" Id="R6e9f80a3939f42d9" /><Relationship Type="http://schemas.openxmlformats.org/officeDocument/2006/relationships/slide" Target="/ppt/slides/slide22.xml" Id="R47345dfce3b14596" /><Relationship Type="http://schemas.openxmlformats.org/officeDocument/2006/relationships/slide" Target="/ppt/slides/slide23.xml" Id="R7bc45529f3f04b41" /><Relationship Type="http://schemas.openxmlformats.org/officeDocument/2006/relationships/slide" Target="/ppt/slides/slide24.xml" Id="R1f27a11a283e4dbc" /><Relationship Type="http://schemas.openxmlformats.org/officeDocument/2006/relationships/slide" Target="/ppt/slides/slide25.xml" Id="R3bed6e13f0eb461c" /><Relationship Type="http://schemas.openxmlformats.org/officeDocument/2006/relationships/slide" Target="/ppt/slides/slide26.xml" Id="Ra07c71bdc36d402a" /><Relationship Type="http://schemas.openxmlformats.org/officeDocument/2006/relationships/slide" Target="/ppt/slides/slide27.xml" Id="R02f81285044d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5a54f9a7f46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9f40a29d74451" /><Relationship Type="http://schemas.openxmlformats.org/officeDocument/2006/relationships/notesMaster" Target="/ppt/notesMasters/notesMaster1.xml" Id="Re25c2e8d8a634f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e364af9934d76" /><Relationship Type="http://schemas.openxmlformats.org/officeDocument/2006/relationships/notesMaster" Target="/ppt/notesMasters/notesMaster1.xml" Id="R1f81e6af5009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fd608e095d4008" /><Relationship Type="http://schemas.openxmlformats.org/officeDocument/2006/relationships/notesMaster" Target="/ppt/notesMasters/notesMaster1.xml" Id="Rb611e653839c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beef7de8d41e7" /><Relationship Type="http://schemas.openxmlformats.org/officeDocument/2006/relationships/notesMaster" Target="/ppt/notesMasters/notesMaster1.xml" Id="R0a7a44c75aa845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49f3cfd2cb4755" /><Relationship Type="http://schemas.openxmlformats.org/officeDocument/2006/relationships/notesMaster" Target="/ppt/notesMasters/notesMaster1.xml" Id="R2221487b19aa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34272a3dee4294" /><Relationship Type="http://schemas.openxmlformats.org/officeDocument/2006/relationships/notesMaster" Target="/ppt/notesMasters/notesMaster1.xml" Id="R421a5730e8a5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64671a093409d" /><Relationship Type="http://schemas.openxmlformats.org/officeDocument/2006/relationships/notesMaster" Target="/ppt/notesMasters/notesMaster1.xml" Id="Rb02f088caf6543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0e0f450fe44a8e" /><Relationship Type="http://schemas.openxmlformats.org/officeDocument/2006/relationships/notesMaster" Target="/ppt/notesMasters/notesMaster1.xml" Id="R4987e10713d8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d6f7bd1de4203" /><Relationship Type="http://schemas.openxmlformats.org/officeDocument/2006/relationships/notesMaster" Target="/ppt/notesMasters/notesMaster1.xml" Id="R3b0ce6a98e5e45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9d63d2e3b44c6" /><Relationship Type="http://schemas.openxmlformats.org/officeDocument/2006/relationships/notesMaster" Target="/ppt/notesMasters/notesMaster1.xml" Id="Ra843e09f195040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42a46a2a3945e8" /><Relationship Type="http://schemas.openxmlformats.org/officeDocument/2006/relationships/notesMaster" Target="/ppt/notesMasters/notesMaster1.xml" Id="R342b6c9efe054d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b27700d8e14d6e" /><Relationship Type="http://schemas.openxmlformats.org/officeDocument/2006/relationships/notesMaster" Target="/ppt/notesMasters/notesMaster1.xml" Id="R06530ee1f7d542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87857bd5c4b5e" /><Relationship Type="http://schemas.openxmlformats.org/officeDocument/2006/relationships/notesMaster" Target="/ppt/notesMasters/notesMaster1.xml" Id="R6549b8f4c6764b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2ae5bf8dc94b81" /><Relationship Type="http://schemas.openxmlformats.org/officeDocument/2006/relationships/notesMaster" Target="/ppt/notesMasters/notesMaster1.xml" Id="Ra6e9a8dc25144e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f265dbcae1492f" /><Relationship Type="http://schemas.openxmlformats.org/officeDocument/2006/relationships/notesMaster" Target="/ppt/notesMasters/notesMaster1.xml" Id="Rfa1a67f924134b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6a739e74e441cd" /><Relationship Type="http://schemas.openxmlformats.org/officeDocument/2006/relationships/notesMaster" Target="/ppt/notesMasters/notesMaster1.xml" Id="R47840915f3f44e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5443b93cc84f23" /><Relationship Type="http://schemas.openxmlformats.org/officeDocument/2006/relationships/notesMaster" Target="/ppt/notesMasters/notesMaster1.xml" Id="R27448ce9766749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4294fee8554edb" /><Relationship Type="http://schemas.openxmlformats.org/officeDocument/2006/relationships/notesMaster" Target="/ppt/notesMasters/notesMaster1.xml" Id="R3bcae23a7a6d45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24f66596b74fa7" /><Relationship Type="http://schemas.openxmlformats.org/officeDocument/2006/relationships/notesMaster" Target="/ppt/notesMasters/notesMaster1.xml" Id="Re74ecc26051646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ff8ce1e8bd499a" /><Relationship Type="http://schemas.openxmlformats.org/officeDocument/2006/relationships/notesMaster" Target="/ppt/notesMasters/notesMaster1.xml" Id="Rd8b20060498947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8550d0f2e34fd8" /><Relationship Type="http://schemas.openxmlformats.org/officeDocument/2006/relationships/notesMaster" Target="/ppt/notesMasters/notesMaster1.xml" Id="R66ea5229501043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3430dea0f24aa8" /><Relationship Type="http://schemas.openxmlformats.org/officeDocument/2006/relationships/notesMaster" Target="/ppt/notesMasters/notesMaster1.xml" Id="Ra973205183ba4e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21d4939b2d4c31" /><Relationship Type="http://schemas.openxmlformats.org/officeDocument/2006/relationships/notesMaster" Target="/ppt/notesMasters/notesMaster1.xml" Id="R6f2884778ac247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6baef23d104423" /><Relationship Type="http://schemas.openxmlformats.org/officeDocument/2006/relationships/notesMaster" Target="/ppt/notesMasters/notesMaster1.xml" Id="Rb3cd884d7e5c4c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a53a59df724a8c" /><Relationship Type="http://schemas.openxmlformats.org/officeDocument/2006/relationships/notesMaster" Target="/ppt/notesMasters/notesMaster1.xml" Id="R3655e91df46c45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b6ef48577345f5" /><Relationship Type="http://schemas.openxmlformats.org/officeDocument/2006/relationships/notesMaster" Target="/ppt/notesMasters/notesMaster1.xml" Id="R22a8943ba52c46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a13d6bce99474e" /><Relationship Type="http://schemas.openxmlformats.org/officeDocument/2006/relationships/notesMaster" Target="/ppt/notesMasters/notesMaster1.xml" Id="Re24a66272e1f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1efd0cb074a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223861ece40e0" /><Relationship Type="http://schemas.openxmlformats.org/officeDocument/2006/relationships/image" Target="/ppt/media/image.jpeg" Id="R5706526769204a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e5c94339649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a33e4eb3844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c38ea512548b1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D6374BD-3661-4FEB-AB13-182A9D298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7213" y="3314954"/>
            <a:ext cx="6428422" cy="224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9CDF68-93FB-4ED3-A095-1605C48F465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34427" y="5988304"/>
            <a:ext cx="5293995" cy="267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9D9B2F6-C8C1-4B3F-A9B5-804123C064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DFFA541-67D6-4F29-8378-53A068A474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013E5D-11FC-4DE0-BF30-A671B96AC6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obj" preserve="1">
  <p:cSld name="Title and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714C8603-B0F2-4CAA-9C11-C4E78D3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309" cy="10692130"/>
          </a:xfrm>
          <a:custGeom xmlns:a="http://schemas.openxmlformats.org/drawingml/2006/main"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3D4D9DA6-60AB-45EB-8988-AAEC68B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00" y="0"/>
            <a:ext cx="2413000" cy="3544570"/>
          </a:xfrm>
          <a:custGeom xmlns:a="http://schemas.openxmlformats.org/drawingml/2006/main">
            <a:rect l="l" t="t" r="r" b="b"/>
            <a:pathLst>
              <a:path w="2413000" h="3544570">
                <a:moveTo>
                  <a:pt x="2412999" y="0"/>
                </a:moveTo>
                <a:lnTo>
                  <a:pt x="151838" y="0"/>
                </a:lnTo>
                <a:lnTo>
                  <a:pt x="147830" y="11189"/>
                </a:lnTo>
                <a:lnTo>
                  <a:pt x="133072" y="54762"/>
                </a:lnTo>
                <a:lnTo>
                  <a:pt x="119048" y="98669"/>
                </a:lnTo>
                <a:lnTo>
                  <a:pt x="105765" y="142901"/>
                </a:lnTo>
                <a:lnTo>
                  <a:pt x="93231" y="187452"/>
                </a:lnTo>
                <a:lnTo>
                  <a:pt x="81452" y="232314"/>
                </a:lnTo>
                <a:lnTo>
                  <a:pt x="70437" y="277480"/>
                </a:lnTo>
                <a:lnTo>
                  <a:pt x="60192" y="322944"/>
                </a:lnTo>
                <a:lnTo>
                  <a:pt x="50725" y="368696"/>
                </a:lnTo>
                <a:lnTo>
                  <a:pt x="42043" y="414731"/>
                </a:lnTo>
                <a:lnTo>
                  <a:pt x="34153" y="461041"/>
                </a:lnTo>
                <a:lnTo>
                  <a:pt x="27063" y="507618"/>
                </a:lnTo>
                <a:lnTo>
                  <a:pt x="20779" y="554456"/>
                </a:lnTo>
                <a:lnTo>
                  <a:pt x="15310" y="601547"/>
                </a:lnTo>
                <a:lnTo>
                  <a:pt x="10662" y="648884"/>
                </a:lnTo>
                <a:lnTo>
                  <a:pt x="6843" y="696459"/>
                </a:lnTo>
                <a:lnTo>
                  <a:pt x="3860" y="744265"/>
                </a:lnTo>
                <a:lnTo>
                  <a:pt x="1720" y="792296"/>
                </a:lnTo>
                <a:lnTo>
                  <a:pt x="431" y="840543"/>
                </a:lnTo>
                <a:lnTo>
                  <a:pt x="0" y="888999"/>
                </a:lnTo>
                <a:lnTo>
                  <a:pt x="431" y="937455"/>
                </a:lnTo>
                <a:lnTo>
                  <a:pt x="1720" y="985702"/>
                </a:lnTo>
                <a:lnTo>
                  <a:pt x="3860" y="1033733"/>
                </a:lnTo>
                <a:lnTo>
                  <a:pt x="6843" y="1081539"/>
                </a:lnTo>
                <a:lnTo>
                  <a:pt x="10662" y="1129114"/>
                </a:lnTo>
                <a:lnTo>
                  <a:pt x="15310" y="1176451"/>
                </a:lnTo>
                <a:lnTo>
                  <a:pt x="20779" y="1223542"/>
                </a:lnTo>
                <a:lnTo>
                  <a:pt x="27063" y="1270380"/>
                </a:lnTo>
                <a:lnTo>
                  <a:pt x="34153" y="1316957"/>
                </a:lnTo>
                <a:lnTo>
                  <a:pt x="42043" y="1363267"/>
                </a:lnTo>
                <a:lnTo>
                  <a:pt x="50725" y="1409302"/>
                </a:lnTo>
                <a:lnTo>
                  <a:pt x="60192" y="1455055"/>
                </a:lnTo>
                <a:lnTo>
                  <a:pt x="70437" y="1500518"/>
                </a:lnTo>
                <a:lnTo>
                  <a:pt x="81452" y="1545684"/>
                </a:lnTo>
                <a:lnTo>
                  <a:pt x="93231" y="1590546"/>
                </a:lnTo>
                <a:lnTo>
                  <a:pt x="105765" y="1635097"/>
                </a:lnTo>
                <a:lnTo>
                  <a:pt x="119048" y="1679330"/>
                </a:lnTo>
                <a:lnTo>
                  <a:pt x="133072" y="1723236"/>
                </a:lnTo>
                <a:lnTo>
                  <a:pt x="147830" y="1766809"/>
                </a:lnTo>
                <a:lnTo>
                  <a:pt x="163315" y="1810042"/>
                </a:lnTo>
                <a:lnTo>
                  <a:pt x="179519" y="1852926"/>
                </a:lnTo>
                <a:lnTo>
                  <a:pt x="196435" y="1895456"/>
                </a:lnTo>
                <a:lnTo>
                  <a:pt x="214057" y="1937623"/>
                </a:lnTo>
                <a:lnTo>
                  <a:pt x="232375" y="1979421"/>
                </a:lnTo>
                <a:lnTo>
                  <a:pt x="251384" y="2020842"/>
                </a:lnTo>
                <a:lnTo>
                  <a:pt x="271076" y="2061878"/>
                </a:lnTo>
                <a:lnTo>
                  <a:pt x="291444" y="2102523"/>
                </a:lnTo>
                <a:lnTo>
                  <a:pt x="312480" y="2142769"/>
                </a:lnTo>
                <a:lnTo>
                  <a:pt x="334178" y="2182609"/>
                </a:lnTo>
                <a:lnTo>
                  <a:pt x="356529" y="2222036"/>
                </a:lnTo>
                <a:lnTo>
                  <a:pt x="379526" y="2261042"/>
                </a:lnTo>
                <a:lnTo>
                  <a:pt x="403163" y="2299620"/>
                </a:lnTo>
                <a:lnTo>
                  <a:pt x="427432" y="2337763"/>
                </a:lnTo>
                <a:lnTo>
                  <a:pt x="452326" y="2375463"/>
                </a:lnTo>
                <a:lnTo>
                  <a:pt x="477837" y="2412714"/>
                </a:lnTo>
                <a:lnTo>
                  <a:pt x="503958" y="2449507"/>
                </a:lnTo>
                <a:lnTo>
                  <a:pt x="530682" y="2485836"/>
                </a:lnTo>
                <a:lnTo>
                  <a:pt x="558002" y="2521693"/>
                </a:lnTo>
                <a:lnTo>
                  <a:pt x="585909" y="2557072"/>
                </a:lnTo>
                <a:lnTo>
                  <a:pt x="614398" y="2591964"/>
                </a:lnTo>
                <a:lnTo>
                  <a:pt x="643461" y="2626362"/>
                </a:lnTo>
                <a:lnTo>
                  <a:pt x="673090" y="2660260"/>
                </a:lnTo>
                <a:lnTo>
                  <a:pt x="703277" y="2693650"/>
                </a:lnTo>
                <a:lnTo>
                  <a:pt x="734017" y="2726524"/>
                </a:lnTo>
                <a:lnTo>
                  <a:pt x="765302" y="2758875"/>
                </a:lnTo>
                <a:lnTo>
                  <a:pt x="797123" y="2790697"/>
                </a:lnTo>
                <a:lnTo>
                  <a:pt x="829475" y="2821981"/>
                </a:lnTo>
                <a:lnTo>
                  <a:pt x="862349" y="2852721"/>
                </a:lnTo>
                <a:lnTo>
                  <a:pt x="895739" y="2882909"/>
                </a:lnTo>
                <a:lnTo>
                  <a:pt x="929636" y="2912538"/>
                </a:lnTo>
                <a:lnTo>
                  <a:pt x="964035" y="2941600"/>
                </a:lnTo>
                <a:lnTo>
                  <a:pt x="998927" y="2970089"/>
                </a:lnTo>
                <a:lnTo>
                  <a:pt x="1034305" y="2997997"/>
                </a:lnTo>
                <a:lnTo>
                  <a:pt x="1070163" y="3025317"/>
                </a:lnTo>
                <a:lnTo>
                  <a:pt x="1106492" y="3052041"/>
                </a:lnTo>
                <a:lnTo>
                  <a:pt x="1143285" y="3078162"/>
                </a:lnTo>
                <a:lnTo>
                  <a:pt x="1180535" y="3103673"/>
                </a:lnTo>
                <a:lnTo>
                  <a:pt x="1218236" y="3128566"/>
                </a:lnTo>
                <a:lnTo>
                  <a:pt x="1256379" y="3152835"/>
                </a:lnTo>
                <a:lnTo>
                  <a:pt x="1294957" y="3176472"/>
                </a:lnTo>
                <a:lnTo>
                  <a:pt x="1333963" y="3199470"/>
                </a:lnTo>
                <a:lnTo>
                  <a:pt x="1373389" y="3221821"/>
                </a:lnTo>
                <a:lnTo>
                  <a:pt x="1413229" y="3243518"/>
                </a:lnTo>
                <a:lnTo>
                  <a:pt x="1453475" y="3264554"/>
                </a:lnTo>
                <a:lnTo>
                  <a:pt x="1494120" y="3284922"/>
                </a:lnTo>
                <a:lnTo>
                  <a:pt x="1535157" y="3304614"/>
                </a:lnTo>
                <a:lnTo>
                  <a:pt x="1576578" y="3323623"/>
                </a:lnTo>
                <a:lnTo>
                  <a:pt x="1618375" y="3341942"/>
                </a:lnTo>
                <a:lnTo>
                  <a:pt x="1660543" y="3359563"/>
                </a:lnTo>
                <a:lnTo>
                  <a:pt x="1703072" y="3376480"/>
                </a:lnTo>
                <a:lnTo>
                  <a:pt x="1745957" y="3392684"/>
                </a:lnTo>
                <a:lnTo>
                  <a:pt x="1789190" y="3408169"/>
                </a:lnTo>
                <a:lnTo>
                  <a:pt x="1832763" y="3422927"/>
                </a:lnTo>
                <a:lnTo>
                  <a:pt x="1876669" y="3436951"/>
                </a:lnTo>
                <a:lnTo>
                  <a:pt x="1920901" y="3450234"/>
                </a:lnTo>
                <a:lnTo>
                  <a:pt x="1965452" y="3462768"/>
                </a:lnTo>
                <a:lnTo>
                  <a:pt x="2010314" y="3474546"/>
                </a:lnTo>
                <a:lnTo>
                  <a:pt x="2055481" y="3485562"/>
                </a:lnTo>
                <a:lnTo>
                  <a:pt x="2100944" y="3495807"/>
                </a:lnTo>
                <a:lnTo>
                  <a:pt x="2146697" y="3505274"/>
                </a:lnTo>
                <a:lnTo>
                  <a:pt x="2192732" y="3513956"/>
                </a:lnTo>
                <a:lnTo>
                  <a:pt x="2239041" y="3521846"/>
                </a:lnTo>
                <a:lnTo>
                  <a:pt x="2285619" y="3528936"/>
                </a:lnTo>
                <a:lnTo>
                  <a:pt x="2332457" y="3535219"/>
                </a:lnTo>
                <a:lnTo>
                  <a:pt x="2379548" y="3540689"/>
                </a:lnTo>
                <a:lnTo>
                  <a:pt x="2412999" y="3543973"/>
                </a:lnTo>
                <a:lnTo>
                  <a:pt x="2412999" y="0"/>
                </a:lnTo>
                <a:close/>
              </a:path>
            </a:pathLst>
          </a:custGeom>
          <a:solidFill xmlns:a="http://schemas.openxmlformats.org/drawingml/2006/main">
            <a:srgbClr val="082A5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D3D43E62-D3DD-4A52-97BB-ABA07A6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9728"/>
            <a:ext cx="1778000" cy="3372485"/>
          </a:xfrm>
          <a:custGeom xmlns:a="http://schemas.openxmlformats.org/drawingml/2006/main">
            <a:rect l="l" t="t" r="r" b="b"/>
            <a:pathLst>
              <a:path w="1778000" h="3372484">
                <a:moveTo>
                  <a:pt x="0" y="0"/>
                </a:moveTo>
                <a:lnTo>
                  <a:pt x="0" y="3372271"/>
                </a:lnTo>
                <a:lnTo>
                  <a:pt x="1472070" y="3372271"/>
                </a:lnTo>
                <a:lnTo>
                  <a:pt x="1510159" y="3303931"/>
                </a:lnTo>
                <a:lnTo>
                  <a:pt x="1531139" y="3263652"/>
                </a:lnTo>
                <a:lnTo>
                  <a:pt x="1551339" y="3222908"/>
                </a:lnTo>
                <a:lnTo>
                  <a:pt x="1570747" y="3181711"/>
                </a:lnTo>
                <a:lnTo>
                  <a:pt x="1589354" y="3140070"/>
                </a:lnTo>
                <a:lnTo>
                  <a:pt x="1607150" y="3097994"/>
                </a:lnTo>
                <a:lnTo>
                  <a:pt x="1624126" y="3055495"/>
                </a:lnTo>
                <a:lnTo>
                  <a:pt x="1640270" y="3012581"/>
                </a:lnTo>
                <a:lnTo>
                  <a:pt x="1655574" y="2969262"/>
                </a:lnTo>
                <a:lnTo>
                  <a:pt x="1670027" y="2925550"/>
                </a:lnTo>
                <a:lnTo>
                  <a:pt x="1683619" y="2881452"/>
                </a:lnTo>
                <a:lnTo>
                  <a:pt x="1696341" y="2836981"/>
                </a:lnTo>
                <a:lnTo>
                  <a:pt x="1708183" y="2792144"/>
                </a:lnTo>
                <a:lnTo>
                  <a:pt x="1719134" y="2746953"/>
                </a:lnTo>
                <a:lnTo>
                  <a:pt x="1729185" y="2701417"/>
                </a:lnTo>
                <a:lnTo>
                  <a:pt x="1738326" y="2655546"/>
                </a:lnTo>
                <a:lnTo>
                  <a:pt x="1746547" y="2609350"/>
                </a:lnTo>
                <a:lnTo>
                  <a:pt x="1753837" y="2562838"/>
                </a:lnTo>
                <a:lnTo>
                  <a:pt x="1760188" y="2516022"/>
                </a:lnTo>
                <a:lnTo>
                  <a:pt x="1765589" y="2468911"/>
                </a:lnTo>
                <a:lnTo>
                  <a:pt x="1770031" y="2421514"/>
                </a:lnTo>
                <a:lnTo>
                  <a:pt x="1773502" y="2373841"/>
                </a:lnTo>
                <a:lnTo>
                  <a:pt x="1775994" y="2325904"/>
                </a:lnTo>
                <a:lnTo>
                  <a:pt x="1777496" y="2277710"/>
                </a:lnTo>
                <a:lnTo>
                  <a:pt x="1778000" y="2229271"/>
                </a:lnTo>
                <a:lnTo>
                  <a:pt x="1777496" y="2180832"/>
                </a:lnTo>
                <a:lnTo>
                  <a:pt x="1775994" y="2132639"/>
                </a:lnTo>
                <a:lnTo>
                  <a:pt x="1773502" y="2084701"/>
                </a:lnTo>
                <a:lnTo>
                  <a:pt x="1770031" y="2037029"/>
                </a:lnTo>
                <a:lnTo>
                  <a:pt x="1765589" y="1989632"/>
                </a:lnTo>
                <a:lnTo>
                  <a:pt x="1760188" y="1942520"/>
                </a:lnTo>
                <a:lnTo>
                  <a:pt x="1753837" y="1895704"/>
                </a:lnTo>
                <a:lnTo>
                  <a:pt x="1746547" y="1849193"/>
                </a:lnTo>
                <a:lnTo>
                  <a:pt x="1738326" y="1802997"/>
                </a:lnTo>
                <a:lnTo>
                  <a:pt x="1729185" y="1757126"/>
                </a:lnTo>
                <a:lnTo>
                  <a:pt x="1719134" y="1711589"/>
                </a:lnTo>
                <a:lnTo>
                  <a:pt x="1708183" y="1666398"/>
                </a:lnTo>
                <a:lnTo>
                  <a:pt x="1696341" y="1621562"/>
                </a:lnTo>
                <a:lnTo>
                  <a:pt x="1683619" y="1577090"/>
                </a:lnTo>
                <a:lnTo>
                  <a:pt x="1670027" y="1532993"/>
                </a:lnTo>
                <a:lnTo>
                  <a:pt x="1655574" y="1489280"/>
                </a:lnTo>
                <a:lnTo>
                  <a:pt x="1640270" y="1445962"/>
                </a:lnTo>
                <a:lnTo>
                  <a:pt x="1624126" y="1403048"/>
                </a:lnTo>
                <a:lnTo>
                  <a:pt x="1607150" y="1360548"/>
                </a:lnTo>
                <a:lnTo>
                  <a:pt x="1589354" y="1318472"/>
                </a:lnTo>
                <a:lnTo>
                  <a:pt x="1570747" y="1276831"/>
                </a:lnTo>
                <a:lnTo>
                  <a:pt x="1551339" y="1235634"/>
                </a:lnTo>
                <a:lnTo>
                  <a:pt x="1531139" y="1194890"/>
                </a:lnTo>
                <a:lnTo>
                  <a:pt x="1510159" y="1154611"/>
                </a:lnTo>
                <a:lnTo>
                  <a:pt x="1488407" y="1114805"/>
                </a:lnTo>
                <a:lnTo>
                  <a:pt x="1465893" y="1075483"/>
                </a:lnTo>
                <a:lnTo>
                  <a:pt x="1442629" y="1036654"/>
                </a:lnTo>
                <a:lnTo>
                  <a:pt x="1418622" y="998330"/>
                </a:lnTo>
                <a:lnTo>
                  <a:pt x="1393884" y="960518"/>
                </a:lnTo>
                <a:lnTo>
                  <a:pt x="1368425" y="923230"/>
                </a:lnTo>
                <a:lnTo>
                  <a:pt x="1342253" y="886475"/>
                </a:lnTo>
                <a:lnTo>
                  <a:pt x="1315379" y="850264"/>
                </a:lnTo>
                <a:lnTo>
                  <a:pt x="1287814" y="814605"/>
                </a:lnTo>
                <a:lnTo>
                  <a:pt x="1259567" y="779510"/>
                </a:lnTo>
                <a:lnTo>
                  <a:pt x="1230647" y="744987"/>
                </a:lnTo>
                <a:lnTo>
                  <a:pt x="1201065" y="711047"/>
                </a:lnTo>
                <a:lnTo>
                  <a:pt x="1170831" y="677701"/>
                </a:lnTo>
                <a:lnTo>
                  <a:pt x="1139955" y="644956"/>
                </a:lnTo>
                <a:lnTo>
                  <a:pt x="1108446" y="612825"/>
                </a:lnTo>
                <a:lnTo>
                  <a:pt x="1076314" y="581316"/>
                </a:lnTo>
                <a:lnTo>
                  <a:pt x="1043570" y="550439"/>
                </a:lnTo>
                <a:lnTo>
                  <a:pt x="1010223" y="520205"/>
                </a:lnTo>
                <a:lnTo>
                  <a:pt x="976283" y="490623"/>
                </a:lnTo>
                <a:lnTo>
                  <a:pt x="941761" y="461704"/>
                </a:lnTo>
                <a:lnTo>
                  <a:pt x="906665" y="433456"/>
                </a:lnTo>
                <a:lnTo>
                  <a:pt x="871007" y="405891"/>
                </a:lnTo>
                <a:lnTo>
                  <a:pt x="834795" y="379018"/>
                </a:lnTo>
                <a:lnTo>
                  <a:pt x="798040" y="352846"/>
                </a:lnTo>
                <a:lnTo>
                  <a:pt x="760752" y="327386"/>
                </a:lnTo>
                <a:lnTo>
                  <a:pt x="722941" y="302648"/>
                </a:lnTo>
                <a:lnTo>
                  <a:pt x="684616" y="278642"/>
                </a:lnTo>
                <a:lnTo>
                  <a:pt x="645787" y="255377"/>
                </a:lnTo>
                <a:lnTo>
                  <a:pt x="606465" y="232864"/>
                </a:lnTo>
                <a:lnTo>
                  <a:pt x="566660" y="211112"/>
                </a:lnTo>
                <a:lnTo>
                  <a:pt x="526380" y="190131"/>
                </a:lnTo>
                <a:lnTo>
                  <a:pt x="485637" y="169932"/>
                </a:lnTo>
                <a:lnTo>
                  <a:pt x="444439" y="150524"/>
                </a:lnTo>
                <a:lnTo>
                  <a:pt x="402798" y="131916"/>
                </a:lnTo>
                <a:lnTo>
                  <a:pt x="360722" y="114120"/>
                </a:lnTo>
                <a:lnTo>
                  <a:pt x="318223" y="97145"/>
                </a:lnTo>
                <a:lnTo>
                  <a:pt x="275309" y="81000"/>
                </a:lnTo>
                <a:lnTo>
                  <a:pt x="231991" y="65697"/>
                </a:lnTo>
                <a:lnTo>
                  <a:pt x="188278" y="51244"/>
                </a:lnTo>
                <a:lnTo>
                  <a:pt x="144181" y="37651"/>
                </a:lnTo>
                <a:lnTo>
                  <a:pt x="99709" y="24929"/>
                </a:lnTo>
                <a:lnTo>
                  <a:pt x="54872" y="13088"/>
                </a:lnTo>
                <a:lnTo>
                  <a:pt x="9681" y="2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E467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A587EBC3-3211-4D67-99F2-0260ED9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1499"/>
            <a:ext cx="1549400" cy="647700"/>
          </a:xfrm>
          <a:custGeom xmlns:a="http://schemas.openxmlformats.org/drawingml/2006/main">
            <a:rect l="l" t="t" r="r" b="b"/>
            <a:pathLst>
              <a:path w="1549400" h="647700">
                <a:moveTo>
                  <a:pt x="1460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558800"/>
                </a:lnTo>
                <a:lnTo>
                  <a:pt x="6979" y="593423"/>
                </a:lnTo>
                <a:lnTo>
                  <a:pt x="26021" y="621678"/>
                </a:lnTo>
                <a:lnTo>
                  <a:pt x="54276" y="640720"/>
                </a:lnTo>
                <a:lnTo>
                  <a:pt x="88900" y="647700"/>
                </a:lnTo>
                <a:lnTo>
                  <a:pt x="1460500" y="647700"/>
                </a:lnTo>
                <a:lnTo>
                  <a:pt x="1495123" y="640720"/>
                </a:lnTo>
                <a:lnTo>
                  <a:pt x="1523378" y="621678"/>
                </a:lnTo>
                <a:lnTo>
                  <a:pt x="1542420" y="593423"/>
                </a:lnTo>
                <a:lnTo>
                  <a:pt x="1549400" y="558800"/>
                </a:lnTo>
                <a:lnTo>
                  <a:pt x="1549400" y="88900"/>
                </a:lnTo>
                <a:lnTo>
                  <a:pt x="1542420" y="54276"/>
                </a:lnTo>
                <a:lnTo>
                  <a:pt x="1523378" y="26021"/>
                </a:lnTo>
                <a:lnTo>
                  <a:pt x="1495123" y="6979"/>
                </a:lnTo>
                <a:lnTo>
                  <a:pt x="1460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bg 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652676920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456" y="660399"/>
            <a:ext cx="1073686" cy="4445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03B1B4-D09A-47C7-845B-CC2FDAC49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60495BD-146D-4BFD-933F-6A439C8E7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235CA9-7E07-4D7B-BC99-4393B4924A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D2C087-C0DF-4999-AA56-16F1038126B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61D65BA-7BB3-43C1-9518-2358C162DF3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AFB6D83-AF51-4541-93CE-92214BE8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C136E3E-5D98-4BF5-8C82-7BCCEAC9E1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78142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C59C29E-20EE-4B55-9B49-8FE4D986B6C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3894867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0D4E389-B788-4D8F-9E3F-A9ED476E1EB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805E5F4-11E2-46D3-B6B8-987933E13E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C581043-F484-4C5E-ADF9-A770AF42606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A56EBC-DFA1-4EA9-B11B-86F3B68E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DC8CBB-A362-462C-B5D2-BF17412AFD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A65174B-8190-48E4-B075-720BB1FF41B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CD1E15-B1B3-4E22-9F79-555EC129312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DF186C-48CC-46E2-9F18-45CC7FB88B3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83285A-DB20-444A-B71C-EA73DCB68A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BFC593-3CBA-4C56-B988-4E81CA6CE5F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28e59b67fb324b44" /><Relationship Type="http://schemas.openxmlformats.org/officeDocument/2006/relationships/theme" Target="/ppt/slideMasters/theme/theme2.xml" Id="R8757e6de82634aec" /><Relationship Type="http://schemas.openxmlformats.org/officeDocument/2006/relationships/slideLayout" Target="/ppt/slideLayouts/slideLayout1.xml" Id="R485245e535af4949" /><Relationship Type="http://schemas.openxmlformats.org/officeDocument/2006/relationships/slideLayout" Target="/ppt/slideLayouts/slideLayout2.xml" Id="R6757af115a764375" /><Relationship Type="http://schemas.openxmlformats.org/officeDocument/2006/relationships/slideLayout" Target="/ppt/slideLayouts/slideLayout3.xml" Id="R45280383074240af" /><Relationship Type="http://schemas.openxmlformats.org/officeDocument/2006/relationships/slideLayout" Target="/ppt/slideLayouts/slideLayout4.xml" Id="Rf422a7776b6545b9" /><Relationship Type="http://schemas.openxmlformats.org/officeDocument/2006/relationships/slideLayout" Target="/ppt/slideLayouts/slideLayout5.xml" Id="R04978ba755d3458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59b67fb32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871" y="190499"/>
            <a:ext cx="981656" cy="4064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407E74C-1411-4671-88A8-4C070E2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9900" y="1917700"/>
            <a:ext cx="400494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3BE878E-FE4F-45C5-B360-1EAB6074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8142" y="2459482"/>
            <a:ext cx="6806565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52FBFF1-B3E6-47FD-8351-E57BEBB3AF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69900" y="10360970"/>
            <a:ext cx="25749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48DA7BC-4999-46C6-80AA-171C6393450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369605" y="10360970"/>
            <a:ext cx="7207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129697-C83C-4C76-95CB-F30905DA9B9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45252" y="9944862"/>
            <a:ext cx="1739455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245e535af4949"/>
    <p:sldLayoutId xmlns:r="http://schemas.openxmlformats.org/officeDocument/2006/relationships" id="2147483650" r:id="R6757af115a764375"/>
    <p:sldLayoutId xmlns:r="http://schemas.openxmlformats.org/officeDocument/2006/relationships" id="2147483651" r:id="R45280383074240af"/>
    <p:sldLayoutId xmlns:r="http://schemas.openxmlformats.org/officeDocument/2006/relationships" id="2147483652" r:id="Rf422a7776b6545b9"/>
    <p:sldLayoutId xmlns:r="http://schemas.openxmlformats.org/officeDocument/2006/relationships" id="2147483653" r:id="R04978ba755d34582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1c7d3eff04b73" /><Relationship Type="http://schemas.openxmlformats.org/officeDocument/2006/relationships/image" Target="/ppt/media/image2.jpeg" Id="Reb5f5cf1a5a24461" /><Relationship Type="http://schemas.openxmlformats.org/officeDocument/2006/relationships/notesSlide" Target="/ppt/notesSlides/notesSlide1.xml" Id="Rcf6fad2146b0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0338638b5549a9" /><Relationship Type="http://schemas.openxmlformats.org/officeDocument/2006/relationships/notesSlide" Target="/ppt/notesSlides/notesSlide2.xml" Id="R085aafb4444d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e75edc3fa644a3" /><Relationship Type="http://schemas.openxmlformats.org/officeDocument/2006/relationships/notesSlide" Target="/ppt/notesSlides/notesSlide3.xml" Id="R47bed683c905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db195a117b421d" /><Relationship Type="http://schemas.openxmlformats.org/officeDocument/2006/relationships/image" Target="/ppt/media/image.png" Id="Raeb13679edb847ea" /><Relationship Type="http://schemas.openxmlformats.org/officeDocument/2006/relationships/notesSlide" Target="/ppt/notesSlides/notesSlide4.xml" Id="Rf4077d4013af4e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e0cdc8e61e4da7" /><Relationship Type="http://schemas.openxmlformats.org/officeDocument/2006/relationships/image" Target="/ppt/media/image3.jpeg" Id="Rd9368e9b2da94086" /><Relationship Type="http://schemas.openxmlformats.org/officeDocument/2006/relationships/image" Target="/ppt/media/image2.png" Id="R2be490cbafbe4e1f" /><Relationship Type="http://schemas.openxmlformats.org/officeDocument/2006/relationships/notesSlide" Target="/ppt/notesSlides/notesSlide5.xml" Id="R29265134fc4145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4cc63b131e4d82" /><Relationship Type="http://schemas.openxmlformats.org/officeDocument/2006/relationships/image" Target="/ppt/media/image3.png" Id="R015b17d310424ceb" /><Relationship Type="http://schemas.openxmlformats.org/officeDocument/2006/relationships/image" Target="/ppt/media/image4.png" Id="R7afe3ffadb3441fa" /><Relationship Type="http://schemas.openxmlformats.org/officeDocument/2006/relationships/image" Target="/ppt/media/image5.png" Id="Rdb094cd8d11141a1" /><Relationship Type="http://schemas.openxmlformats.org/officeDocument/2006/relationships/notesSlide" Target="/ppt/notesSlides/notesSlide6.xml" Id="Rbf8d6a1f05dc46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c8c463aa5a4409" /><Relationship Type="http://schemas.openxmlformats.org/officeDocument/2006/relationships/image" Target="/ppt/media/image6.png" Id="R9ebf1ed807fc4508" /><Relationship Type="http://schemas.openxmlformats.org/officeDocument/2006/relationships/image" Target="/ppt/media/image7.png" Id="R41b21aec75844880" /><Relationship Type="http://schemas.openxmlformats.org/officeDocument/2006/relationships/image" Target="/ppt/media/image8.png" Id="Rb96f129c3e114046" /><Relationship Type="http://schemas.openxmlformats.org/officeDocument/2006/relationships/notesSlide" Target="/ppt/notesSlides/notesSlide7.xml" Id="R02279f6b80c949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4a196383574e20" /><Relationship Type="http://schemas.openxmlformats.org/officeDocument/2006/relationships/image" Target="/ppt/media/image4.jpeg" Id="R605ef822d7954046" /><Relationship Type="http://schemas.openxmlformats.org/officeDocument/2006/relationships/image" Target="/ppt/media/image9.png" Id="R93d28d6e59384ac7" /><Relationship Type="http://schemas.openxmlformats.org/officeDocument/2006/relationships/notesSlide" Target="/ppt/notesSlides/notesSlide8.xml" Id="R609e1fd9890541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2c62d7d1f574ea6" /><Relationship Type="http://schemas.openxmlformats.org/officeDocument/2006/relationships/image" Target="/ppt/media/image5.jpeg" Id="Rc134cd78494d4dfc" /><Relationship Type="http://schemas.openxmlformats.org/officeDocument/2006/relationships/image" Target="/ppt/media/image10.png" Id="R3ed66cc33f2743aa" /><Relationship Type="http://schemas.openxmlformats.org/officeDocument/2006/relationships/notesSlide" Target="/ppt/notesSlides/notesSlide9.xml" Id="Re9c812eec0f3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5e8f423279430b" /><Relationship Type="http://schemas.openxmlformats.org/officeDocument/2006/relationships/image" Target="/ppt/media/image6.jpeg" Id="Rbb47bcdac4404c06" /><Relationship Type="http://schemas.openxmlformats.org/officeDocument/2006/relationships/image" Target="/ppt/media/image11.png" Id="Re628eca630f04774" /><Relationship Type="http://schemas.openxmlformats.org/officeDocument/2006/relationships/notesSlide" Target="/ppt/notesSlides/notesSlide10.xml" Id="R83f1e995726f4c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9ac4af708143b9" /><Relationship Type="http://schemas.openxmlformats.org/officeDocument/2006/relationships/image" Target="/ppt/media/image7.jpeg" Id="Rb5c14c0288b94aa4" /><Relationship Type="http://schemas.openxmlformats.org/officeDocument/2006/relationships/image" Target="/ppt/media/image2.png" Id="R248f71b0e23240d1" /><Relationship Type="http://schemas.openxmlformats.org/officeDocument/2006/relationships/notesSlide" Target="/ppt/notesSlides/notesSlide11.xml" Id="R8e14bae4103542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60a94197504036" /><Relationship Type="http://schemas.openxmlformats.org/officeDocument/2006/relationships/image" Target="/ppt/media/image12.png" Id="Rf23fff02136a4537" /><Relationship Type="http://schemas.openxmlformats.org/officeDocument/2006/relationships/image" Target="/ppt/media/image5.png" Id="Rf28b7a0912f14366" /><Relationship Type="http://schemas.openxmlformats.org/officeDocument/2006/relationships/notesSlide" Target="/ppt/notesSlides/notesSlide12.xml" Id="R737895a2fcb041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dcda49b7bc445a" /><Relationship Type="http://schemas.openxmlformats.org/officeDocument/2006/relationships/image" Target="/ppt/media/image13.png" Id="Rb6043951e7ea4a34" /><Relationship Type="http://schemas.openxmlformats.org/officeDocument/2006/relationships/image" Target="/ppt/media/image9.png" Id="R2c49f837c60c43f7" /><Relationship Type="http://schemas.openxmlformats.org/officeDocument/2006/relationships/notesSlide" Target="/ppt/notesSlides/notesSlide13.xml" Id="Rb786478751e34a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46971d83c24d89" /><Relationship Type="http://schemas.openxmlformats.org/officeDocument/2006/relationships/image" Target="/ppt/media/image14.png" Id="R2e680912a59b4d22" /><Relationship Type="http://schemas.openxmlformats.org/officeDocument/2006/relationships/image" Target="/ppt/media/image2.png" Id="Rfd65f92fc75442ce" /><Relationship Type="http://schemas.openxmlformats.org/officeDocument/2006/relationships/notesSlide" Target="/ppt/notesSlides/notesSlide14.xml" Id="Rd3a66ab5dcdd4b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d056f5e84344b4" /><Relationship Type="http://schemas.openxmlformats.org/officeDocument/2006/relationships/image" Target="/ppt/media/image15.png" Id="Rca7bf4f2f1d24c25" /><Relationship Type="http://schemas.openxmlformats.org/officeDocument/2006/relationships/image" Target="/ppt/media/image16.png" Id="Re8359975d9ce4a0c" /><Relationship Type="http://schemas.openxmlformats.org/officeDocument/2006/relationships/notesSlide" Target="/ppt/notesSlides/notesSlide15.xml" Id="R74119075132646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5adebf615b4091" /><Relationship Type="http://schemas.openxmlformats.org/officeDocument/2006/relationships/image" Target="/ppt/media/image8.jpeg" Id="Re3f9986f8f4741fa" /><Relationship Type="http://schemas.openxmlformats.org/officeDocument/2006/relationships/image" Target="/ppt/media/image6.png" Id="Rc4a95d249c714e84" /><Relationship Type="http://schemas.openxmlformats.org/officeDocument/2006/relationships/notesSlide" Target="/ppt/notesSlides/notesSlide16.xml" Id="R85beebfe659f45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5eb3ea3a214015" /><Relationship Type="http://schemas.openxmlformats.org/officeDocument/2006/relationships/image" Target="/ppt/media/image9.jpeg" Id="R1b38f28dec514908" /><Relationship Type="http://schemas.openxmlformats.org/officeDocument/2006/relationships/image" Target="/ppt/media/image5.png" Id="R832ac3bac879475a" /><Relationship Type="http://schemas.openxmlformats.org/officeDocument/2006/relationships/notesSlide" Target="/ppt/notesSlides/notesSlide17.xml" Id="R4354b738039e46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30a455bf9b4325" /><Relationship Type="http://schemas.openxmlformats.org/officeDocument/2006/relationships/image" Target="/ppt/media/image10.jpeg" Id="Reef5b4e396dc45d2" /><Relationship Type="http://schemas.openxmlformats.org/officeDocument/2006/relationships/image" Target="/ppt/media/image11.jpeg" Id="R006ee1da21324081" /><Relationship Type="http://schemas.openxmlformats.org/officeDocument/2006/relationships/image" Target="/ppt/media/image10.png" Id="R51111fc092dc49f2" /><Relationship Type="http://schemas.openxmlformats.org/officeDocument/2006/relationships/notesSlide" Target="/ppt/notesSlides/notesSlide18.xml" Id="R7ec7fd76d8e343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e8f2ed8bbb4694" /><Relationship Type="http://schemas.openxmlformats.org/officeDocument/2006/relationships/image" Target="/ppt/media/image12.jpeg" Id="R65e8290e21ea4ca3" /><Relationship Type="http://schemas.openxmlformats.org/officeDocument/2006/relationships/image" Target="/ppt/media/image13.jpeg" Id="Rb73c864f7c4d4cd1" /><Relationship Type="http://schemas.openxmlformats.org/officeDocument/2006/relationships/image" Target="/ppt/media/image6.png" Id="R47ad6e38beff4f8f" /><Relationship Type="http://schemas.openxmlformats.org/officeDocument/2006/relationships/notesSlide" Target="/ppt/notesSlides/notesSlide19.xml" Id="R3c06bedc5fff49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f9be3cd1b64540" /><Relationship Type="http://schemas.openxmlformats.org/officeDocument/2006/relationships/image" Target="/ppt/media/image14.jpeg" Id="R97e79decb7974f50" /><Relationship Type="http://schemas.openxmlformats.org/officeDocument/2006/relationships/image" Target="/ppt/media/image17.png" Id="Rf768eb3373e84c10" /><Relationship Type="http://schemas.openxmlformats.org/officeDocument/2006/relationships/notesSlide" Target="/ppt/notesSlides/notesSlide20.xml" Id="R8e3ed67fba6e44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f1758cba6284326" /><Relationship Type="http://schemas.openxmlformats.org/officeDocument/2006/relationships/image" Target="/ppt/media/image15.jpeg" Id="R50fe4ab812574832" /><Relationship Type="http://schemas.openxmlformats.org/officeDocument/2006/relationships/image" Target="/ppt/media/image11.png" Id="R43a9199fb9da4e43" /><Relationship Type="http://schemas.openxmlformats.org/officeDocument/2006/relationships/notesSlide" Target="/ppt/notesSlides/notesSlide21.xml" Id="Rceaa9de8df164e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45abba86ed401f" /><Relationship Type="http://schemas.openxmlformats.org/officeDocument/2006/relationships/image" Target="/ppt/media/image16.jpeg" Id="R2bdba11772404c1f" /><Relationship Type="http://schemas.openxmlformats.org/officeDocument/2006/relationships/image" Target="/ppt/media/image10.png" Id="Ra7a548ed541948a0" /><Relationship Type="http://schemas.openxmlformats.org/officeDocument/2006/relationships/notesSlide" Target="/ppt/notesSlides/notesSlide22.xml" Id="R34a72a4b1d7642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95d0744f5c4c9f" /><Relationship Type="http://schemas.openxmlformats.org/officeDocument/2006/relationships/image" Target="/ppt/media/image17.jpeg" Id="R905db4a9d72b441f" /><Relationship Type="http://schemas.openxmlformats.org/officeDocument/2006/relationships/image" Target="/ppt/media/image2.png" Id="Rfa0b0294e80743d2" /><Relationship Type="http://schemas.openxmlformats.org/officeDocument/2006/relationships/notesSlide" Target="/ppt/notesSlides/notesSlide23.xml" Id="R6e6fb652a1c247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05cb006944407d" /><Relationship Type="http://schemas.openxmlformats.org/officeDocument/2006/relationships/image" Target="/ppt/media/image18.jpeg" Id="R8f8f7b218da24a62" /><Relationship Type="http://schemas.openxmlformats.org/officeDocument/2006/relationships/image" Target="/ppt/media/image5.png" Id="R9d0dfd862ba3402f" /><Relationship Type="http://schemas.openxmlformats.org/officeDocument/2006/relationships/notesSlide" Target="/ppt/notesSlides/notesSlide24.xml" Id="Rd71058f1df004b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b406a0c0304e9c" /><Relationship Type="http://schemas.openxmlformats.org/officeDocument/2006/relationships/image" Target="/ppt/media/image19.jpeg" Id="R49a22c268dcc4a63" /><Relationship Type="http://schemas.openxmlformats.org/officeDocument/2006/relationships/image" Target="/ppt/media/image6.png" Id="Rb6887bb8548e4bb0" /><Relationship Type="http://schemas.openxmlformats.org/officeDocument/2006/relationships/notesSlide" Target="/ppt/notesSlides/notesSlide25.xml" Id="R6e6a23e3933241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8b30981b864bc1" /><Relationship Type="http://schemas.openxmlformats.org/officeDocument/2006/relationships/image" Target="/ppt/media/image20.jpeg" Id="R9e89919dbfe64f06" /><Relationship Type="http://schemas.openxmlformats.org/officeDocument/2006/relationships/image" Target="/ppt/media/image9.png" Id="R043277c1f46943f0" /><Relationship Type="http://schemas.openxmlformats.org/officeDocument/2006/relationships/notesSlide" Target="/ppt/notesSlides/notesSlide26.xml" Id="Rfa2e9f624ec847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4206f8e8734232" /><Relationship Type="http://schemas.openxmlformats.org/officeDocument/2006/relationships/image" Target="/ppt/media/image18.png" Id="R74252e973d1243cf" /><Relationship Type="http://schemas.openxmlformats.org/officeDocument/2006/relationships/image" Target="/ppt/media/image19.png" Id="Re73eab81ffbb47fc" /><Relationship Type="http://schemas.openxmlformats.org/officeDocument/2006/relationships/notesSlide" Target="/ppt/notesSlides/notesSlide27.xml" Id="R730f5864acc545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C86C353-20B2-4DC2-9403-A8F63E7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612900"/>
            <a:ext cx="167640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DOCUMENT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83D5F0A-8F34-42E6-9242-F6558C72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SMART DMS </a:t>
            </a:r>
            <a:r>
              <a:t>PORTAL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B098F5B-FA41-4A9C-B607-2624E39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2425700"/>
            <a:ext cx="410908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</a:t>
            </a:r>
            <a:endParaRPr sz="23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40"/>
              </a:spcBef>
              <a:buNone/>
            </a:pP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Document submission, approval, access, reporting and </a:t>
            </a: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audit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273B531-9BF7-4F5F-B4DD-3C19E33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467099"/>
            <a:ext cx="6595109" cy="812800"/>
          </a:xfrm>
          <a:custGeom xmlns:a="http://schemas.openxmlformats.org/drawingml/2006/main">
            <a:rect l="l" t="t" r="r" b="b"/>
            <a:pathLst>
              <a:path w="6595109" h="812800">
                <a:moveTo>
                  <a:pt x="65059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723900"/>
                </a:lnTo>
                <a:lnTo>
                  <a:pt x="6979" y="758523"/>
                </a:lnTo>
                <a:lnTo>
                  <a:pt x="26021" y="786778"/>
                </a:lnTo>
                <a:lnTo>
                  <a:pt x="54276" y="805820"/>
                </a:lnTo>
                <a:lnTo>
                  <a:pt x="88900" y="812800"/>
                </a:lnTo>
                <a:lnTo>
                  <a:pt x="6505900" y="812800"/>
                </a:lnTo>
                <a:lnTo>
                  <a:pt x="6540523" y="805820"/>
                </a:lnTo>
                <a:lnTo>
                  <a:pt x="6568779" y="786778"/>
                </a:lnTo>
                <a:lnTo>
                  <a:pt x="6587820" y="758523"/>
                </a:lnTo>
                <a:lnTo>
                  <a:pt x="6594800" y="723900"/>
                </a:lnTo>
                <a:lnTo>
                  <a:pt x="6594800" y="88900"/>
                </a:lnTo>
                <a:lnTo>
                  <a:pt x="6587820" y="54276"/>
                </a:lnTo>
                <a:lnTo>
                  <a:pt x="6568779" y="26021"/>
                </a:lnTo>
                <a:lnTo>
                  <a:pt x="6540523" y="6979"/>
                </a:lnTo>
                <a:lnTo>
                  <a:pt x="65059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1" name="object 6"/>
          <p:cNvGraphicFramePr/>
          <p:nvPr/>
        </p:nvGraphicFramePr>
        <p:xfrm>
          <a:off xmlns:a="http://schemas.openxmlformats.org/drawingml/2006/main" x="628650" y="3641823"/>
          <a:ext xmlns:a="http://schemas.openxmlformats.org/drawingml/2006/main" cx="5569583" cy="38227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710"/>
                <a:gridCol w="1287144"/>
                <a:gridCol w="1725929"/>
                <a:gridCol w="1066800"/>
              </a:tblGrid>
              <a:tr h="184150">
                <a:tc>
                  <a:txBody>
                    <a:bodyPr/>
                    <a:lstStyle/>
                    <a:p>
                      <a:pPr marL="3175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DOCUMENT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EFFECTIVE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Team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</a:tr>
            </a:tbl>
          </a:graphicData>
        </a:graphic>
      </p:graphicFrame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2629D83-EC10-4047-A029-9AA600B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45973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07056AF-90DB-444A-9CC8-0CA7227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1B65606-4850-41FD-9962-F56B97C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1270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f5cf1a5a24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457199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2CB9AD6-B936-4D41-93BF-BC289E8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9777600"/>
            <a:ext cx="6595109" cy="63500"/>
          </a:xfrm>
          <a:custGeom xmlns:a="http://schemas.openxmlformats.org/drawingml/2006/main">
            <a:rect l="l" t="t" r="r" b="b"/>
            <a:pathLst>
              <a:path w="6595109" h="63500">
                <a:moveTo>
                  <a:pt x="6594800" y="0"/>
                </a:moveTo>
                <a:lnTo>
                  <a:pt x="0" y="0"/>
                </a:lnTo>
                <a:lnTo>
                  <a:pt x="0" y="63500"/>
                </a:lnTo>
                <a:lnTo>
                  <a:pt x="6594800" y="63500"/>
                </a:lnTo>
                <a:lnTo>
                  <a:pt x="65948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22656CB-433B-4056-B6EB-EDE99B3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955400"/>
            <a:ext cx="22929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ZF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PVT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6730F8-E866-4800-ADF3-66428BC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70" y="9968100"/>
            <a:ext cx="77152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only</a:t>
            </a:r>
            <a:endParaRPr sz="8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52576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93BAC9-2B2B-4146-A7E6-B3C69DA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A1EFF59-9692-4422-8A21-E219359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5F2C6B0-DE3B-4E06-8C1B-C428773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21DBF1-A80B-4380-B1D6-184C1D2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8A057F6-871A-4862-A7DC-A4484F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5719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D9BBEBE-8708-4E8B-BA2F-D1C0837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37A443-8E62-4851-AD3D-2C37A1F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43395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90" name="object 11"/>
          <p:cNvGraphicFramePr/>
          <p:nvPr/>
        </p:nvGraphicFramePr>
        <p:xfrm>
          <a:off xmlns:a="http://schemas.openxmlformats.org/drawingml/2006/main" x="479425" y="1607184"/>
          <a:ext xmlns:a="http://schemas.openxmlformats.org/drawingml/2006/main" cx="6591300" cy="137985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2209800"/>
                <a:gridCol w="1092200"/>
                <a:gridCol w="2197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title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Manual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number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date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Prepared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ZF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Rane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Automotive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India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PVT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LTD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SGD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Classification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Internal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guide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v2.0.0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Source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1432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UI,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supplied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workflow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screenshots,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reference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deck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60C61B-F71F-4229-B905-A765607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169919"/>
            <a:ext cx="57594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Contents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48B04EC-EAED-473F-B1F1-6A7803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6CC8596-B9D3-446D-B7B4-8B2D567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E7987F2-08A2-4C50-B023-F705E06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31FDE0B-D4B7-46CF-BB27-910207A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59"/>
            <a:ext cx="139700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contents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31E8B81-A461-4E77-BA04-BEC6D2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36398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8058EEE-B86B-402B-A46A-2A53C2A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43D295E-30DF-4A06-8BCB-2562D1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BF4E65C9-EBA0-45CA-8D42-30E51E0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0D36754E-C27D-4CAB-8010-4705AA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2759"/>
            <a:ext cx="152336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levels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94CD0850-E3D7-4493-AB0F-6F402B7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2240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A1043B1-4DE0-4298-BF72-97D77F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BA016C3-EE89-4A26-9F80-36F264E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32952707-F04A-4260-9523-DF42C45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BF2D09F8-E5B7-40B4-8A84-861D49D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959"/>
            <a:ext cx="130873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End-to-end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overview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E5A3707-F89E-46C6-9E04-AC9E110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8082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AC43C8F0-7055-4063-A907-790259A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526669E-6B4A-46AF-8128-C60F3FC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8FC6EC3-71C3-48C7-93DC-E9132D7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ECCD717D-B8EE-4F95-ABAA-2F94989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159"/>
            <a:ext cx="117094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AF78926-532A-4C07-B52F-EB1DA24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3924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B0E1EEA8-1A36-4FCF-A58D-3D7C113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1AAE637-31A0-4CCB-93D3-BB80E38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9177C75-CDB1-4B29-869C-5050A31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9893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0951D7C-DEF2-4472-B5E5-C0FA5B3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5359"/>
            <a:ext cx="1688464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submission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285EDB57-CDB1-4E03-9DC3-38A1751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9766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09D6DEE-0FA9-44C4-A8DE-9A6C1D4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762145F5-2C1E-41E4-9372-EC74161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D7BE4AB-BA18-4D50-8C83-E025270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961253CE-8A45-445A-BE2B-88B55BD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18559"/>
            <a:ext cx="13252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tracking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DC99353-66C9-4FDC-A956-D9C060C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36398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C6B4DB71-CDBB-4C5E-87CF-D06A0B1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8D170C0-6F2C-4B44-B4A5-982F89D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EACFC2CE-5133-4CB8-BDE9-022E4F7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7760CD49-DEF9-4AE4-8233-1D2B0EB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302759"/>
            <a:ext cx="150685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repositories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3631F192-6C93-4B06-9BB0-E652C5B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2240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9F281E64-20E2-417C-8605-75CA4C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681F75D5-8CD0-490B-B5F2-F81DEF5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51CA9088-FF38-437B-A3DD-1AE3A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7C4327F9-FFAF-470F-93CC-B28EBFD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86959"/>
            <a:ext cx="125920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Reports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4EEB5974-3C7D-4DCC-948E-372B7B1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8082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FF5C6823-55DD-4BBD-8BAA-36DD385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3BC3760B-678F-4F12-9D39-FC9C4E3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AD85C2E0-F44E-4FC4-8C37-BE034F8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68CE8956-654A-485E-8386-335A233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471159"/>
            <a:ext cx="178816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administration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FE0B3B6F-334A-4648-AF13-5BF46C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3924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22-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1EA54404-F6D5-4561-9C3F-1A82B8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62430914-D1D3-4E4B-9495-57058DD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250BE1EC-2FB6-4C99-BD96-00D66D2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26" y="5989319"/>
            <a:ext cx="131445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AD800FFA-81B7-4DCB-B599-C54439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6055359"/>
            <a:ext cx="21126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Notifications,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profile,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logout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troubleshooting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AB3D28D4-4756-46F8-AB27-5CF8AC7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9766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74" name="object 74">
            <a:extLst xmlns:a="http://schemas.openxmlformats.org/drawingml/2006/main">
              <a:ext uri="{FF2B5EF4-FFF2-40B4-BE49-F238E27FC236}">
                <a16:creationId xmlns:a16="http://schemas.microsoft.com/office/drawing/2014/main" id="{04CBA2FD-A718-4463-AFD6-9A7E454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4F3C4F1D-D0B8-47D5-96C0-12A5D65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DBD34500-A5B7-4894-8C58-B9AD737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77FCE935-774A-41C8-B14B-585FE8A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96132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Controlled-copy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41910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Screenshots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representative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configured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D70F856B-E097-47C5-A21B-84C60CB34E4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D654DA89-12CC-4088-B563-CC705E127F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095622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E9BB3FB-D374-4E76-A6F5-3B9F73D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3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AB3D4E-1655-42A8-960A-7BB362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FA135E7-583B-4BEC-9222-476C208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ED57D6F-2D5D-4981-B580-B6D72AA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F7EBBFF-3924-4400-837E-BE7865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2326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AB63C-F1B9-495A-A86C-70DEC9A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A49CEB0-AA41-4273-AAC0-BD537AB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998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safely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consistently.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756F64E-89FC-461B-955C-BD42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764950C-4091-4B8A-B7C1-28CEDB2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73B1C70-5651-4B1A-81B8-B338879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63500" cy="1098309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4EB2864-5C63-4D62-A512-058C373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60" y="1711959"/>
            <a:ext cx="3031334" cy="943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12300"/>
              </a:lnSpc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To digitally centralize, control, and secure organizational documents through a standardized approval and version management system.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3EA4A65-A7D8-4443-ADE1-6D2C20A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FD472BA-513C-4541-A177-93B7D1E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682F650-2657-4AB3-BD9D-8F29162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63500" cy="1095723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ADAD2030-8C1E-4FCC-B30E-92F0410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31" y="1704767"/>
            <a:ext cx="3043394" cy="104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r>
              <a:rPr sz="1100"/>
              <a:t>Covers the complete document lifecycle—including creation, approval, storage, retrieval, revision, archival, and audit traceability—for all quality and organizational documents across the enterprise.</a:t>
            </a:r>
          </a:p>
        </p:txBody>
      </p:sp>
      <p:graphicFrame>
        <p:nvGraphicFramePr>
          <p:cNvPr id="47" name="object 21"/>
          <p:cNvGraphicFramePr/>
          <p:nvPr/>
        </p:nvGraphicFramePr>
        <p:xfrm>
          <a:off xmlns:a="http://schemas.openxmlformats.org/drawingml/2006/main" x="479425" y="2877184"/>
          <a:ext xmlns:a="http://schemas.openxmlformats.org/drawingml/2006/main" cx="659130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590800"/>
                <a:gridCol w="2324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HOD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edit/delete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where configured.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after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treated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Assistant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first-stage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workspace.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select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recipients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with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comments.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L3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Procedure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plans,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checklists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other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L4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Checklists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only.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High-level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roles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74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Supervisor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Archive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Log.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still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follow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Full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including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People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directory.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capability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oversight.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A71C0-2056-49E4-A885-B4E33B7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9FA58E6-7B2D-4ED3-8865-153E3BA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D9F3C9B8-8B55-4859-B68E-4A3660C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20C004-E91D-4426-9D9A-E96E56F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239771"/>
            <a:ext cx="649287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700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Key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distinction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248240C-B7EB-4427-BE3B-A9641EE9804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C11233E-1B2E-4176-BA31-C5D74F2CC2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67792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AB79E8D-3CE1-426D-A818-6FAD929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1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094ED18-85F7-43C2-A0CD-EE546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E7C581C-5845-41F2-85C2-77C21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38FFECB-CEDC-49DF-B7D4-A4B374A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A60044-5B70-4A0C-B11C-BB4CE19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46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863E0D8-F37F-4879-9372-D1807D9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87C7499-46F9-486A-8A12-20F022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10515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two-stage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782C512-ACCB-4F5F-925B-0B03E1B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5954F22E-998D-434F-BAB9-BDE9FC3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634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94758EB-FD0D-4120-96E2-5805E6E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EF5DF28-FF9D-4050-8FE8-480AB8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0880E61-DA08-4404-9EA1-84962B8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143760"/>
            <a:ext cx="7664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58AAC0C-2A74-4E5C-8686-92713E8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60E79ED3-265A-43E9-A3A4-5FCBFC2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97B304A-AD00-403D-BB22-E8FCE7E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CF02300-4B8F-445E-BB26-A36771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B71AC-F2E6-432C-A7EA-8030865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0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FAE3D0C-E5B2-4F9B-B884-E05F082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9E66C3F-9163-4E99-9AD7-9579E9B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9259"/>
            <a:ext cx="310007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2261235" algn="l"/>
              </a:tabLst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in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	Choose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880CBFA-04C4-481C-A712-E69EE67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2143760"/>
            <a:ext cx="11950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52551CC-DECA-46BA-8306-227887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3CE9FE81-60E1-4DBB-8F92-5D556A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BFAEA14-A4B5-448F-BA94-B35D0B3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313D9C35-F0D1-4301-86C5-FECE31F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43DD6BB-7725-4895-A65F-BFDE319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2AE35208-301B-4B7D-A33B-C7883D9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FA24FA2-B809-428D-84B2-C56652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1699259"/>
            <a:ext cx="6229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41A4E3B-1DD0-4746-A662-D6FAC98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2143760"/>
            <a:ext cx="13855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Office/PDF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8A5627D-1002-4624-A088-083D43D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484501C-9D6A-4A73-B6C7-6080671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AEAA1155-D537-47A4-A6F6-6A4EBAF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6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169CB2E-A488-4A28-BAE5-B24504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A5E8D04F-C64C-438B-8966-273D2D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059"/>
            <a:ext cx="7816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metadata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ED6A798-4FB5-4ACA-B417-E5CE9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3845559"/>
            <a:ext cx="13569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E8538EE-F81C-405E-9A4C-A586D16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FDE0C7B-0730-4B3C-BFC6-1F9C0E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B80C3B-5348-4365-8406-7E510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E4BC0DA9-B169-4FC7-AF25-8757BD7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5D248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B032DAE-4FD7-4F39-9D90-67016E6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5" name="object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EFA90818-C7E8-4D2A-8580-DEFD1A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55C3738F-FE92-412F-AC96-176D2D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3401059"/>
            <a:ext cx="41275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B68BF66-364D-418A-9D6E-A04DAB1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3845559"/>
            <a:ext cx="11836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becomes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0F32C0B0-DCE7-4163-A8AF-B57BD77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63C92735-5C4B-469E-BA0D-E51884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D0C0A9F3-3455-4738-9B8B-8BC34C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02368A11-AB0C-4AF7-AE9D-FCCDE8E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306E6561-5311-45BD-80C9-8915C67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4" name="object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1BDCF055-DAF8-485F-B1F8-3DE3AE5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F19ED221-4BE4-4DB2-A7B5-54F4FF9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34010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DC312A5D-D877-4E81-9BF7-18BD67B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3845559"/>
            <a:ext cx="15944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6EDF264D-1B8A-4535-9E71-ABC746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5F283C8-216F-4E84-90B8-150774B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69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1C6B6B8C-3B79-4FE3-B8EA-3FDA68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object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56394539-2914-4611-A695-0F16026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B9992F13-2E51-496E-86E2-54069B2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8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3" name="object 73">
            <a:extLst xmlns:a="http://schemas.openxmlformats.org/drawingml/2006/main">
              <a:ext uri="{FF2B5EF4-FFF2-40B4-BE49-F238E27FC236}">
                <a16:creationId xmlns:a16="http://schemas.microsoft.com/office/drawing/2014/main" id="{AA1E188C-6D00-4229-943A-878969C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5547359"/>
            <a:ext cx="10617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6576B4BA-86D4-4126-A8CD-9DABA7C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EB27D35A-986C-427A-BC8F-1217ECE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D8578821-FCB9-46BB-9E94-A2A33EE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5C094BA5-7EF3-4062-947C-690CD3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36529D0F-3DD3-43D3-83E5-E48869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0" name="object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object 81">
            <a:extLst xmlns:a="http://schemas.openxmlformats.org/drawingml/2006/main">
              <a:ext uri="{FF2B5EF4-FFF2-40B4-BE49-F238E27FC236}">
                <a16:creationId xmlns:a16="http://schemas.microsoft.com/office/drawing/2014/main" id="{F857BF10-AA02-4CAB-B766-65EB7BC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82" name="object 82">
            <a:extLst xmlns:a="http://schemas.openxmlformats.org/drawingml/2006/main">
              <a:ext uri="{FF2B5EF4-FFF2-40B4-BE49-F238E27FC236}">
                <a16:creationId xmlns:a16="http://schemas.microsoft.com/office/drawing/2014/main" id="{E9B529E8-B9A8-4440-88BB-934C90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5102859"/>
            <a:ext cx="8324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83" name="object 83">
            <a:extLst xmlns:a="http://schemas.openxmlformats.org/drawingml/2006/main">
              <a:ext uri="{FF2B5EF4-FFF2-40B4-BE49-F238E27FC236}">
                <a16:creationId xmlns:a16="http://schemas.microsoft.com/office/drawing/2014/main" id="{D70F3774-EC30-4D08-909B-31C61F4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5547359"/>
            <a:ext cx="14554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analyze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85" name="object 85">
            <a:extLst xmlns:a="http://schemas.openxmlformats.org/drawingml/2006/main">
              <a:ext uri="{FF2B5EF4-FFF2-40B4-BE49-F238E27FC236}">
                <a16:creationId xmlns:a16="http://schemas.microsoft.com/office/drawing/2014/main" id="{989B11FE-7CE8-493E-9665-CCC13E1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object 86">
            <a:extLst xmlns:a="http://schemas.openxmlformats.org/drawingml/2006/main">
              <a:ext uri="{FF2B5EF4-FFF2-40B4-BE49-F238E27FC236}">
                <a16:creationId xmlns:a16="http://schemas.microsoft.com/office/drawing/2014/main" id="{CE40B2D6-A0B1-442B-8BB3-9C4B022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object 87">
            <a:extLst xmlns:a="http://schemas.openxmlformats.org/drawingml/2006/main">
              <a:ext uri="{FF2B5EF4-FFF2-40B4-BE49-F238E27FC236}">
                <a16:creationId xmlns:a16="http://schemas.microsoft.com/office/drawing/2014/main" id="{99AC0566-3FFE-4CDE-87A2-4D41066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object 88">
            <a:extLst xmlns:a="http://schemas.openxmlformats.org/drawingml/2006/main">
              <a:ext uri="{FF2B5EF4-FFF2-40B4-BE49-F238E27FC236}">
                <a16:creationId xmlns:a16="http://schemas.microsoft.com/office/drawing/2014/main" id="{8A2294F7-69C4-4F0A-8A4D-795747A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object 89">
            <a:extLst xmlns:a="http://schemas.openxmlformats.org/drawingml/2006/main">
              <a:ext uri="{FF2B5EF4-FFF2-40B4-BE49-F238E27FC236}">
                <a16:creationId xmlns:a16="http://schemas.microsoft.com/office/drawing/2014/main" id="{59FF9936-7408-4DA2-B761-CBA4B96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9" name="object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3679edb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object 91">
            <a:extLst xmlns:a="http://schemas.openxmlformats.org/drawingml/2006/main">
              <a:ext uri="{FF2B5EF4-FFF2-40B4-BE49-F238E27FC236}">
                <a16:creationId xmlns:a16="http://schemas.microsoft.com/office/drawing/2014/main" id="{01B335FA-5D59-4BA8-A9A0-0D15D66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92" name="object 92">
            <a:extLst xmlns:a="http://schemas.openxmlformats.org/drawingml/2006/main">
              <a:ext uri="{FF2B5EF4-FFF2-40B4-BE49-F238E27FC236}">
                <a16:creationId xmlns:a16="http://schemas.microsoft.com/office/drawing/2014/main" id="{5236A962-67B8-4D84-B2E3-111A73B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5102859"/>
            <a:ext cx="9150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93" name="object 93">
            <a:extLst xmlns:a="http://schemas.openxmlformats.org/drawingml/2006/main">
              <a:ext uri="{FF2B5EF4-FFF2-40B4-BE49-F238E27FC236}">
                <a16:creationId xmlns:a16="http://schemas.microsoft.com/office/drawing/2014/main" id="{12488739-2926-48D2-98D1-36B83E3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5547359"/>
            <a:ext cx="128778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restore/log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5" name="object 95">
            <a:extLst xmlns:a="http://schemas.openxmlformats.org/drawingml/2006/main">
              <a:ext uri="{FF2B5EF4-FFF2-40B4-BE49-F238E27FC236}">
                <a16:creationId xmlns:a16="http://schemas.microsoft.com/office/drawing/2014/main" id="{D4F99E7B-96F5-4BC8-8120-7A6326A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object 96">
            <a:extLst xmlns:a="http://schemas.openxmlformats.org/drawingml/2006/main">
              <a:ext uri="{FF2B5EF4-FFF2-40B4-BE49-F238E27FC236}">
                <a16:creationId xmlns:a16="http://schemas.microsoft.com/office/drawing/2014/main" id="{55B1B817-E955-4751-A8E6-85BD6F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object 97">
            <a:extLst xmlns:a="http://schemas.openxmlformats.org/drawingml/2006/main">
              <a:ext uri="{FF2B5EF4-FFF2-40B4-BE49-F238E27FC236}">
                <a16:creationId xmlns:a16="http://schemas.microsoft.com/office/drawing/2014/main" id="{19586FFB-A8FF-448C-B8E0-58EE16C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object 98">
            <a:extLst xmlns:a="http://schemas.openxmlformats.org/drawingml/2006/main">
              <a:ext uri="{FF2B5EF4-FFF2-40B4-BE49-F238E27FC236}">
                <a16:creationId xmlns:a16="http://schemas.microsoft.com/office/drawing/2014/main" id="{AF65E1CE-F672-4919-B4D3-DFA19A4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38371"/>
            <a:ext cx="6496050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30175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30175" marR="36004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either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include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knows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9" name="object 99">
            <a:extLst xmlns:a="http://schemas.openxmlformats.org/drawingml/2006/main">
              <a:ext uri="{FF2B5EF4-FFF2-40B4-BE49-F238E27FC236}">
                <a16:creationId xmlns:a16="http://schemas.microsoft.com/office/drawing/2014/main" id="{A6AB7D32-DFCA-4CE1-B515-BD4BA5F76A4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100" name="object 100">
            <a:extLst xmlns:a="http://schemas.openxmlformats.org/drawingml/2006/main">
              <a:ext uri="{FF2B5EF4-FFF2-40B4-BE49-F238E27FC236}">
                <a16:creationId xmlns:a16="http://schemas.microsoft.com/office/drawing/2014/main" id="{F0A00BBE-907A-4697-B01D-1EA869D6088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89673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3EE1AB8-C6F2-4B83-9FBF-46E95B4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3541196-730E-4691-9563-0E14E7B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61C831-634B-4F89-B82A-CD44B64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3FAFBAE-44DD-4B05-8758-323995C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41148BD-28CF-4FD7-B178-8D2CE1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170815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to the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8C435C4-8110-44C4-A24E-92E0680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4A0F1E1-1F61-40A0-94CE-7C047B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6187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supplied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0AC800F-981D-4372-BAA5-00FBB38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F1E0294-65A5-49D1-A0F4-993DC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13436F3-F845-44FB-A4B4-1582657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3500" y="2840573"/>
                </a:move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68e9b2da9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84" y="1623060"/>
            <a:ext cx="6535830" cy="2815172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A6B2EF87-BA6E-42B8-91B1-E8FAC28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544" y="4501732"/>
            <a:ext cx="17849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Smart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login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46CB46-45A4-4C9B-BE1D-6E8F13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8EDF1342-6DDA-4978-9F5F-CBEE9D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490cbafbe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4590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BAB77A81-61D1-496C-91D6-6AAB71E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7384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F98B2A7-5B83-4C0B-B17E-25D26D1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0917"/>
            <a:ext cx="2504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Smart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portal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91634E4-6C5F-4D63-BDDD-B46285D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F295B3-647D-4176-B1F7-B4D6CB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490cbafbe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25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D64EDCD-4876-4E54-959B-6C40444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5390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C8F05B-F4C3-4BC5-8DEB-4EF29B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0976"/>
            <a:ext cx="24441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BE9A5E4-43B0-4874-825C-85C10F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0C0148A-90D6-45E0-AD09-6929BBF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490cbafbe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0602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79C54DB-CBFC-468A-9B2A-568BE7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339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44BB269-B062-433D-957F-EDDBB66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1036"/>
            <a:ext cx="2460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case-sensitive.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credentials.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308518B-D521-4F6E-A87C-21890A5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F03846-1209-4B99-83D4-592A375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490cbafbe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8608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A530B0D-C5E7-4DDB-B7F1-B3CEA3A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1402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DD691D8-87E0-4AD2-BF4E-1AD3596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1097"/>
            <a:ext cx="32385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Master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D466C8B-D676-4336-BFDB-51C7A7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84C6B4E-EDA4-4020-B655-A90536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284789CB-060B-4658-9B0E-EA5FD8C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86E6FD6-BD12-463B-96AA-605934C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3922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problem?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040516F4-FA85-4083-8F02-D4FE8DF4A79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F18E3CE1-EB48-411F-B3A7-8AFC7619E40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47098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2EB8C50-3EF4-41C5-90B8-2AB5CFD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6E5771B-7FB8-432E-B893-E469B40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9380439-FF79-4944-BADF-43B6ABA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0054EBB-7E66-44E0-BEEE-894AF42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E87E40E-B5E4-4BB1-86F3-B2DA95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04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5613039-E86E-483B-9820-88F42E2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E90C259-21B5-4E89-853B-9AD5F99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353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6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b17d31042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59" y="1607184"/>
            <a:ext cx="2910306" cy="37496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A030F90-7704-4F87-9DFA-DC804EB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99" y="5369559"/>
            <a:ext cx="20326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Create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account: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identity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fields</a:t>
            </a:r>
            <a:endParaRPr sz="750">
              <a:latin typeface="Arial"/>
              <a:ea typeface="Arial"/>
              <a:cs typeface="Arial"/>
            </a:endParaRPr>
          </a:p>
        </p:txBody>
      </p:sp>
      <p:pic>
        <p:nvPicPr>
          <p:cNvPr id="6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e3ffadb34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324" y="1607184"/>
            <a:ext cx="3275175" cy="3515713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03B2A28-25DF-4393-965E-AB33189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9" y="5135597"/>
            <a:ext cx="20643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Password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submission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4584EC8-8B5E-4617-A0C1-06E459A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F88DC1-0AF7-467C-B213-634A252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4cd8d111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137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64E7983-EA57-4B19-BD2D-DB8F1CA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4166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47460EB-B293-4243-8C9D-8E7E8E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8743"/>
            <a:ext cx="192278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account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7F2B8E1-0A0A-49C1-8771-3D051AA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26D79955-AC99-4836-9601-26DA595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4cd8d111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937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7029E5A9-DEEC-4911-8C6E-CC90583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2172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4B87A1-D53A-495E-910B-48C8D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8803"/>
            <a:ext cx="36569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Complete identity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fields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official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unique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3A806F-438E-40F1-9501-F93A50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731F12F-2317-4615-9783-A445A83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4cd8d111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738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72E7C2E-64CA-4381-B8B1-FC45BA3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0178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DD44ABF8-D3CD-431D-8B40-D09ED0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8864"/>
            <a:ext cx="31838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8A3A3C3-1092-49C9-9A7E-F49048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B09870B4-17B2-4746-A116-6AB1293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2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4cd8d111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539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4726C4-1403-469B-9B88-89DEC4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818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3A1C617-CFA3-42D1-BA0E-D6D3116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8923"/>
            <a:ext cx="53797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registration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Return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elevated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A8EDD92-A1C5-44A0-9A1F-DA20BD8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E5CDB90-B772-4F87-8C5A-01C2A85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DA6C877E-2C51-4732-8EB9-0F97251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C8BBDF9-F095-4D02-9290-C932C5E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60705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Forgot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password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4511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time-limited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expire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hour.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4B825AF8-9E88-48BE-A942-BBD2852ABE5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8DEED6CB-DD6C-4055-A1B2-7E62DAE1849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380783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7A52BD0-DF18-4EEB-A779-DE2D971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D102BF0-FBE8-41CB-A010-E70ADFF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4BCC6E-0FFD-49C0-8CA3-4CD7A6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EDB996B8-A395-445F-AA94-CD667F0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05F0062-075C-45A9-B2EA-9C73663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2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93D2602-619B-4C12-96EE-C4FDBB1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9CAD39F-BD6F-4611-BCFE-9BE5645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982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645A8B0-F885-4703-99C6-A800916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505575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3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Dashboard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quick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CB15AD1-DDCD-4E25-81F7-D727358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64A9B4E-D530-4F80-A5D6-FB7452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f1ed807f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376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B63B0ED-CA85-46DF-A0D1-9010C16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96553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1073B44-68C9-487B-ADC8-4B1C8F8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82574"/>
            <a:ext cx="2765425" cy="316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Summarty</a:t>
            </a:r>
            <a:endParaRPr sz="850" b="1" spc="-10">
              <a:solidFill>
                <a:srgbClr val="1321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2344E39-A3AB-4404-8B70-ACEAECF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891015-C39D-4966-85B6-A610CE0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f1ed807f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4176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8209C22A-E703-47CA-A5E9-3BDCDE4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44559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EE90672-D194-4563-AFD6-177AC83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62635"/>
            <a:ext cx="35096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quick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Graphics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48784B-F6D4-488B-B4DE-C2041BB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EF3F74B-C3EA-4898-9BE8-4E7D0D0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f1ed807f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8977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EE02D63-1A34-4B75-8858-9955163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92565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2B98E596-24AA-46CE-B163-88053A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42695"/>
            <a:ext cx="27381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and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text,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E4CA9CF-6AE6-4B1B-9AB6-1DF7C89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3004F7B-316B-48C6-94CB-C8562CE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f1ed807f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3778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1F7D6D02-D103-4AD9-9186-EF017BA9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40571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C711B89-7184-431E-A5F0-F8CFCD7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22755"/>
            <a:ext cx="44062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bookmark.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6D7241D-146D-4C58-8047-2359BD5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A04048A-7304-4ABA-BF1B-69DE9E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f1ed807fc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85786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D542946-883A-4620-A589-3419F02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88577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30BE43A-217B-4DA5-9A1B-C6FA5CE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02815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the current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offline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83878C4-399E-4FE8-893B-63A6187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4529167-34F1-43DD-B8BC-0F24C04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8A831F-22E4-400A-A31D-8E34030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EFA4B8FB-BB1C-494D-8B34-191E0F7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931097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Good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practice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concluding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missing.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36FB88E-400D-4442-B856-0CAC69EE39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9144CEA-D333-485F-B921-B44E2590141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pic>
        <p:nvPicPr>
          <p:cNvPr id="102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21aec7584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644" y="1618583"/>
            <a:ext cx="7153180" cy="23812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f129c3e11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644" y="4095750"/>
            <a:ext cx="715318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A6E4D0C-7CBA-43D8-9BA6-6EB398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8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D0709F-E0E9-44B5-B9A0-52BF48D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7571BCD-71DA-46BD-99FE-B958592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3E240C-B288-4007-AF89-06F9F39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245AA320-D31C-44FB-9EAD-987FD1C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686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Metadata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2D054B9-7CF4-41F6-B53A-1417C2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C1E41D0-2772-44C5-B30E-B951049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19779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78310AA-0745-4646-8C7D-E50C44B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6DC7283-4A6A-49ED-90E4-BAC105E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CCB698-DD82-43A1-BFE9-F19CD05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ef822d795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CBA6E2E-A430-4274-A555-469D010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30" y="4478876"/>
            <a:ext cx="23971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selection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of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F457BD2-0B7F-4C20-A1A2-F63721F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606E9F82-CAE5-49CD-B3B0-489E8DD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8d6e5938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5E94A70-587D-4ED4-9C8A-B0F2E47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2553C3B-DA4A-49B9-9800-FAF51F7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2866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more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Drag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drop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zone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FA227F4-4671-45CA-B0F2-FCEB7DC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995A04-1C40-4E71-A99D-638C09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8d6e5938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3C650CD-0908-4471-AD96-143ABCE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A71096D-2330-468D-A3D0-6C1ABC0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313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format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size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Accepted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formats: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DOC/DOCX,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XLS/XLSX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PPT/PPTX.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Maximum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size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100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D3D053B-D464-44F2-B34E-984D6D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9233665-6475-4524-B771-E32889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8d6e5938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0CEF501-36AB-4A64-924A-1A41B5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9208F9-4071-46B3-9F39-A565E95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0695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number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convention,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example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DOC-2026-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001.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28A31C-F899-458B-90B8-B153D96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EE2A2B56-5BC6-4D1B-9B23-9F2EDDE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8d6e5938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1E1780B-3760-408B-B80A-E88E87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FC10667-7687-44D4-B08A-0F9EA87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blank,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Rev.00.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E44036B-6EA6-41DA-A61C-1199526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85D2419-1B59-44F7-BD29-F419CB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28d6e59384a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6F15A91-4F24-4D4B-AAE4-EC617CE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514B32AE-226B-43F0-8390-5D84B23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5102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C2D6854-4DF0-4AAF-9EB6-02CB3CC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F3ACF067-1A41-449F-9C34-B24329D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1BA86729-51C9-4106-9AAD-DF0B166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590A498-0253-41A7-BC0A-4366280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upload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intended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F27AE6C-63BD-4F93-AEEB-EEBFD52A8B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D1FEA6F0-5BF4-42D4-8FBE-86F0838D3EC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12927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1793CFA-A8CD-4AD4-981D-DAECC69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9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3409F9-4752-4F49-BDF9-C15B99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3983A5C-53E3-44E4-92B3-6FEE619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369DB2E-A4CE-4FA0-9F56-58544D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2DC731-B715-4056-AE8E-A78593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3172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Submit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17691F7-CFC9-48FE-B8F8-BC79B24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9AF1718-37F2-41E8-977A-C1B60270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9795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determine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CB4671C-3BB8-420F-9866-570093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12403C-7A1B-4AD7-A22B-0301C10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12425D4-00D2-4296-8C69-50DCD04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3500" y="3206831"/>
                </a:move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4cd78494d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8717" y="1623060"/>
            <a:ext cx="6542565" cy="318143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7298887-269B-4C52-9844-7FBCC9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3" y="4867990"/>
            <a:ext cx="399034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workflow;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continue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down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4FD673B-AF87-4983-9EB8-9CA34E0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565C42-A9BC-46A5-BC8E-FFE79D5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66cc33f27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21216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76E80B0-A0BA-4130-958E-E334A37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24010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C05AB3B-C416-44CC-8B1D-BC192B4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175"/>
            <a:ext cx="22161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49F322-A95E-44D8-BF15-CC0124D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1CD27C-5582-4556-B6DD-551C730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66cc33f27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6922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823BD86-C753-4BDA-802B-5194705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2016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9FB62D-EF52-4599-861D-008588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7234"/>
            <a:ext cx="33743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document type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until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indicator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destination.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C6EF411-9C80-4565-95CD-F85331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1EB7410-C1E8-475F-A162-EF0DDF9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66cc33f27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7228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05734304-F006-4876-9240-F050C46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0022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BC6E2F-7287-430C-A239-D74512A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7294"/>
            <a:ext cx="38087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needed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replacing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existing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5A0D1CD-6E1A-44C0-8753-08E4AE2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F6BDF0E-64B0-4041-A3F0-D32C887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66cc33f27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523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F48CF42-688F-4A8B-8686-45E3B0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68028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38067E7-5B8F-4815-A00B-A5A670D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7355"/>
            <a:ext cx="36620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6E71C93-888B-4F53-88A6-7B4F6C9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12BCDA1-ED18-4ADD-B644-2E12B8E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66cc33f27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32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2A3EA57-82B5-4357-AFBA-C9665F4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6034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86F4742-89FB-4429-963C-D6FE8F7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414"/>
            <a:ext cx="4173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stored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5E965EBE-A902-48C6-9E36-88BC16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2513AF5-C4D4-40C9-9985-25A64D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F8FB819-33C4-4C99-9CDC-2C1789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8A7327E-CDD3-4CAB-8D26-5B19A13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585543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Required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16383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against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lower-level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Incorrect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difficult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19C25CF-67A2-46F6-B8C9-4C9026F22E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44DE1619-34D1-4406-AB83-422C77D5B0D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528843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56FFB5A-2BEB-4CEE-97E2-C6CC0B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C99A2B-F05D-4928-A671-FEF55EB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AB4D0D-1C3A-49A6-BB6C-F4FCFF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4DDDA37-22BB-4604-B7BF-7FE64EB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DE45387-1EF3-495B-AE12-3DA24AE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09499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2748AA5-9176-4719-8188-8CA7B9D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8BC9AF9-2BC4-48EF-9661-12C7D65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576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logged-in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rights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A916CD5-E821-4770-BB91-355FE69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CD47CD3-87F7-4B8F-A728-72EBCD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F94CF7B-1D4E-4E46-ABA5-096E0D5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7bcdac4404c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DE00BCF-1985-4C1B-A640-786C0E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65" y="4478876"/>
            <a:ext cx="27940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Pending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Items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A2925B3B-21EA-42E0-9F8B-0313E1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97649C2-B843-434F-83A7-70520F6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eca630f0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5AFEE24F-8EC9-422B-A7CA-DCB2516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DBB75A9E-E1F1-472E-92C6-94FDD3E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140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tab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B80C823-6CA6-4A4D-9737-6DD5B88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0FDAFE7-4BB0-4BE0-853B-B188037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eca630f0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76479F8-876D-402B-B655-82BDDE4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2A70C9EF-A3D0-48D0-A6AD-1091BA1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281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647CE8B-D219-43C6-AA22-EB5417C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068FA23-C82A-43B2-90E8-B2A8C69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eca630f0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AC14B58-049E-4DE5-A20D-DD3AEE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5026BFB-A9EE-411C-B9B7-1DD8602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Inspect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7AE3E6E-EE1E-43A7-AE33-EA5F555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63CAA204-FAB1-4AB5-9891-67D3727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eca630f0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602B9BA-CD9A-485C-B7E3-581B2BF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052986D-9F63-4ACB-B627-49E3F51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482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3C08A21-BB9F-448C-8F28-3A69A94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74C3757-EE25-444D-A685-D23D47D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6F26B2B-9639-4D6D-AEBB-9780C20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488040AB-359E-4EF0-8589-1274E82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No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bulk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decisions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because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stage-specific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F8561DB2-C3EE-47F7-B98E-E07756F11F7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5706B724-1FD4-46C9-99DB-BA87F08EFE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9393139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6162D39-A29C-4D30-B047-38E6A07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11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D28EEE9-B62E-43EC-9C7B-3D2CFB6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36CDEC4-A3D1-4CB1-A7D5-4AD36EDF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F96A942-E788-4E04-B559-D678655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47C8664-2D1A-4E99-8962-76ACB92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5191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F43C16-F571-4AB3-9FEE-95AD069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F5319B2-C462-4871-BF94-032C0A4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5452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together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196D96D-CAD5-480F-AB33-ABF994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4921CAE-47BC-437A-9B93-76074F3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F8F4972A-4ECC-4C75-A11D-4C94530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3500" y="2435821"/>
                </a:move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14c0288b94a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6984" y="1623059"/>
            <a:ext cx="6526030" cy="241042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5FF62C8-43D0-4BE6-9D59-8D6650E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1" y="4096981"/>
            <a:ext cx="314261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workspace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19BC13B-0845-46D4-89D6-F33A7FB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50C0293-90AA-4E20-8E8B-EC5657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71b0e232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4115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022DEBF-72D4-4DC5-88D3-A3CD881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6909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2034BF4-E3F7-4BEC-94F7-30273A2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6165"/>
            <a:ext cx="38525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6D6007D-9B19-4BD8-BC99-A813E48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508BE9-FA2B-4CAA-BFB8-4E79B5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71b0e232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2121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FC29F5C9-AA2C-4988-B295-75401A6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4915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63DD072-61C7-46E9-82F8-E3F058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6225"/>
            <a:ext cx="48037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Inspect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larger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5B9FA2BF-7E88-4DB9-8384-6D696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9B6693D-8C11-407A-A734-2D9DE0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71b0e232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40127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5D44841-3AA1-4A46-B3B4-65EA52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2921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396DC36E-4A74-4AA2-BBFF-CD0C52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6285"/>
            <a:ext cx="41078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revision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previous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applicable.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FEF5D4-B746-4E4F-B3CE-93D69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CDF99B9-65C0-4DFF-8C77-A5FA679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71b0e232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8133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5925138-7896-42E3-ADAC-9C11AB0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90927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C774D79-3798-4D37-BCDB-F43B2A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6345"/>
            <a:ext cx="35045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current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D29F96-A3E8-4A5F-B120-F591068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E1592BC-E85A-41D8-B065-5CA20AD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71b0e232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6139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18AE4EC5-FA72-46C5-A1CB-36EC97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8933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D7E95DC-655A-4111-866A-5543A4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6405"/>
            <a:ext cx="23145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clear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decision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next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8A050B5-0F74-4EA8-94DF-D09FB9B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448D73E-E0EC-4FE5-8A2F-6C6A7AC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5EF2366-4B3A-430E-A2A2-2F41AF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01F66290-D216-4AEB-A9DF-678201D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1453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standard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alone.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EF41A12-1E8C-4C4D-ACBC-FE8F68FE21A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F81D2D32-F2DB-45E0-A17B-96686FA3BDB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636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9C68FDB-1C90-4DE4-8CF5-2A29068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3F604DF-36DB-4F9C-BCA3-860156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ABB419-9213-4AB8-BE35-44DD73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88F6C6E-D0B3-4FA3-8A7E-63795DC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1BE7D80-0F66-4BCF-8D40-92AFFAF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534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Approval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CDE49A-1B2F-4113-AE5B-6E1FB2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B8C0029-5928-4659-9D0F-1694004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124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fff02136a4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762CF71-3F22-402A-950E-8F5FF67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91" y="5205865"/>
            <a:ext cx="2820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example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E61AE65-5B3B-47B2-BD36-980DBD0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41CEE378-135B-4805-B274-2A84A29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b7a0912f1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1D62B9-7B07-4B2B-B746-ADB0F7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1BD507B-8425-404E-9316-AA95448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E334C16B-FAF9-4C5E-8F33-B79BA1D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FE2909C-46B3-4F0A-A3C5-A803E88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b7a0912f1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BBBDA6E-2193-4D9C-A7C6-E26DF34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E53E2B9-9FBC-43EC-A86B-A85EEB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21945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status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B7723BE-2EBA-4F44-ACC3-9F83712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3F465D2-811B-4390-A87D-733D58A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b7a0912f1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A3FFDF81-D15B-4386-AF91-C77E46F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16FF1AC-5917-4246-AB6B-F5AC03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2841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converted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their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83D788C-CB4C-4778-B025-516712F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5742BC1-2583-43C7-9A0B-2B27C3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b7a0912f1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2A98CCF-E764-4C0E-9A78-3853FA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65531B9-6522-4C3F-967B-E52126C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901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Cross-check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metadata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A2F24E8-A60A-476F-8D8C-CB31F19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B8CB617-D914-496B-8EC3-BD52BA4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7D70C3D-4157-4913-AFAA-2520354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5547B352-C34C-4A95-A894-4613425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Email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safety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duplicate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F45B44B-0063-4E59-AB6B-0A491BB78D6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CDF68AB-8BB7-462B-9A5E-86209075093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1259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2F55237-0C65-411D-9ADA-22A6D9E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5410BB3-8863-4A90-A3D1-5D867C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3D6CA1-3699-447B-A82C-1AC5C34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DE42337-28CD-4F61-A172-0F5387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A29C4A0-41CA-4474-8BAF-D4DD41C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820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First-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B8ED3C-99D2-49D2-A6CE-0BC2358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5578A35-EAED-408C-B26A-BD66145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087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43951e7ea4a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FE53971-9200-44CD-9CB6-B781B7A9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56" y="5205865"/>
            <a:ext cx="26168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First-stage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successful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handoff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382C63D-B953-4301-AF94-75EF4D6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B9A0CD-C8D0-4735-B087-B92324A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f837c60c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0FDB23F-73D4-4CF6-8862-7B7285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E4995CF-DBD3-4D4C-8645-52EC3F1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the initial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29B156BD-1295-447A-A85E-808A0D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F53A1F2-C455-4C3B-AD1D-1027C55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f837c60c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52D8C3E7-E5C0-4128-A66D-EAD7A8F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980BC84-B09A-4738-892C-F987DC3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825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recipients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3E89FE76-0F6E-4E2D-A3F7-799D059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977FBBF-E977-46DC-BD46-D0EDE80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f837c60c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21D321C-324F-4373-9F17-AC284BE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AAFE515-DDA2-49C3-BA09-CE54E0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553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2CB4E1A-B6A5-4441-831D-26D427F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8AD934D-D536-406B-BAB1-3E0A5F5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f837c60c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DBE27366-D523-438A-B672-C15127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8BA6DAA-D2D8-42FC-A7DA-C22ECC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1076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handoff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9C8A4F4-CCC4-4F9B-AEB4-15B6B3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5F7F541-40E4-41BD-B2D1-D52DFCC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A5CA866-744A-4A33-ADC4-038A8F2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0E685C5F-EDA7-41FC-B205-BFDAC7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Recipient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check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71F6CF5-485E-4041-8653-3FE96976F9A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8643EE2-11A3-48DD-AABB-E819426C569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903051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9E58114-5968-46A9-A139-7DC4F62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E764B9-9D73-463D-B4B0-8570EFD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BFC068E-6BD1-4F11-9B1F-7AB27CE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9F5D42C-0AAE-4848-8FBB-189AB82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6.5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A10F251-45DB-4761-9E2D-01F194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23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0C7D198-5BBC-40BD-961B-2CCE95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69E8B6D-C590-41D3-AD23-23BF078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597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80912a59b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62E6C6-6F89-482C-A880-50CFFD9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77" y="5205865"/>
            <a:ext cx="301434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shared-document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CC01A64-9BF0-46BA-8DC0-729E51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B6AB096-F435-4180-94D7-F276FD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f92fc754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FE0C8E90-CD60-4E40-AF39-724687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27BD5276-A12A-4CA7-9CD9-717DA83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19824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request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44CB28AF-47C1-4DBA-810F-788CE04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583B118-C9F4-4EB6-A49F-E92A639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f92fc754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6F40AD9-C174-4F49-89B5-D0F593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FABAE102-853D-4FA3-8F84-1EB3AB2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498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Perform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final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first-stage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683759D6-7384-4C65-8797-21E5F4E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A3693A0-BF52-43DB-90C3-D6DB5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f92fc754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1061DB15-66BB-410B-95FF-0B345DE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B97076B-4908-43C7-92FC-9739C2B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3464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D951AD0-73F2-4369-88CC-804C2A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3096CF1-34D4-440D-86B6-95EBFA6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f92fc754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CA5AA2F2-D693-4640-BBDF-B3C9CD8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7293854-E24E-4443-B451-37627F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4613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communication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503D6BEB-2983-4D82-97EC-EA6F4CF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4BCFE32-95AF-45A0-8670-274FFA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E816D35-BAB7-4A1B-B945-F1BE33E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8DA3007-918F-49C7-A269-F19EC07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Completion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evidence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4FD9128-F67D-42B6-A8F4-CA1D471D791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A615564-1DCF-44DA-B614-3D9E861DA36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1078531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8FFF3E-B7C7-4A2D-AA3E-318C1D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840DFDD-9EEC-4373-BF4F-3FC65C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E2EF193-A705-48AF-96AA-388FF2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8EAC85B-50E5-4149-9722-BF8F7D3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EEB1919-8114-4A22-941D-9DC66E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267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AEEF1C-9A5B-456B-B996-8A4272A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AF14063-D81A-46CD-B39C-D58C34E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207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independent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4DDD17-F36B-493B-A0A8-A26936B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A3FF53C-5A6A-4C72-B739-4F440B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5B88E5E-AE48-4C35-8521-DAA5BCD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490" y="101600"/>
                </a:moveTo>
                <a:lnTo>
                  <a:pt x="3200514" y="62026"/>
                </a:lnTo>
                <a:lnTo>
                  <a:pt x="3178759" y="29730"/>
                </a:lnTo>
                <a:lnTo>
                  <a:pt x="3146463" y="7975"/>
                </a:lnTo>
                <a:lnTo>
                  <a:pt x="3106890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890" y="406400"/>
                </a:lnTo>
                <a:lnTo>
                  <a:pt x="3208490" y="406400"/>
                </a:lnTo>
                <a:lnTo>
                  <a:pt x="3208490" y="304800"/>
                </a:lnTo>
                <a:lnTo>
                  <a:pt x="3208490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B908E83-49AD-435A-9CAA-6FFC7A9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64359"/>
            <a:ext cx="136652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First-stage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5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f4f2f1d2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CD2D872-71D2-4EAF-A729-BBC141B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96ACDF2-4461-487D-A084-A8E6B4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59660"/>
            <a:ext cx="22771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accuracy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78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f4f2f1d2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5502674-AC45-41F7-A7DE-07BB18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F1142A0-35AD-41C3-8E08-73F820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11627"/>
            <a:ext cx="257873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f4f2f1d2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6D6B3-5D40-4737-814E-DACFE1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461D6F8-9ED9-4BF4-935F-320A23D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12947"/>
            <a:ext cx="253809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4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f4f2f1d2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2E14996-D2D7-46BB-958D-4FAA27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5FC0990-9CB4-4C88-A24C-2869EF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26459"/>
            <a:ext cx="25495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60323D9-4757-4F52-BED0-68CA855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5873883-D8D2-418D-9D2F-97EAD23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5A95EB1-9041-4DA5-A15D-0E4B301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502" y="101600"/>
                </a:moveTo>
                <a:lnTo>
                  <a:pt x="3200527" y="62026"/>
                </a:lnTo>
                <a:lnTo>
                  <a:pt x="3178772" y="29730"/>
                </a:lnTo>
                <a:lnTo>
                  <a:pt x="3146475" y="7975"/>
                </a:lnTo>
                <a:lnTo>
                  <a:pt x="3106902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902" y="406400"/>
                </a:lnTo>
                <a:lnTo>
                  <a:pt x="3208502" y="406400"/>
                </a:lnTo>
                <a:lnTo>
                  <a:pt x="3208502" y="304800"/>
                </a:lnTo>
                <a:lnTo>
                  <a:pt x="3208502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03E7AC4-DD78-4CC7-AD91-A65C3A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64359"/>
            <a:ext cx="101409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Final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91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9975d9c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1D14467-AAB2-446C-B8BF-A242B45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D3C999B-D96C-4F97-B205-1FE32C8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359660"/>
            <a:ext cx="21615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4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9975d9c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0B1020C-0DCF-436C-833B-723A1F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A60298EF-FDA1-4F0A-95DB-6708DB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611627"/>
            <a:ext cx="264795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 location.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9975d9c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8948444-9436-4A47-BD5F-0D616B7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61AA7B52-8F59-4BF4-8EE4-FD8B52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012947"/>
            <a:ext cx="23876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 stakeholders.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100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9975d9c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3C44297-F499-4A1C-BCE9-69E7B6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3FB9DB9-8893-48ED-9521-C24A82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414268"/>
            <a:ext cx="226568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 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03" name="object 45"/>
          <p:cNvGraphicFramePr/>
          <p:nvPr/>
        </p:nvGraphicFramePr>
        <p:xfrm>
          <a:off xmlns:a="http://schemas.openxmlformats.org/drawingml/2006/main" x="479425" y="5188584"/>
          <a:ext xmlns:a="http://schemas.openxmlformats.org/drawingml/2006/main" cx="6673850" cy="12566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247900"/>
                <a:gridCol w="27432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Awaiting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available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controlled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resubmits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EA91FF35-4E17-4C8F-BF2D-69419AA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AF922BAE-59D0-4A3A-96C9-5C22264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369DEDF6-54C0-4C66-887C-3E31FD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49A164F0-1B80-4205-93BC-2204F02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662171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Mandatory rejection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comments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wrong,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Avoid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'incorrect'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BD0868D-A509-4AB8-8DC6-DC959C53C2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62BBABC-4114-44B8-B078-56B78D680EE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0369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E4EEA5-48DA-4C4A-B4FD-4317FD2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F3C4071-CAFE-4036-8946-6FFE638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3D4132D-006C-427C-9916-E03C6E7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3DE2F6-17F6-4618-8828-93813A6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F235B59-75BB-404E-8AD0-9CAB56E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9171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BB490D2-6246-4060-91A0-335C75E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DB8385A-DA2B-4CE1-B30F-21A4D5E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2385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A43F4E92-B695-4E74-A5CA-AD0972B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9952CBF-7BD6-459D-A687-91DA23C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071B3FE-5856-48C3-B10B-B8710AE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9986f8f47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DD1D8C7-C1C2-4686-BE90-2A438E7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84" y="4478876"/>
            <a:ext cx="26327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Track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timelines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7FCC4E8-EFDE-4423-BF1A-5C756BE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5F2EE4C-E757-486B-B4AB-A4BA8E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5d249c71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1775FF3A-5DC3-4651-B0BD-DA67785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55FFF093-E99C-42CD-8C8A-FE9B7B6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47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with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submissions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A4E2342-E9BD-4C56-ACBE-3F675EF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E0C882F-4A41-4CAF-B2D5-AA9741B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5d249c71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4DD52C6-3F2A-4CA5-A74E-E89D9CE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43C8971-53D4-4BD7-88B5-EC2D60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225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All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switch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8F81108-3C84-43C2-8592-37CD559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300A325-0FF7-4B55-8866-92125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5d249c71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C9E61B4-6237-4239-A96A-15C7455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0FF22B-7295-44FC-8A25-E50E25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6187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by status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Narrow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C70DBFB-259E-4FB0-AE12-BDE1059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81171C1-22F7-41FD-B4CD-9394EB3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5d249c71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480EB5-6A34-4418-B501-660B5C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15152A2-9A83-4EB6-882C-68E8AA0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1889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timeline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AAC63E4-AB22-4006-806A-493012A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E1158F5-E169-40A8-8FB8-0CAD253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5d249c71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94B2968-8469-4ACE-8CB1-5260B42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A55D5F2-BBBC-4ECE-9F1B-F14D8D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041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source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follow-up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177159-2EB1-43C0-A4E2-E4B4E1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6B0FEB6D-2D46-4076-A3D6-C18A6B3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C5B1B8-B18B-4EAE-A7D6-6FACC22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4ED2CA71-ACAF-4096-824F-5BD1BA8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interpretation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green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neutral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future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28A5256-F755-466E-B717-440A2E4B021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D06DD02-27DE-4924-B678-290C86782B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05962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F6BEC0F-BE23-4B86-80EA-D694C76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6D2D55D-C717-4668-9D70-F1D22D4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91B5F3C-2AB0-49EE-8C95-20D8CB3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2853992-0298-4B88-ADAF-8E78143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C7AD873-8508-4F92-91E3-6C62CF6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3558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A3B2C16-3D8D-43C2-B22E-24792F9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FAC530-08F7-443E-B881-EAE2E0C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582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organizes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hierarchy.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352854F-258C-4E3F-BA08-4550EA1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B0ED19A-A6C1-4FD0-858E-4D415C2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AEEB796-7B41-4803-B047-9A7F952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8f28dec51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A4281CA-196F-4C2E-8494-12D49D3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42" y="4478876"/>
            <a:ext cx="19945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browser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0F97EF-F126-4A59-9554-7A924A2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95A1821-FA61-46DC-921C-E662E1E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c3bac87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215BD21-87CB-41CA-9B2C-CE85B70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CC9E1A5-E401-43E4-A5D1-31D9BF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12922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Document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Library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navigation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menu.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7B4FE6C3-BB8A-4219-8C81-92E838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584B395-9BC9-4E9E-951C-8C02BBB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c3bac87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9C46FE4-E53F-4EE6-8303-B0A831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C9AB9FC-E115-4E72-87CD-E3A5EE5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2113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Awards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configured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categories.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925B86C-F238-44D2-BCA0-59A7BDA2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513F22D-52D1-4568-9AE4-585E845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c3bac87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7A21F07F-2565-4D3C-AA48-F5579F5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77994CD-62D2-47EE-BE52-4B309A9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375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Drill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into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hierarchy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group,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subfolder.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21B3BE3E-C32D-4C04-94C5-14FD75C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DA3CC40-C977-401F-8E53-C1DDBCF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c3bac87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8BE86F9-FE90-40B3-96C8-CBDB4F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B08CEA3-80BD-4A0C-9BFD-D5B8C3B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inline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0C7CF14C-BD40-4D41-A7C5-5FF695C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1E77B2E-84B1-4AB5-87FD-EAAD8A4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c3bac879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D245912-2BD0-4A4A-B409-CCCF9D5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9E9A6A0-4019-407F-B03E-FC6F36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6944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your access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limited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procedure-related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groups;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limited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checksheets.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BA097F0E-87DC-42FD-AA8E-DD3D1D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8C58B73-2865-40F3-8C3F-0D94E80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8F5A5650-86D2-4168-8271-3C777DA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C9967FD-D7BB-4BBE-B426-9299E8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D2B79A5-F10C-4A0A-A0FE-CB2DAD4847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15553E0D-7186-469A-8597-CFE52AAEAD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57590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381BEBB-A88A-4769-A2B4-91BF6E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18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5CC144-CBBA-46B3-91D2-46E5265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60F16E-A5B9-4DBF-AB8C-B275AC0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DA45C06-E0B8-40C3-BF11-84E2366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A006EE0-8C6F-444A-9EDF-FE02A18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69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56E3F27-D56F-4E70-BC25-13814D7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1A903F-21EE-49D0-8F67-BE2B633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128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shorter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frequently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4F9ACFF-DA44-4AE7-A869-97DF67E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1F87A50-40F1-4962-9C2E-DA923C6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7C285DB-57DD-400C-B219-E1900D8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5b4e396dc45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82274A1-E22B-4F3E-98F4-A7FB0F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Procedure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61C5BE9-2E94-4D69-91F6-E7857C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F62F789-F33B-482D-86B8-A738E20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C49E247-94A9-46B5-B1C3-D219852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ee1da21324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0029C75-D613-49FD-AB51-202EDEB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Standard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Manual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5B1AD48-E997-4345-B3DD-865C0A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7500C4A-CC05-42C8-A8F5-46073E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1fc092dc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4AB0DF9-FA1C-4097-B5D4-911431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7BFF713-C49C-4FA1-A96D-46A5965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20529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entry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family.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44BCA1B-C4B1-4F90-8CAC-AFA02B4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5F613-85F9-4DD8-9ACA-C5EE92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1fc092dc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CEE2F4-1C08-4CEB-863E-A9BDB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2F88003-3EC2-4BCB-9184-EC57516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plant and department where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shown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hierarchy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0435F64-7545-4D8E-B00B-BA85647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2D17C12-7061-4F5A-8067-01E11E6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1fc092dc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7762D6FC-1150-4987-B511-22A0AF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384D01B-EDA0-49A7-914D-ECF58E5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25590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645F726D-5570-4C6E-B22E-9024FF4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8A700227-CA30-4EBA-A1F3-C0885E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1fc092dc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BAAB095-4026-407D-9532-B755AC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EE5ED73-25D8-4295-B575-D9C233B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36455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Return through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breadcrumbs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breadcrumb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9BF599B-0000-4CEF-A032-0EE5919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68FE541-70D3-4347-B539-46CDC1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5FF8CBF5-C786-46E9-ACC9-D9D113A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3D65EC6-CDE1-4B3E-8185-42F2C8B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a card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empty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plant/department.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unavailable.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A50857-0186-4576-BFEC-00205BB645C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AEA6CD4D-CF2A-4014-BCD8-62A72DA5984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72866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24E0E02-75FA-4031-9C24-4B1E0E7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19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F8B5C5-8C3A-4EFC-9D8A-8E34670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67AE6C5-B079-4836-991D-71826F8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B097EB-F4EE-46F5-A2DA-E9C81F4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A91A55A-DF83-4CB1-A13B-5ABA87F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34079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Repositories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676821E-B83B-4050-8CFB-BFA790E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E3B4047-10C1-48E6-A2B1-4F5C5F6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414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question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begins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D193DFA-E055-4CD9-B225-D6871DE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53F635E-DEC5-4902-B6B0-1034A54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A125527-A77C-4E46-8130-B41BDF1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8290e21ea4c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1CA0C18-0915-45DC-BA5E-098CC32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12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Plant-based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Master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Records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8956338-C702-4E36-BB78-FF7008B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9154E7E-4D1C-4DF8-935E-72B4A9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A58EC76-F425-49E8-A9A5-2679530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864f7c4d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B6D41C1-F95E-43C1-B38F-2D0EC21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13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Customer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Records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1C08698-17A7-4FFA-A867-90297D8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5B91668-D459-4CDB-8C44-1FD4FE6A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d6e38beff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89EDE9-2002-4415-AF40-9F415B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F422E9E-8308-45FB-8C85-1272119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33254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Master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2D04B93-4FAA-4574-886C-E23081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9283A4F-E26E-474A-A978-797D025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d6e38beff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0E66472-8C9E-4304-B4D5-B153969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B2B74772-485A-49F3-8D08-771AB7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36023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F9865E93-168E-4B6A-A89A-0F2617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80CBB1A1-2B05-4444-813D-7C6D3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d6e38beff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CA42469C-14B0-414F-B3C2-2DE34AD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45010AFE-21E8-45E2-9D68-362004C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3623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4CEEE05-7F00-45D9-AB6C-4B10DB8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0EC2637-E683-4D70-AFA1-C6EE47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d6e38beff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94C5B69-5CA9-41ED-A6B1-A2EA630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692FDD8-572E-44E8-A50F-DE5998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412940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retrieval.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9718AFEF-FEC8-455D-8380-25F29B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725FCC2-B8ED-4AB2-A113-E6090C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32BFCE5-9D0B-4080-A38A-84F41D7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DB79B61F-01BD-42E2-A0DB-C43FA04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Search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strategy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structured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DFADCE4-E4F3-4A34-9691-C078CB72B3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0436AD29-3491-4E59-8C98-5D21D562C9D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014657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0F5628C-E12B-4836-9BC0-2C60D21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5C1EC4E-6621-4FC3-9C27-8759749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42F7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2BABBF5-035C-4473-8798-76535E4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19755A2-7564-4709-B4A7-F55DB6A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D2B7A5F-4AC6-493D-A0A3-E2FC397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3755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F93211B-D257-4AEC-81C0-0E92BB0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BC1FC43-C6C9-45A9-ABA8-C4A890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645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summarize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health,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13C19F3-D92F-4A69-94B7-B0817B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07167D6-06D0-492E-A894-E60AB21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B3E9DBB-7B78-4986-86AD-37A4482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79decb797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BB81510-89B0-4CC9-AE47-F3AE42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169" y="4478876"/>
            <a:ext cx="238569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Report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charts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F001FC1-77F0-4819-A5F3-0A63066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878299-A3E3-479A-9AA4-342F806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eb3373e8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FFC9DE4-25A2-4BD0-9391-261CBE0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D9A0DD0-2513-4B21-A15D-566419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343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KPI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D993C2-D954-4E04-996B-0BEB90A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DAC62BB-3E64-4A04-8006-FF93464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eb3373e8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7D64813-CCA5-4AE5-B572-BA19EBC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0B78C56-8864-4FD1-9211-43731BB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2111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distribution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doughnut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backlog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FB97BA0-E87D-44D3-8D11-3E6795A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8E15275-E791-4198-8DB0-47B530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eb3373e8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7A8A5A0-F370-4F97-9AB5-DDDB166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D2FCB20-BBC4-4EAA-8900-4FDF917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26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Compare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concentration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imbalance.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6141ED7-017F-45E9-B9D6-BA8F5C0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7CC9C7-E528-4A89-8BA7-C3AC13B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eb3373e8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EDF72AB-EBBF-4820-93DC-41CD5E6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782F06B-7249-4437-A74A-E7E6E17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422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upload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trend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time-series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peaks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F76C00B-FDB7-4363-85ED-9D23E3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7C0DC18-5964-49F4-9EEA-DF6593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B3A8059-4757-44AD-B907-5C5B6F1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F973446C-5C6D-42F1-984A-15356EB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Reporting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caution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database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8A4FCCB8-AEDE-4547-A123-F3F846D896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CD6652D2-29BE-483F-875E-2F10B0D7609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66360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ABD5C34-6C2A-44D4-B438-B699003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21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5BD398-1C4C-4DEA-BA4A-57ED70D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EB12E0C-4C96-4F30-8D3F-8C334F8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63F8C4C-9D60-429D-AB7F-CA094A1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1E66A1E-3081-4079-8ADD-D353A8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38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458F61-FA60-4273-AE0B-FB759D5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EFB0480-FAE7-408F-BBE5-DF083C4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878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belongs.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8340E4C-BE04-44EB-88D5-019528D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3B4F115-C9AA-4DE8-8D1C-B406FE4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542C2F6-1537-4D17-AACC-277F57A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e4ab81257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04D00FC5-B92C-4BC7-B33D-15343DF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870" y="4478876"/>
            <a:ext cx="18065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History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73009C7-D6FC-42DD-A62E-AE48B4A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50F48C6-4E2F-4895-A1A4-006E44D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199fb9da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DC6F47A-DCA1-44F6-A91F-A0F99B3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C963C96-9BF1-4759-96C0-581FB59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history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98EDFA-1698-42D7-ABCF-54E17F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A5F83C-CBA7-4573-ADD1-C42DA6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199fb9da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021B81D-4BAC-4881-AC15-DEB17A9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C4CBB723-309D-4046-BF73-40EC51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06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4A7E270-C7A9-436B-82C2-B57197F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A30F5C8-6ACD-4A0E-B457-306AD6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199fb9da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8958C5C0-E6B7-4C08-8BE5-6B76278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5D2A9CF-1237-4EF9-B4B0-573497E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4720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09706AD-F188-4B1C-9586-7454DDC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FABA348-2B87-4275-B92B-D44EB5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199fb9da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CA09E4B-D1B0-4A71-AF45-E0A5F40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1B5C441-4516-47A6-B7DE-21EF32F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303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change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understand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between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A6828ED2-061D-4896-9FDB-20635CF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A5BD6B3-2410-48F1-A738-0176446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199fb9da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7687F56-B3A4-40E5-B8E8-58D3935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02CF46C-0407-4B0B-A004-5D3B927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365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current approved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A0B4CF-F967-4C07-B362-54D591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C3A5D5B-A2C1-44CB-A1E3-230E49C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D9C01F1-40E4-4FEF-8C02-9091A8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355CA27-0CA9-4026-B5A1-E4345C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Revision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discipline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meaningful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'Updated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torque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4'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version'.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FC5B76-DA42-4AF1-895B-AAC9E7C9D9D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8F48AE3B-B042-4443-96BD-25C844022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6929240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C0D6C36-7CEF-42CE-8ECA-409EFB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0718606-09DA-40C8-B2AB-A304B72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7BC9EF8-FC36-4184-A4AD-591EFAB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15E9ED1-F053-44B5-B72A-9D7FCCB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3C2DB2B-BB8B-400D-9237-3D904B6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6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8A0B069-2B1E-44F5-B782-00EEE3A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661664-318F-413D-9766-254ACD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362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Supervisor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C2E9C3-959D-48E1-A405-B8EDFA5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E18E5F-F797-4EA2-9507-04D302A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69CCEAE-907B-413A-8223-8A420BD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ba11772404c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947272CF-586D-4112-9CC6-C941260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10" y="4478876"/>
            <a:ext cx="2439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Archive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retained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metadata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3F0DD400-D423-49B9-9D45-8257D90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3248144-5AC4-468C-AB1C-BE91524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548ed5419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9C7B934D-A3B4-438C-9FE9-11FC3A6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E2FCB1B8-07D2-4F9B-92F1-F372BE5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4537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Understand soft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delete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immediately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erasing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633F09E-0130-46C8-8610-D0398C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AB8B8F2-4C06-4E1D-BCAF-99ABCE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548ed5419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D6F4B62-F4A8-4AC9-8539-E67E72A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EB085A4A-963B-4C6D-8795-D796BD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19716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Locate the archived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pagination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ED9FA5F-7462-4802-88C1-97F379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572E54D-70B4-482E-BED7-F7BD6B3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548ed5419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611AA3C-ABB4-482C-AE81-5706FC54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B83459-2286-454A-979C-5CD7332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3959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Retain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period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investigation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C91DC65-D0C7-4108-B925-165062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AB707EAC-1FEC-4F1C-8CC6-D460A3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548ed5419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EE05CFD-43DE-421B-85BA-4370441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F6F0E14-BA76-43AD-A400-98A6CCC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76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Permanently delete only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819889A-66AC-408F-A117-9E8D502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07BFFE2-7848-4348-8559-9CF95E0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86322EEB-F0DF-4844-93FB-40EF908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A5CE504D-EC1C-40B2-B2B2-57C754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Destructive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reversed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0E48EB8-B712-451B-88A9-7C6615796D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91064C5-632F-450A-A45A-22353046345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7715606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3773F81-9CDF-406A-B49D-A9D3095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F17DE48-464D-4A8A-A6EE-B6134B4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C7DD739-1719-4025-84A9-A2324E0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3C74BC-64CA-4E79-9DA2-26D7CF2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11FC732-8327-474C-8988-5CAF8C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BD85161-B7E6-4B81-A58B-0966AF8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0B25D63-3170-42D0-AD1D-8CB03AF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5506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significant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8044CE-1DF3-49FB-844B-ED8D6B8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019586-C91F-4E6B-960F-93603D1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2E51C9C-2D8E-4B3E-8D3B-F0F8523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db4a9d72b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1467A54-CD99-4FA5-AB0D-C5428D0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9" y="4478876"/>
            <a:ext cx="17691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System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979523-559E-44A1-8CFC-9A14237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46D37E-0178-4766-A695-430506F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0294e807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11C507B-17EC-481C-BC49-2F8AD76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18F414A-F40F-45EB-9D29-EF242D8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8360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an action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logout,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5E1FE7B-3A77-4E44-805A-A9F8086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4CA2788-F6C0-4C99-B30E-4F25CD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0294e807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A3F9E57-F815-4D2C-87D8-C862D0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A07A4B0-90C4-4F85-99F9-6D66350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0587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who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timestamp,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type.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EF2BBB4E-A128-4FEF-B689-C8E4CD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EEF061FE-D7B5-45D1-A8D6-F1D9B21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0294e807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302BD4E6-EA05-4094-A31C-F330931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1DBEE5-0019-4423-926A-2E1D426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affected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6BA4B62-B674-40DE-99D1-EF7AF90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4874BF-5D8A-4DBE-AAAC-7821A66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0294e807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C7E6E0D-9E6F-4303-860B-B439EFD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C6CD448-0D59-4058-A550-67E2B75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7979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Preserve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Capture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result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according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practice.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268CCF3-26F4-407B-A0BA-C3E693C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D5DC2C2-E5E2-4628-BBFE-47584A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1BBF19B-BE9D-4E31-B408-555A8B8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30270496-A5F8-4B3F-A4A0-55013AA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Audit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principle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trail;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progress.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1598317A-A1BF-49DA-B16E-9B0475655C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D7B5DC90-D3F8-4E80-9F4B-8467074393F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66944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BB9B342-B087-4BDE-8A9B-331DD8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0B7DE0-186C-4C11-A6C0-7F04399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E1F1221-BBB9-4E37-9B17-64A0D5D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1B38721D-7BD0-4BBD-9157-626A115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6F62B4F-C284-459F-9307-232EA7B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720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C8601B1-5C4F-4FDF-B4E8-6D076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C5C1F7-DBB7-4FFB-B5DF-C1B4C29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1329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D050A78-DEBE-45FE-8CF9-003A5A9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14F85EF-469B-4646-8899-D8EA792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BDE9784-5690-4E3B-BD8F-3AAE33F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f7b218da2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AA7EE21-119C-477F-8FAD-77145B9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35" y="4478876"/>
            <a:ext cx="27082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People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directory;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00D2066-FC6A-44C6-8ABF-2F5119E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FDB28F3-C8F0-498F-9623-05D5C8F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fd862ba3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3311DB3-8D3C-473D-8472-064DAEA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7D70C72-B953-4B93-82DE-6724FFD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802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7ED643-46B3-4714-85E9-E216DCA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B81BAD5-4A79-4E64-835F-B25A83E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fd862ba3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930DED-7D06-48CF-948A-48C2A00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7845FB1-37F1-4293-A8BF-DFEE1EE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922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BD64C2D-4C3C-42BD-9A5C-F846537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00F9A230-5DA4-4822-8415-2E8F705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fd862ba3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8EF862D-B86A-4482-B298-DC0BBC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D1C47B9-C2D7-4FB3-9049-F4B30A5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4004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assignments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Ensure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aligned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matrix.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D09B596-A968-4BE0-9AE7-A664613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A68E2FD-E5CE-4535-AC20-DB0A19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fd862ba3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09EC7A21-28CB-49FA-A5D2-B45A276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DAC6DD9C-2FDC-4C44-8F82-138C362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168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access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through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admin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process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privileges.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54AE289-E0A2-4FA5-8A88-7DE426B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F7DAC85-56B0-48AD-84EE-9DCBBAC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115FB6C6-98EC-4AC7-96CB-11F715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6F720156-65EA-485E-B3A7-7DFFFEA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Least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privilege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50292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department.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68A075B8-F322-4821-BDB4-A789C99A4DA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AF70DA73-6B6D-4202-B127-1B53598E4FC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269333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65A36F-901F-4904-937A-C5A342E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6CDE2DA-681A-4FF3-A723-AF48DB2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CA9E9D-21FF-41E5-8279-2D507E5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725E5A8-4236-41F1-9344-D411E93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7DB399-901F-43C4-9A61-1E39FC6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07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In-Portal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B238922-C667-4DD4-A878-E67DF0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4C62848-FCF9-4279-9D3B-E8601A7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493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highlight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463ABD-8C0D-45A3-A5AC-B51243B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C9CC9E-9E3A-448A-B6CD-675A781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5B2CB42-CB2D-4118-9787-BF1E05D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3500" y="2904933"/>
                </a:move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22c268dcc4a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1431" y="1623060"/>
            <a:ext cx="6537137" cy="287953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417D5A9-19DE-434A-B02C-6ADAC80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84" y="4566092"/>
            <a:ext cx="23164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panel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opened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from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top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bar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68E4EB4B-FA98-468D-81D7-0CD1F52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A9728E7-30A9-4C47-BF58-BB90D15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7bb8548e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102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C153238-10F9-4B32-A566-3842070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3820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7B7E897F-7470-4E93-83E0-6E16EE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5276"/>
            <a:ext cx="16998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bell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icon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badge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D732ECB-E7DD-47C3-AA79-B5E15D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8017D6E5-712D-423A-ADF7-9C39FEC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7bb8548e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9032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4BA65C-BAE6-42FC-A2DA-8E365D6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182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83B8AE4-B50A-4A74-8E00-6D64D1A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5336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notification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8F81D9A-001A-4A3B-B3EF-69466F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B5AB4B0-1401-47D1-8835-BECB4EA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7bb8548e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7038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85D3BD9-BC2A-4A1A-A5D4-35BF9ED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9832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3CD42E5-FA9C-4B50-8D43-D0BAA6E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5396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Mark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5EB499-C474-419B-8393-20CDE6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26E50F8E-FAD8-4975-8E81-F1FA8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7bb8548e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5044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58D35C4C-4CD1-4C1C-A68A-B26A4F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7838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674E9DC-AAE4-492F-896B-8BE2CEE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5456"/>
            <a:ext cx="45485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secondary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channel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supplement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in-portal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remains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truth.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FEDD7A8-2787-496A-B550-8E05C85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B1DB9777-0A9D-463E-8B9C-AA2783C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4BF76C7-D9E8-4392-846A-082D6A9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79C4BAE-76C6-4459-A0F3-D6C7D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0358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email 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delayed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panel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repeated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failures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02A2BA7-3D7A-4658-808D-B763F8ADCA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787DBE3-FFA1-460A-B507-74FFB244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872345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28C89B-C76B-460C-873F-0B95078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891A9F-A1F7-4E30-A244-D3BDA0F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9434137-B705-4E2A-BB30-54DD90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CD16B67-8D08-4670-BC50-58F22E0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5D434FD-3070-47BE-9CD2-AB42631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69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Your Profile and Sign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F944F12-036A-4F1E-83D9-528FF00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91B292A-0246-48C0-B27C-CE8F1C1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410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6F99195-BCC0-4836-B877-C381596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EF3C363-CA0F-4607-BA79-DB1518B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291ADB0-FBBC-403A-8304-136199F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9919dbfe6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55F00BA-4486-4173-94CF-6F5BA13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9" y="4478876"/>
            <a:ext cx="30353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20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activity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8FA1715-3DAC-4C20-A8C7-2191CC3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CB9E7FB-2B2D-45E4-B218-1B03052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7c1f469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DC5F7F3-71B0-45BA-9D02-C0C879B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CDF5233-AE47-431A-AD6A-04826C9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718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account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77AD311-1B1C-4EC8-BC9E-D06ED7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4851E11-DE5A-4A06-9D6D-EF3E63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7c1f469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F3B8088-594A-40B8-9725-F0A81D7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4FF670E0-CAD8-40A8-B9A3-2589280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1996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Update the profile image if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JPG,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WebP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3D05022-C94E-49A9-AA1B-E9C5D03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499C172-3017-403B-8473-D831A79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7c1f469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B9668300-C121-43A1-944C-2BBF39B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7362BA8-C970-4B3F-8FF0-EE5772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2219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Change password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securely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35188A45-4EC0-40BA-A9C7-A42E1AC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046AE8D7-BBE0-4042-AAAB-44A2CF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7c1f469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A270DCE-0F06-4059-8C9C-0AFD072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A0BF6FD-24B1-42A1-BF1C-B98000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0264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My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2312C81-C7B1-42D5-B7E4-F98933A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0CB59B66-3A45-455D-9665-6163F95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277c1f469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AE5FFD9-74F9-4B4D-9FFE-B2AB8CF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651E042-A3D2-4598-9C1F-646D0B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907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out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top-right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corner.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reopens.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6867627D-2C43-46C0-8FB2-B0EE87A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00D42F6-9E57-41C1-B003-F2B9BD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DB9EECF9-29EB-42F8-AC39-055AECF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90578D7-C9D6-4864-9C73-643EF4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Shared workstation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Always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leaving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workstation.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Closing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sufficient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device.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0B6C21B-2B08-4ECE-AA25-5CF6FD959BD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BAEF1A8-374B-45B8-919D-AB5E9EBD11C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520007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5125E59-7A2A-4D65-BCC3-19A2B8A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7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8D19D23-6852-46ED-BB50-5D518CF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ABB978-BB26-4161-9534-75B8058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A397E43-FD38-41D4-9501-3227E8E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934C-3F0A-450A-96FF-72441EF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861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4ECF3BD-AE25-4132-BC37-061218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D0D8C75-A9C6-494B-BFCC-3133D79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0808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924E34C-D622-48E3-9554-BBFF729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BB7EEC3-EE34-4254-A9FD-96C4FC6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6361297-D3B7-4FD9-A856-4EFF21F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490" y="88900"/>
                </a:moveTo>
                <a:lnTo>
                  <a:pt x="3201517" y="54267"/>
                </a:lnTo>
                <a:lnTo>
                  <a:pt x="3182467" y="26022"/>
                </a:lnTo>
                <a:lnTo>
                  <a:pt x="3154222" y="6972"/>
                </a:lnTo>
                <a:lnTo>
                  <a:pt x="3119590" y="0"/>
                </a:lnTo>
                <a:lnTo>
                  <a:pt x="88900" y="0"/>
                </a:lnTo>
                <a:lnTo>
                  <a:pt x="54267" y="6972"/>
                </a:lnTo>
                <a:lnTo>
                  <a:pt x="26009" y="26022"/>
                </a:lnTo>
                <a:lnTo>
                  <a:pt x="6972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590" y="368300"/>
                </a:lnTo>
                <a:lnTo>
                  <a:pt x="3208490" y="368300"/>
                </a:lnTo>
                <a:lnTo>
                  <a:pt x="3208490" y="279400"/>
                </a:lnTo>
                <a:lnTo>
                  <a:pt x="3208490" y="889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C190C3A-C4C7-46BE-9C4B-9A29574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38959"/>
            <a:ext cx="116903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6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52e973d12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6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52e973d12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52e973d12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1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52e973d12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2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52e973d12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687FACA-B0E6-464B-A74D-F705985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4260"/>
            <a:ext cx="2237105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document-number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694055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8234FB8-04E0-435C-BF9F-06B161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5CF17D31-0E58-4648-815E-B31E354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E197B336-2401-41F6-B4D4-41A5896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502" y="88900"/>
                </a:moveTo>
                <a:lnTo>
                  <a:pt x="3201530" y="54267"/>
                </a:lnTo>
                <a:lnTo>
                  <a:pt x="3182480" y="26022"/>
                </a:lnTo>
                <a:lnTo>
                  <a:pt x="3154222" y="6972"/>
                </a:lnTo>
                <a:lnTo>
                  <a:pt x="3119602" y="0"/>
                </a:lnTo>
                <a:lnTo>
                  <a:pt x="88900" y="0"/>
                </a:lnTo>
                <a:lnTo>
                  <a:pt x="54279" y="6972"/>
                </a:lnTo>
                <a:lnTo>
                  <a:pt x="26022" y="26022"/>
                </a:lnTo>
                <a:lnTo>
                  <a:pt x="6985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602" y="368300"/>
                </a:lnTo>
                <a:lnTo>
                  <a:pt x="3208502" y="368300"/>
                </a:lnTo>
                <a:lnTo>
                  <a:pt x="3208502" y="279400"/>
                </a:lnTo>
                <a:lnTo>
                  <a:pt x="3208502" y="889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A9412B1-08D3-4D3D-8315-7AD2664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38959"/>
            <a:ext cx="99250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8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ab81ffbb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9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ab81ffbb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0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ab81ffbb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1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ab81ffbb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2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ab81ffbb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7289A2-461C-4472-9F20-E3F381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9" y="2334260"/>
            <a:ext cx="1901189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24765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4" name="object 35"/>
          <p:cNvGraphicFramePr/>
          <p:nvPr/>
        </p:nvGraphicFramePr>
        <p:xfrm>
          <a:off xmlns:a="http://schemas.openxmlformats.org/drawingml/2006/main" x="479425" y="4210684"/>
          <a:ext xmlns:a="http://schemas.openxmlformats.org/drawingml/2006/main" cx="667385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2463800"/>
                <a:gridCol w="27051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sign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Email/GENID,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account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status.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Forgot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blocked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type/size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metadata/path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marked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retry.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your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74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 Approval.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found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library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path.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876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category,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 owner.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unavailable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Generated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copy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support.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55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Open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tab;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conversion 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received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Notification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panel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Track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Continue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7B18025-EAE7-4C85-BCCE-F5C15BC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183A3ED6-1C9C-4D4A-8D9A-91E51BF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74B38C-E9BC-4580-B135-F97F5A0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C306B7CB-05D9-41BF-9A92-21C6CAD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6057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Support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to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provide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2161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issue,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role/QMS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error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05B2B46-8B71-4DF6-A7C7-254F7EFA5C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DE91673E-160C-4624-A1CC-84759DA9E0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D965A00-A15F-419B-8C0C-DE65E5D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95" y="9955400"/>
            <a:ext cx="185356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End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of 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user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manual</a:t>
            </a:r>
            <a:endParaRPr sz="10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38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2026-08-10T08:33:34.8640000Z</dcterms:created>
  <dcterms:modified xsi:type="dcterms:W3CDTF">2026-08-10T08:33:34.8640000Z</dcterms:modified>
</coreProperties>
</file>