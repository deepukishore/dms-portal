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01b3909fadd46a6" /><Relationship Type="http://schemas.openxmlformats.org/officeDocument/2006/relationships/extended-properties" Target="/docProps/app.xml" Id="R296f8d5fb9a24f4b" /><Relationship Type="http://schemas.openxmlformats.org/officeDocument/2006/relationships/officeDocument" Target="/ppt/presentation.xml" Id="R544c5c046d0d47a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6cb62736dc44327"/>
  </p:sldMasterIdLst>
  <p:notesMasterIdLst>
    <p:notesMasterId xmlns:r="http://schemas.openxmlformats.org/officeDocument/2006/relationships" r:id="R43b33d4180404be9"/>
  </p:notesMasterIdLst>
  <p:sldIdLst>
    <p:sldId xmlns:r="http://schemas.openxmlformats.org/officeDocument/2006/relationships" id="256" r:id="Rfa9c7feec6c34ae2"/>
    <p:sldId xmlns:r="http://schemas.openxmlformats.org/officeDocument/2006/relationships" id="257" r:id="Rddc61b49e64947ed"/>
    <p:sldId xmlns:r="http://schemas.openxmlformats.org/officeDocument/2006/relationships" id="258" r:id="R821117a70a01425f"/>
    <p:sldId xmlns:r="http://schemas.openxmlformats.org/officeDocument/2006/relationships" id="259" r:id="Re832c087ce394097"/>
    <p:sldId xmlns:r="http://schemas.openxmlformats.org/officeDocument/2006/relationships" id="260" r:id="R7d00f39b2d604add"/>
    <p:sldId xmlns:r="http://schemas.openxmlformats.org/officeDocument/2006/relationships" id="261" r:id="Rc38a4a865bf9402e"/>
    <p:sldId xmlns:r="http://schemas.openxmlformats.org/officeDocument/2006/relationships" id="262" r:id="Rbf68ad3a6b794221"/>
    <p:sldId xmlns:r="http://schemas.openxmlformats.org/officeDocument/2006/relationships" id="263" r:id="R030802c344d04677"/>
    <p:sldId xmlns:r="http://schemas.openxmlformats.org/officeDocument/2006/relationships" id="264" r:id="R341d5465e2304508"/>
    <p:sldId xmlns:r="http://schemas.openxmlformats.org/officeDocument/2006/relationships" id="265" r:id="Rbfbe3d2f9c5646b6"/>
    <p:sldId xmlns:r="http://schemas.openxmlformats.org/officeDocument/2006/relationships" id="266" r:id="R3974f1ee0a6f43d8"/>
    <p:sldId xmlns:r="http://schemas.openxmlformats.org/officeDocument/2006/relationships" id="267" r:id="Re530e85dbc3b42bc"/>
    <p:sldId xmlns:r="http://schemas.openxmlformats.org/officeDocument/2006/relationships" id="268" r:id="R16e03d0f56234098"/>
    <p:sldId xmlns:r="http://schemas.openxmlformats.org/officeDocument/2006/relationships" id="269" r:id="R41e0c5565ac44a0e"/>
    <p:sldId xmlns:r="http://schemas.openxmlformats.org/officeDocument/2006/relationships" id="270" r:id="Rb27bb9ce7cff4dcb"/>
    <p:sldId xmlns:r="http://schemas.openxmlformats.org/officeDocument/2006/relationships" id="271" r:id="R08299a316fc549f0"/>
    <p:sldId xmlns:r="http://schemas.openxmlformats.org/officeDocument/2006/relationships" id="272" r:id="R29e2d95cace44ff3"/>
    <p:sldId xmlns:r="http://schemas.openxmlformats.org/officeDocument/2006/relationships" id="273" r:id="Re3c52dff97324ed7"/>
    <p:sldId xmlns:r="http://schemas.openxmlformats.org/officeDocument/2006/relationships" id="274" r:id="Rc89c0e76a1f4475d"/>
    <p:sldId xmlns:r="http://schemas.openxmlformats.org/officeDocument/2006/relationships" id="275" r:id="R601ca1e6a1c24804"/>
    <p:sldId xmlns:r="http://schemas.openxmlformats.org/officeDocument/2006/relationships" id="276" r:id="R7014af55c70b444b"/>
    <p:sldId xmlns:r="http://schemas.openxmlformats.org/officeDocument/2006/relationships" id="277" r:id="R02878ddd6ff040f1"/>
    <p:sldId xmlns:r="http://schemas.openxmlformats.org/officeDocument/2006/relationships" id="278" r:id="R4ffa53e8e3e04b00"/>
    <p:sldId xmlns:r="http://schemas.openxmlformats.org/officeDocument/2006/relationships" id="279" r:id="R0aab37f1b312465a"/>
    <p:sldId xmlns:r="http://schemas.openxmlformats.org/officeDocument/2006/relationships" id="280" r:id="Re61e48b2faf24f27"/>
    <p:sldId xmlns:r="http://schemas.openxmlformats.org/officeDocument/2006/relationships" id="281" r:id="R8cc5a609f0fe41cf"/>
    <p:sldId xmlns:r="http://schemas.openxmlformats.org/officeDocument/2006/relationships" id="282" r:id="Rf6d19c5842ba4fe2"/>
  </p:sldIdLst>
  <p:sldSz cx="7556500" cy="106934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p="http://schemas.openxmlformats.org/presentationml/2006/main"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0d520d3b6214a82" /><Relationship Type="http://schemas.openxmlformats.org/officeDocument/2006/relationships/slideMaster" Target="/ppt/slideMasters/slideMaster1.xml" Id="R96cb62736dc44327" /><Relationship Type="http://schemas.openxmlformats.org/officeDocument/2006/relationships/notesMaster" Target="/ppt/notesMasters/notesMaster1.xml" Id="R43b33d4180404be9" /><Relationship Type="http://schemas.openxmlformats.org/officeDocument/2006/relationships/presProps" Target="/ppt/presProps.xml" Id="Rf50e2eb9385d443d" /><Relationship Type="http://schemas.openxmlformats.org/officeDocument/2006/relationships/viewProps" Target="/ppt/viewProps.xml" Id="R74bb57b5b5314dd8" /><Relationship Type="http://schemas.openxmlformats.org/officeDocument/2006/relationships/tableStyles" Target="/ppt/tableStyles.xml" Id="Rb3e6d9e710d94bcb" /><Relationship Type="http://schemas.openxmlformats.org/officeDocument/2006/relationships/slide" Target="/ppt/slides/slide1.xml" Id="Rfa9c7feec6c34ae2" /><Relationship Type="http://schemas.openxmlformats.org/officeDocument/2006/relationships/slide" Target="/ppt/slides/slide2.xml" Id="Rddc61b49e64947ed" /><Relationship Type="http://schemas.openxmlformats.org/officeDocument/2006/relationships/slide" Target="/ppt/slides/slide3.xml" Id="R821117a70a01425f" /><Relationship Type="http://schemas.openxmlformats.org/officeDocument/2006/relationships/slide" Target="/ppt/slides/slide4.xml" Id="Re832c087ce394097" /><Relationship Type="http://schemas.openxmlformats.org/officeDocument/2006/relationships/slide" Target="/ppt/slides/slide5.xml" Id="R7d00f39b2d604add" /><Relationship Type="http://schemas.openxmlformats.org/officeDocument/2006/relationships/slide" Target="/ppt/slides/slide6.xml" Id="Rc38a4a865bf9402e" /><Relationship Type="http://schemas.openxmlformats.org/officeDocument/2006/relationships/slide" Target="/ppt/slides/slide7.xml" Id="Rbf68ad3a6b794221" /><Relationship Type="http://schemas.openxmlformats.org/officeDocument/2006/relationships/slide" Target="/ppt/slides/slide8.xml" Id="R030802c344d04677" /><Relationship Type="http://schemas.openxmlformats.org/officeDocument/2006/relationships/slide" Target="/ppt/slides/slide9.xml" Id="R341d5465e2304508" /><Relationship Type="http://schemas.openxmlformats.org/officeDocument/2006/relationships/slide" Target="/ppt/slides/slide10.xml" Id="Rbfbe3d2f9c5646b6" /><Relationship Type="http://schemas.openxmlformats.org/officeDocument/2006/relationships/slide" Target="/ppt/slides/slide11.xml" Id="R3974f1ee0a6f43d8" /><Relationship Type="http://schemas.openxmlformats.org/officeDocument/2006/relationships/slide" Target="/ppt/slides/slide12.xml" Id="Re530e85dbc3b42bc" /><Relationship Type="http://schemas.openxmlformats.org/officeDocument/2006/relationships/slide" Target="/ppt/slides/slide13.xml" Id="R16e03d0f56234098" /><Relationship Type="http://schemas.openxmlformats.org/officeDocument/2006/relationships/slide" Target="/ppt/slides/slide14.xml" Id="R41e0c5565ac44a0e" /><Relationship Type="http://schemas.openxmlformats.org/officeDocument/2006/relationships/slide" Target="/ppt/slides/slide15.xml" Id="Rb27bb9ce7cff4dcb" /><Relationship Type="http://schemas.openxmlformats.org/officeDocument/2006/relationships/slide" Target="/ppt/slides/slide16.xml" Id="R08299a316fc549f0" /><Relationship Type="http://schemas.openxmlformats.org/officeDocument/2006/relationships/slide" Target="/ppt/slides/slide17.xml" Id="R29e2d95cace44ff3" /><Relationship Type="http://schemas.openxmlformats.org/officeDocument/2006/relationships/slide" Target="/ppt/slides/slide18.xml" Id="Re3c52dff97324ed7" /><Relationship Type="http://schemas.openxmlformats.org/officeDocument/2006/relationships/slide" Target="/ppt/slides/slide19.xml" Id="Rc89c0e76a1f4475d" /><Relationship Type="http://schemas.openxmlformats.org/officeDocument/2006/relationships/slide" Target="/ppt/slides/slide20.xml" Id="R601ca1e6a1c24804" /><Relationship Type="http://schemas.openxmlformats.org/officeDocument/2006/relationships/slide" Target="/ppt/slides/slide21.xml" Id="R7014af55c70b444b" /><Relationship Type="http://schemas.openxmlformats.org/officeDocument/2006/relationships/slide" Target="/ppt/slides/slide22.xml" Id="R02878ddd6ff040f1" /><Relationship Type="http://schemas.openxmlformats.org/officeDocument/2006/relationships/slide" Target="/ppt/slides/slide23.xml" Id="R4ffa53e8e3e04b00" /><Relationship Type="http://schemas.openxmlformats.org/officeDocument/2006/relationships/slide" Target="/ppt/slides/slide24.xml" Id="R0aab37f1b312465a" /><Relationship Type="http://schemas.openxmlformats.org/officeDocument/2006/relationships/slide" Target="/ppt/slides/slide25.xml" Id="Re61e48b2faf24f27" /><Relationship Type="http://schemas.openxmlformats.org/officeDocument/2006/relationships/slide" Target="/ppt/slides/slide26.xml" Id="R8cc5a609f0fe41cf" /><Relationship Type="http://schemas.openxmlformats.org/officeDocument/2006/relationships/slide" Target="/ppt/slides/slide27.xml" Id="Rf6d19c5842ba4fe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f5ca95598eb432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7fb07b5b7a44e1a" /><Relationship Type="http://schemas.openxmlformats.org/officeDocument/2006/relationships/notesMaster" Target="/ppt/notesMasters/notesMaster1.xml" Id="Rb55e5a32cd664c0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48dc460d868423f" /><Relationship Type="http://schemas.openxmlformats.org/officeDocument/2006/relationships/notesMaster" Target="/ppt/notesMasters/notesMaster1.xml" Id="R437c625dfa74454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75994692f004f7b" /><Relationship Type="http://schemas.openxmlformats.org/officeDocument/2006/relationships/notesMaster" Target="/ppt/notesMasters/notesMaster1.xml" Id="R4599624377b14b5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2f3cf889f5e4cae" /><Relationship Type="http://schemas.openxmlformats.org/officeDocument/2006/relationships/notesMaster" Target="/ppt/notesMasters/notesMaster1.xml" Id="R479f8b4dee80412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5c437509ef34a94" /><Relationship Type="http://schemas.openxmlformats.org/officeDocument/2006/relationships/notesMaster" Target="/ppt/notesMasters/notesMaster1.xml" Id="Rfe32f272e8084f6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4bb4ed3d47b43a3" /><Relationship Type="http://schemas.openxmlformats.org/officeDocument/2006/relationships/notesMaster" Target="/ppt/notesMasters/notesMaster1.xml" Id="R1838c8aaeaf8430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1295eb80bf04631" /><Relationship Type="http://schemas.openxmlformats.org/officeDocument/2006/relationships/notesMaster" Target="/ppt/notesMasters/notesMaster1.xml" Id="Rcb0feb4b83b04d2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7bb623e875a4e45" /><Relationship Type="http://schemas.openxmlformats.org/officeDocument/2006/relationships/notesMaster" Target="/ppt/notesMasters/notesMaster1.xml" Id="R34284e825abb4ae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1949c172043409f" /><Relationship Type="http://schemas.openxmlformats.org/officeDocument/2006/relationships/notesMaster" Target="/ppt/notesMasters/notesMaster1.xml" Id="R4fef1b519f8c433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926e61776a144f7" /><Relationship Type="http://schemas.openxmlformats.org/officeDocument/2006/relationships/notesMaster" Target="/ppt/notesMasters/notesMaster1.xml" Id="Ra10e19ac454b47e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277e1003d854d80" /><Relationship Type="http://schemas.openxmlformats.org/officeDocument/2006/relationships/notesMaster" Target="/ppt/notesMasters/notesMaster1.xml" Id="R44f0fd5b08784f8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c445f3d40e941c2" /><Relationship Type="http://schemas.openxmlformats.org/officeDocument/2006/relationships/notesMaster" Target="/ppt/notesMasters/notesMaster1.xml" Id="Rdeb050bed1d74252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f27cb2f88b254673" /><Relationship Type="http://schemas.openxmlformats.org/officeDocument/2006/relationships/notesMaster" Target="/ppt/notesMasters/notesMaster1.xml" Id="Rd9f4546d19124216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05a4f7fc55d148a3" /><Relationship Type="http://schemas.openxmlformats.org/officeDocument/2006/relationships/notesMaster" Target="/ppt/notesMasters/notesMaster1.xml" Id="R9c17da94c225491a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256238251dc24787" /><Relationship Type="http://schemas.openxmlformats.org/officeDocument/2006/relationships/notesMaster" Target="/ppt/notesMasters/notesMaster1.xml" Id="R29ed5e408cdb4648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7d12b322858b4012" /><Relationship Type="http://schemas.openxmlformats.org/officeDocument/2006/relationships/notesMaster" Target="/ppt/notesMasters/notesMaster1.xml" Id="R8936ae5b4d294a63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08fb23cf3983437c" /><Relationship Type="http://schemas.openxmlformats.org/officeDocument/2006/relationships/notesMaster" Target="/ppt/notesMasters/notesMaster1.xml" Id="Rfc7ae4f9424b438c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cb597deca2d644b3" /><Relationship Type="http://schemas.openxmlformats.org/officeDocument/2006/relationships/notesMaster" Target="/ppt/notesMasters/notesMaster1.xml" Id="R5626eb0a2dc04c20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6a28d0b682c84123" /><Relationship Type="http://schemas.openxmlformats.org/officeDocument/2006/relationships/notesMaster" Target="/ppt/notesMasters/notesMaster1.xml" Id="R48786765ba8a4dca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8703ef18cdb64bda" /><Relationship Type="http://schemas.openxmlformats.org/officeDocument/2006/relationships/notesMaster" Target="/ppt/notesMasters/notesMaster1.xml" Id="R79d0114169f4456e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e18025cc17b94e37" /><Relationship Type="http://schemas.openxmlformats.org/officeDocument/2006/relationships/notesMaster" Target="/ppt/notesMasters/notesMaster1.xml" Id="Rb40b84fc938641dd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74e0c58ac91b4a3b" /><Relationship Type="http://schemas.openxmlformats.org/officeDocument/2006/relationships/notesMaster" Target="/ppt/notesMasters/notesMaster1.xml" Id="R3914ac55a8b9426f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b8fff1b28c204ff6" /><Relationship Type="http://schemas.openxmlformats.org/officeDocument/2006/relationships/notesMaster" Target="/ppt/notesMasters/notesMaster1.xml" Id="Ra9a26730e518498f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a37fed6f481b4420" /><Relationship Type="http://schemas.openxmlformats.org/officeDocument/2006/relationships/notesMaster" Target="/ppt/notesMasters/notesMaster1.xml" Id="R3642b5df060a484c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900c1892fda344fb" /><Relationship Type="http://schemas.openxmlformats.org/officeDocument/2006/relationships/notesMaster" Target="/ppt/notesMasters/notesMaster1.xml" Id="R13c0aa4530784ff0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ec6a6aad183c498f" /><Relationship Type="http://schemas.openxmlformats.org/officeDocument/2006/relationships/notesMaster" Target="/ppt/notesMasters/notesMaster1.xml" Id="Rc824d66147504f7d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1a2ebaef33f64851" /><Relationship Type="http://schemas.openxmlformats.org/officeDocument/2006/relationships/notesMaster" Target="/ppt/notesMasters/notesMaster1.xml" Id="R807f8f11e735447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ece52aeec5245c9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96e0ea85816476b" /><Relationship Type="http://schemas.openxmlformats.org/officeDocument/2006/relationships/image" Target="/ppt/media/image.jpeg" Id="R891c2c7d800a41d7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287c28ad5d5438e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814600041d34a97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bf8c5ce20ec4ad9" /></Relationships>
</file>

<file path=ppt/slideLayouts/slideLayout1.xml><?xml version="1.0" encoding="utf-8"?>
<p:sldLayout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older 2">
            <a:extLst xmlns:a="http://schemas.openxmlformats.org/drawingml/2006/main">
              <a:ext uri="{FF2B5EF4-FFF2-40B4-BE49-F238E27FC236}">
                <a16:creationId xmlns:a16="http://schemas.microsoft.com/office/drawing/2014/main" id="{7D6374BD-3661-4FEB-AB13-182A9D29866A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567213" y="3314954"/>
            <a:ext cx="6428422" cy="22456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lvl1pPr>
              <a:buNone/>
              <a:defRPr sz="3000" b="1" i="0">
                <a:solidFill>
                  <a:schemeClr val="bg1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3" name="Holder 3">
            <a:extLst xmlns:a="http://schemas.openxmlformats.org/drawingml/2006/main">
              <a:ext uri="{FF2B5EF4-FFF2-40B4-BE49-F238E27FC236}">
                <a16:creationId xmlns:a16="http://schemas.microsoft.com/office/drawing/2014/main" id="{C29CDF68-93FB-4ED3-A095-1605C48F4655}"/>
              </a:ext>
            </a:extLst>
          </p:cNvPr>
          <p:cNvSpPr>
            <a:spLocks xmlns:a="http://schemas.openxmlformats.org/drawingml/2006/main" noGrp="1"/>
          </p:cNvSpPr>
          <p:nvPr>
            <p:ph type="subTitle" idx="4"/>
          </p:nvPr>
        </p:nvSpPr>
        <p:spPr>
          <a:xfrm xmlns:a="http://schemas.openxmlformats.org/drawingml/2006/main">
            <a:off x="1134427" y="5988304"/>
            <a:ext cx="5293995" cy="267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endParaRPr/>
          </a:p>
        </p:txBody>
      </p:sp>
      <p:sp>
        <p:nvSpPr>
          <p:cNvPr id="4" name="Holder 4">
            <a:extLst xmlns:a="http://schemas.openxmlformats.org/drawingml/2006/main">
              <a:ext uri="{FF2B5EF4-FFF2-40B4-BE49-F238E27FC236}">
                <a16:creationId xmlns:a16="http://schemas.microsoft.com/office/drawing/2014/main" id="{E9D9B2F6-C8C1-4B3F-A9B5-804123C06417}"/>
              </a:ext>
            </a:extLst>
          </p:cNvPr>
          <p:cNvSpPr>
            <a:spLocks xmlns:a="http://schemas.openxmlformats.org/drawingml/2006/main" noGrp="1"/>
          </p:cNvSpPr>
          <p:nvPr>
            <p:ph type="ftr" idx="5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>
              <a:buNone/>
              <a:defRPr sz="650" b="0" i="0">
                <a:solidFill>
                  <a:srgbClr val="596B82"/>
                </a:solidFill>
                <a:latin typeface="Arial MT"/>
                <a:ea typeface="Arial MT"/>
                <a:cs typeface="Arial MT"/>
              </a:defRPr>
            </a:lvl1pPr>
          </a:lstStyle>
          <a:p xmlns:a="http://schemas.openxmlformats.org/drawingml/2006/main">
            <a:pPr marL="12700">
              <a:lnSpc>
                <a:spcPct val="100000"/>
              </a:lnSpc>
              <a:spcBef>
                <a:spcPts val="55"/>
              </a:spcBef>
              <a:buNone/>
            </a:pPr>
            <a:r>
              <a:t>Internal</a:t>
            </a:r>
            <a:r>
              <a:t> </a:t>
            </a:r>
            <a:r>
              <a:t>user</a:t>
            </a:r>
            <a:r>
              <a:t> </a:t>
            </a:r>
            <a:r>
              <a:t>guide</a:t>
            </a:r>
            <a:r>
              <a:t> </a:t>
            </a:r>
            <a:r>
              <a:t>-</a:t>
            </a:r>
            <a:r>
              <a:t> </a:t>
            </a:r>
            <a:r>
              <a:t>controlled</a:t>
            </a:r>
            <a:r>
              <a:t> </a:t>
            </a:r>
            <a:r>
              <a:t>copy</a:t>
            </a:r>
            <a:r>
              <a:t> </a:t>
            </a:r>
            <a:r>
              <a:t>when</a:t>
            </a:r>
            <a:r>
              <a:t> </a:t>
            </a:r>
            <a:r>
              <a:t>viewed</a:t>
            </a:r>
            <a:r>
              <a:t> </a:t>
            </a:r>
            <a:r>
              <a:t>in</a:t>
            </a:r>
            <a:r>
              <a:t> </a:t>
            </a:r>
            <a:r>
              <a:t>the</a:t>
            </a:r>
            <a:r>
              <a:t> </a:t>
            </a:r>
            <a:r>
              <a:t>DMS</a:t>
            </a:r>
            <a:r>
              <a:t> </a:t>
            </a:r>
            <a:r>
              <a:t>portal</a:t>
            </a:r>
          </a:p>
        </p:txBody>
      </p:sp>
      <p:sp>
        <p:nvSpPr>
          <p:cNvPr id="5" name="Holder 5">
            <a:extLst xmlns:a="http://schemas.openxmlformats.org/drawingml/2006/main">
              <a:ext uri="{FF2B5EF4-FFF2-40B4-BE49-F238E27FC236}">
                <a16:creationId xmlns:a16="http://schemas.microsoft.com/office/drawing/2014/main" id="{EDFFA541-67D6-4F29-8378-53A068A4742F}"/>
              </a:ext>
            </a:extLst>
          </p:cNvPr>
          <p:cNvSpPr>
            <a:spLocks xmlns:a="http://schemas.openxmlformats.org/drawingml/2006/main" noGrp="1"/>
          </p:cNvSpPr>
          <p:nvPr>
            <p:ph type="dt" idx="6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>
              <a:buNone/>
              <a:defRPr sz="650" b="0" i="0">
                <a:solidFill>
                  <a:srgbClr val="596B82"/>
                </a:solidFill>
                <a:latin typeface="Arial MT"/>
                <a:ea typeface="Arial MT"/>
                <a:cs typeface="Arial MT"/>
              </a:defRPr>
            </a:lvl1pPr>
          </a:lstStyle>
          <a:p xmlns:a="http://schemas.openxmlformats.org/drawingml/2006/main">
            <a:pPr marL="12700">
              <a:lnSpc>
                <a:spcPct val="100000"/>
              </a:lnSpc>
              <a:spcBef>
                <a:spcPts val="55"/>
              </a:spcBef>
              <a:buNone/>
            </a:pPr>
            <a:r>
              <a:t>Smart</a:t>
            </a:r>
            <a:r>
              <a:t> </a:t>
            </a:r>
            <a:r>
              <a:t>DMS</a:t>
            </a:r>
            <a:r>
              <a:t> </a:t>
            </a:r>
            <a:r>
              <a:t>v2.0.0</a:t>
            </a:r>
          </a:p>
        </p:txBody>
      </p:sp>
      <p:sp>
        <p:nvSpPr>
          <p:cNvPr id="6" name="Holder 6">
            <a:extLst xmlns:a="http://schemas.openxmlformats.org/drawingml/2006/main">
              <a:ext uri="{FF2B5EF4-FFF2-40B4-BE49-F238E27FC236}">
                <a16:creationId xmlns:a16="http://schemas.microsoft.com/office/drawing/2014/main" id="{D6013E5D-11FC-4DE0-BF30-A671B96AC636}"/>
              </a:ext>
            </a:extLst>
          </p:cNvPr>
          <p:cNvSpPr>
            <a:spLocks xmlns:a="http://schemas.openxmlformats.org/drawingml/2006/main" noGrp="1"/>
          </p:cNvSpPr>
          <p:nvPr>
            <p:ph type="sldNum" idx="7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 algn="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showMasterSp="0" type="obj" preserve="1">
  <p:cSld name="Title and Content"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bg object 16">
            <a:extLst xmlns:a="http://schemas.openxmlformats.org/drawingml/2006/main">
              <a:ext uri="{FF2B5EF4-FFF2-40B4-BE49-F238E27FC236}">
                <a16:creationId xmlns:a16="http://schemas.microsoft.com/office/drawing/2014/main" id="{714C8603-B0F2-4CAA-9C11-C4E78D3F9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560309" cy="10692130"/>
          </a:xfrm>
          <a:custGeom xmlns:a="http://schemas.openxmlformats.org/drawingml/2006/main">
            <a:rect l="l" t="t" r="r" b="b"/>
            <a:pathLst>
              <a:path w="7560309" h="10692130">
                <a:moveTo>
                  <a:pt x="7560000" y="0"/>
                </a:moveTo>
                <a:lnTo>
                  <a:pt x="0" y="0"/>
                </a:lnTo>
                <a:lnTo>
                  <a:pt x="0" y="10692000"/>
                </a:lnTo>
                <a:lnTo>
                  <a:pt x="7560000" y="10692000"/>
                </a:lnTo>
                <a:lnTo>
                  <a:pt x="7560000" y="0"/>
                </a:lnTo>
                <a:close/>
              </a:path>
            </a:pathLst>
          </a:custGeom>
          <a:solidFill xmlns:a="http://schemas.openxmlformats.org/drawingml/2006/main">
            <a:srgbClr val="0A346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7" name="bg object 17">
            <a:extLst xmlns:a="http://schemas.openxmlformats.org/drawingml/2006/main">
              <a:ext uri="{FF2B5EF4-FFF2-40B4-BE49-F238E27FC236}">
                <a16:creationId xmlns:a16="http://schemas.microsoft.com/office/drawing/2014/main" id="{3D4D9DA6-60AB-45EB-8988-AAEC68B6B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7000" y="0"/>
            <a:ext cx="2413000" cy="3544570"/>
          </a:xfrm>
          <a:custGeom xmlns:a="http://schemas.openxmlformats.org/drawingml/2006/main">
            <a:rect l="l" t="t" r="r" b="b"/>
            <a:pathLst>
              <a:path w="2413000" h="3544570">
                <a:moveTo>
                  <a:pt x="2412999" y="0"/>
                </a:moveTo>
                <a:lnTo>
                  <a:pt x="151838" y="0"/>
                </a:lnTo>
                <a:lnTo>
                  <a:pt x="147830" y="11189"/>
                </a:lnTo>
                <a:lnTo>
                  <a:pt x="133072" y="54762"/>
                </a:lnTo>
                <a:lnTo>
                  <a:pt x="119048" y="98669"/>
                </a:lnTo>
                <a:lnTo>
                  <a:pt x="105765" y="142901"/>
                </a:lnTo>
                <a:lnTo>
                  <a:pt x="93231" y="187452"/>
                </a:lnTo>
                <a:lnTo>
                  <a:pt x="81452" y="232314"/>
                </a:lnTo>
                <a:lnTo>
                  <a:pt x="70437" y="277480"/>
                </a:lnTo>
                <a:lnTo>
                  <a:pt x="60192" y="322944"/>
                </a:lnTo>
                <a:lnTo>
                  <a:pt x="50725" y="368696"/>
                </a:lnTo>
                <a:lnTo>
                  <a:pt x="42043" y="414731"/>
                </a:lnTo>
                <a:lnTo>
                  <a:pt x="34153" y="461041"/>
                </a:lnTo>
                <a:lnTo>
                  <a:pt x="27063" y="507618"/>
                </a:lnTo>
                <a:lnTo>
                  <a:pt x="20779" y="554456"/>
                </a:lnTo>
                <a:lnTo>
                  <a:pt x="15310" y="601547"/>
                </a:lnTo>
                <a:lnTo>
                  <a:pt x="10662" y="648884"/>
                </a:lnTo>
                <a:lnTo>
                  <a:pt x="6843" y="696459"/>
                </a:lnTo>
                <a:lnTo>
                  <a:pt x="3860" y="744265"/>
                </a:lnTo>
                <a:lnTo>
                  <a:pt x="1720" y="792296"/>
                </a:lnTo>
                <a:lnTo>
                  <a:pt x="431" y="840543"/>
                </a:lnTo>
                <a:lnTo>
                  <a:pt x="0" y="888999"/>
                </a:lnTo>
                <a:lnTo>
                  <a:pt x="431" y="937455"/>
                </a:lnTo>
                <a:lnTo>
                  <a:pt x="1720" y="985702"/>
                </a:lnTo>
                <a:lnTo>
                  <a:pt x="3860" y="1033733"/>
                </a:lnTo>
                <a:lnTo>
                  <a:pt x="6843" y="1081539"/>
                </a:lnTo>
                <a:lnTo>
                  <a:pt x="10662" y="1129114"/>
                </a:lnTo>
                <a:lnTo>
                  <a:pt x="15310" y="1176451"/>
                </a:lnTo>
                <a:lnTo>
                  <a:pt x="20779" y="1223542"/>
                </a:lnTo>
                <a:lnTo>
                  <a:pt x="27063" y="1270380"/>
                </a:lnTo>
                <a:lnTo>
                  <a:pt x="34153" y="1316957"/>
                </a:lnTo>
                <a:lnTo>
                  <a:pt x="42043" y="1363267"/>
                </a:lnTo>
                <a:lnTo>
                  <a:pt x="50725" y="1409302"/>
                </a:lnTo>
                <a:lnTo>
                  <a:pt x="60192" y="1455055"/>
                </a:lnTo>
                <a:lnTo>
                  <a:pt x="70437" y="1500518"/>
                </a:lnTo>
                <a:lnTo>
                  <a:pt x="81452" y="1545684"/>
                </a:lnTo>
                <a:lnTo>
                  <a:pt x="93231" y="1590546"/>
                </a:lnTo>
                <a:lnTo>
                  <a:pt x="105765" y="1635097"/>
                </a:lnTo>
                <a:lnTo>
                  <a:pt x="119048" y="1679330"/>
                </a:lnTo>
                <a:lnTo>
                  <a:pt x="133072" y="1723236"/>
                </a:lnTo>
                <a:lnTo>
                  <a:pt x="147830" y="1766809"/>
                </a:lnTo>
                <a:lnTo>
                  <a:pt x="163315" y="1810042"/>
                </a:lnTo>
                <a:lnTo>
                  <a:pt x="179519" y="1852926"/>
                </a:lnTo>
                <a:lnTo>
                  <a:pt x="196435" y="1895456"/>
                </a:lnTo>
                <a:lnTo>
                  <a:pt x="214057" y="1937623"/>
                </a:lnTo>
                <a:lnTo>
                  <a:pt x="232375" y="1979421"/>
                </a:lnTo>
                <a:lnTo>
                  <a:pt x="251384" y="2020842"/>
                </a:lnTo>
                <a:lnTo>
                  <a:pt x="271076" y="2061878"/>
                </a:lnTo>
                <a:lnTo>
                  <a:pt x="291444" y="2102523"/>
                </a:lnTo>
                <a:lnTo>
                  <a:pt x="312480" y="2142769"/>
                </a:lnTo>
                <a:lnTo>
                  <a:pt x="334178" y="2182609"/>
                </a:lnTo>
                <a:lnTo>
                  <a:pt x="356529" y="2222036"/>
                </a:lnTo>
                <a:lnTo>
                  <a:pt x="379526" y="2261042"/>
                </a:lnTo>
                <a:lnTo>
                  <a:pt x="403163" y="2299620"/>
                </a:lnTo>
                <a:lnTo>
                  <a:pt x="427432" y="2337763"/>
                </a:lnTo>
                <a:lnTo>
                  <a:pt x="452326" y="2375463"/>
                </a:lnTo>
                <a:lnTo>
                  <a:pt x="477837" y="2412714"/>
                </a:lnTo>
                <a:lnTo>
                  <a:pt x="503958" y="2449507"/>
                </a:lnTo>
                <a:lnTo>
                  <a:pt x="530682" y="2485836"/>
                </a:lnTo>
                <a:lnTo>
                  <a:pt x="558002" y="2521693"/>
                </a:lnTo>
                <a:lnTo>
                  <a:pt x="585909" y="2557072"/>
                </a:lnTo>
                <a:lnTo>
                  <a:pt x="614398" y="2591964"/>
                </a:lnTo>
                <a:lnTo>
                  <a:pt x="643461" y="2626362"/>
                </a:lnTo>
                <a:lnTo>
                  <a:pt x="673090" y="2660260"/>
                </a:lnTo>
                <a:lnTo>
                  <a:pt x="703277" y="2693650"/>
                </a:lnTo>
                <a:lnTo>
                  <a:pt x="734017" y="2726524"/>
                </a:lnTo>
                <a:lnTo>
                  <a:pt x="765302" y="2758875"/>
                </a:lnTo>
                <a:lnTo>
                  <a:pt x="797123" y="2790697"/>
                </a:lnTo>
                <a:lnTo>
                  <a:pt x="829475" y="2821981"/>
                </a:lnTo>
                <a:lnTo>
                  <a:pt x="862349" y="2852721"/>
                </a:lnTo>
                <a:lnTo>
                  <a:pt x="895739" y="2882909"/>
                </a:lnTo>
                <a:lnTo>
                  <a:pt x="929636" y="2912538"/>
                </a:lnTo>
                <a:lnTo>
                  <a:pt x="964035" y="2941600"/>
                </a:lnTo>
                <a:lnTo>
                  <a:pt x="998927" y="2970089"/>
                </a:lnTo>
                <a:lnTo>
                  <a:pt x="1034305" y="2997997"/>
                </a:lnTo>
                <a:lnTo>
                  <a:pt x="1070163" y="3025317"/>
                </a:lnTo>
                <a:lnTo>
                  <a:pt x="1106492" y="3052041"/>
                </a:lnTo>
                <a:lnTo>
                  <a:pt x="1143285" y="3078162"/>
                </a:lnTo>
                <a:lnTo>
                  <a:pt x="1180535" y="3103673"/>
                </a:lnTo>
                <a:lnTo>
                  <a:pt x="1218236" y="3128566"/>
                </a:lnTo>
                <a:lnTo>
                  <a:pt x="1256379" y="3152835"/>
                </a:lnTo>
                <a:lnTo>
                  <a:pt x="1294957" y="3176472"/>
                </a:lnTo>
                <a:lnTo>
                  <a:pt x="1333963" y="3199470"/>
                </a:lnTo>
                <a:lnTo>
                  <a:pt x="1373389" y="3221821"/>
                </a:lnTo>
                <a:lnTo>
                  <a:pt x="1413229" y="3243518"/>
                </a:lnTo>
                <a:lnTo>
                  <a:pt x="1453475" y="3264554"/>
                </a:lnTo>
                <a:lnTo>
                  <a:pt x="1494120" y="3284922"/>
                </a:lnTo>
                <a:lnTo>
                  <a:pt x="1535157" y="3304614"/>
                </a:lnTo>
                <a:lnTo>
                  <a:pt x="1576578" y="3323623"/>
                </a:lnTo>
                <a:lnTo>
                  <a:pt x="1618375" y="3341942"/>
                </a:lnTo>
                <a:lnTo>
                  <a:pt x="1660543" y="3359563"/>
                </a:lnTo>
                <a:lnTo>
                  <a:pt x="1703072" y="3376480"/>
                </a:lnTo>
                <a:lnTo>
                  <a:pt x="1745957" y="3392684"/>
                </a:lnTo>
                <a:lnTo>
                  <a:pt x="1789190" y="3408169"/>
                </a:lnTo>
                <a:lnTo>
                  <a:pt x="1832763" y="3422927"/>
                </a:lnTo>
                <a:lnTo>
                  <a:pt x="1876669" y="3436951"/>
                </a:lnTo>
                <a:lnTo>
                  <a:pt x="1920901" y="3450234"/>
                </a:lnTo>
                <a:lnTo>
                  <a:pt x="1965452" y="3462768"/>
                </a:lnTo>
                <a:lnTo>
                  <a:pt x="2010314" y="3474546"/>
                </a:lnTo>
                <a:lnTo>
                  <a:pt x="2055481" y="3485562"/>
                </a:lnTo>
                <a:lnTo>
                  <a:pt x="2100944" y="3495807"/>
                </a:lnTo>
                <a:lnTo>
                  <a:pt x="2146697" y="3505274"/>
                </a:lnTo>
                <a:lnTo>
                  <a:pt x="2192732" y="3513956"/>
                </a:lnTo>
                <a:lnTo>
                  <a:pt x="2239041" y="3521846"/>
                </a:lnTo>
                <a:lnTo>
                  <a:pt x="2285619" y="3528936"/>
                </a:lnTo>
                <a:lnTo>
                  <a:pt x="2332457" y="3535219"/>
                </a:lnTo>
                <a:lnTo>
                  <a:pt x="2379548" y="3540689"/>
                </a:lnTo>
                <a:lnTo>
                  <a:pt x="2412999" y="3543973"/>
                </a:lnTo>
                <a:lnTo>
                  <a:pt x="2412999" y="0"/>
                </a:lnTo>
                <a:close/>
              </a:path>
            </a:pathLst>
          </a:custGeom>
          <a:solidFill xmlns:a="http://schemas.openxmlformats.org/drawingml/2006/main">
            <a:srgbClr val="082A54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8" name="bg object 18">
            <a:extLst xmlns:a="http://schemas.openxmlformats.org/drawingml/2006/main">
              <a:ext uri="{FF2B5EF4-FFF2-40B4-BE49-F238E27FC236}">
                <a16:creationId xmlns:a16="http://schemas.microsoft.com/office/drawing/2014/main" id="{D3D43E62-D3DD-4A52-97BB-ABA07A686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319728"/>
            <a:ext cx="1778000" cy="3372485"/>
          </a:xfrm>
          <a:custGeom xmlns:a="http://schemas.openxmlformats.org/drawingml/2006/main">
            <a:rect l="l" t="t" r="r" b="b"/>
            <a:pathLst>
              <a:path w="1778000" h="3372484">
                <a:moveTo>
                  <a:pt x="0" y="0"/>
                </a:moveTo>
                <a:lnTo>
                  <a:pt x="0" y="3372271"/>
                </a:lnTo>
                <a:lnTo>
                  <a:pt x="1472070" y="3372271"/>
                </a:lnTo>
                <a:lnTo>
                  <a:pt x="1510159" y="3303931"/>
                </a:lnTo>
                <a:lnTo>
                  <a:pt x="1531139" y="3263652"/>
                </a:lnTo>
                <a:lnTo>
                  <a:pt x="1551339" y="3222908"/>
                </a:lnTo>
                <a:lnTo>
                  <a:pt x="1570747" y="3181711"/>
                </a:lnTo>
                <a:lnTo>
                  <a:pt x="1589354" y="3140070"/>
                </a:lnTo>
                <a:lnTo>
                  <a:pt x="1607150" y="3097994"/>
                </a:lnTo>
                <a:lnTo>
                  <a:pt x="1624126" y="3055495"/>
                </a:lnTo>
                <a:lnTo>
                  <a:pt x="1640270" y="3012581"/>
                </a:lnTo>
                <a:lnTo>
                  <a:pt x="1655574" y="2969262"/>
                </a:lnTo>
                <a:lnTo>
                  <a:pt x="1670027" y="2925550"/>
                </a:lnTo>
                <a:lnTo>
                  <a:pt x="1683619" y="2881452"/>
                </a:lnTo>
                <a:lnTo>
                  <a:pt x="1696341" y="2836981"/>
                </a:lnTo>
                <a:lnTo>
                  <a:pt x="1708183" y="2792144"/>
                </a:lnTo>
                <a:lnTo>
                  <a:pt x="1719134" y="2746953"/>
                </a:lnTo>
                <a:lnTo>
                  <a:pt x="1729185" y="2701417"/>
                </a:lnTo>
                <a:lnTo>
                  <a:pt x="1738326" y="2655546"/>
                </a:lnTo>
                <a:lnTo>
                  <a:pt x="1746547" y="2609350"/>
                </a:lnTo>
                <a:lnTo>
                  <a:pt x="1753837" y="2562838"/>
                </a:lnTo>
                <a:lnTo>
                  <a:pt x="1760188" y="2516022"/>
                </a:lnTo>
                <a:lnTo>
                  <a:pt x="1765589" y="2468911"/>
                </a:lnTo>
                <a:lnTo>
                  <a:pt x="1770031" y="2421514"/>
                </a:lnTo>
                <a:lnTo>
                  <a:pt x="1773502" y="2373841"/>
                </a:lnTo>
                <a:lnTo>
                  <a:pt x="1775994" y="2325904"/>
                </a:lnTo>
                <a:lnTo>
                  <a:pt x="1777496" y="2277710"/>
                </a:lnTo>
                <a:lnTo>
                  <a:pt x="1778000" y="2229271"/>
                </a:lnTo>
                <a:lnTo>
                  <a:pt x="1777496" y="2180832"/>
                </a:lnTo>
                <a:lnTo>
                  <a:pt x="1775994" y="2132639"/>
                </a:lnTo>
                <a:lnTo>
                  <a:pt x="1773502" y="2084701"/>
                </a:lnTo>
                <a:lnTo>
                  <a:pt x="1770031" y="2037029"/>
                </a:lnTo>
                <a:lnTo>
                  <a:pt x="1765589" y="1989632"/>
                </a:lnTo>
                <a:lnTo>
                  <a:pt x="1760188" y="1942520"/>
                </a:lnTo>
                <a:lnTo>
                  <a:pt x="1753837" y="1895704"/>
                </a:lnTo>
                <a:lnTo>
                  <a:pt x="1746547" y="1849193"/>
                </a:lnTo>
                <a:lnTo>
                  <a:pt x="1738326" y="1802997"/>
                </a:lnTo>
                <a:lnTo>
                  <a:pt x="1729185" y="1757126"/>
                </a:lnTo>
                <a:lnTo>
                  <a:pt x="1719134" y="1711589"/>
                </a:lnTo>
                <a:lnTo>
                  <a:pt x="1708183" y="1666398"/>
                </a:lnTo>
                <a:lnTo>
                  <a:pt x="1696341" y="1621562"/>
                </a:lnTo>
                <a:lnTo>
                  <a:pt x="1683619" y="1577090"/>
                </a:lnTo>
                <a:lnTo>
                  <a:pt x="1670027" y="1532993"/>
                </a:lnTo>
                <a:lnTo>
                  <a:pt x="1655574" y="1489280"/>
                </a:lnTo>
                <a:lnTo>
                  <a:pt x="1640270" y="1445962"/>
                </a:lnTo>
                <a:lnTo>
                  <a:pt x="1624126" y="1403048"/>
                </a:lnTo>
                <a:lnTo>
                  <a:pt x="1607150" y="1360548"/>
                </a:lnTo>
                <a:lnTo>
                  <a:pt x="1589354" y="1318472"/>
                </a:lnTo>
                <a:lnTo>
                  <a:pt x="1570747" y="1276831"/>
                </a:lnTo>
                <a:lnTo>
                  <a:pt x="1551339" y="1235634"/>
                </a:lnTo>
                <a:lnTo>
                  <a:pt x="1531139" y="1194890"/>
                </a:lnTo>
                <a:lnTo>
                  <a:pt x="1510159" y="1154611"/>
                </a:lnTo>
                <a:lnTo>
                  <a:pt x="1488407" y="1114805"/>
                </a:lnTo>
                <a:lnTo>
                  <a:pt x="1465893" y="1075483"/>
                </a:lnTo>
                <a:lnTo>
                  <a:pt x="1442629" y="1036654"/>
                </a:lnTo>
                <a:lnTo>
                  <a:pt x="1418622" y="998330"/>
                </a:lnTo>
                <a:lnTo>
                  <a:pt x="1393884" y="960518"/>
                </a:lnTo>
                <a:lnTo>
                  <a:pt x="1368425" y="923230"/>
                </a:lnTo>
                <a:lnTo>
                  <a:pt x="1342253" y="886475"/>
                </a:lnTo>
                <a:lnTo>
                  <a:pt x="1315379" y="850264"/>
                </a:lnTo>
                <a:lnTo>
                  <a:pt x="1287814" y="814605"/>
                </a:lnTo>
                <a:lnTo>
                  <a:pt x="1259567" y="779510"/>
                </a:lnTo>
                <a:lnTo>
                  <a:pt x="1230647" y="744987"/>
                </a:lnTo>
                <a:lnTo>
                  <a:pt x="1201065" y="711047"/>
                </a:lnTo>
                <a:lnTo>
                  <a:pt x="1170831" y="677701"/>
                </a:lnTo>
                <a:lnTo>
                  <a:pt x="1139955" y="644956"/>
                </a:lnTo>
                <a:lnTo>
                  <a:pt x="1108446" y="612825"/>
                </a:lnTo>
                <a:lnTo>
                  <a:pt x="1076314" y="581316"/>
                </a:lnTo>
                <a:lnTo>
                  <a:pt x="1043570" y="550439"/>
                </a:lnTo>
                <a:lnTo>
                  <a:pt x="1010223" y="520205"/>
                </a:lnTo>
                <a:lnTo>
                  <a:pt x="976283" y="490623"/>
                </a:lnTo>
                <a:lnTo>
                  <a:pt x="941761" y="461704"/>
                </a:lnTo>
                <a:lnTo>
                  <a:pt x="906665" y="433456"/>
                </a:lnTo>
                <a:lnTo>
                  <a:pt x="871007" y="405891"/>
                </a:lnTo>
                <a:lnTo>
                  <a:pt x="834795" y="379018"/>
                </a:lnTo>
                <a:lnTo>
                  <a:pt x="798040" y="352846"/>
                </a:lnTo>
                <a:lnTo>
                  <a:pt x="760752" y="327386"/>
                </a:lnTo>
                <a:lnTo>
                  <a:pt x="722941" y="302648"/>
                </a:lnTo>
                <a:lnTo>
                  <a:pt x="684616" y="278642"/>
                </a:lnTo>
                <a:lnTo>
                  <a:pt x="645787" y="255377"/>
                </a:lnTo>
                <a:lnTo>
                  <a:pt x="606465" y="232864"/>
                </a:lnTo>
                <a:lnTo>
                  <a:pt x="566660" y="211112"/>
                </a:lnTo>
                <a:lnTo>
                  <a:pt x="526380" y="190131"/>
                </a:lnTo>
                <a:lnTo>
                  <a:pt x="485637" y="169932"/>
                </a:lnTo>
                <a:lnTo>
                  <a:pt x="444439" y="150524"/>
                </a:lnTo>
                <a:lnTo>
                  <a:pt x="402798" y="131916"/>
                </a:lnTo>
                <a:lnTo>
                  <a:pt x="360722" y="114120"/>
                </a:lnTo>
                <a:lnTo>
                  <a:pt x="318223" y="97145"/>
                </a:lnTo>
                <a:lnTo>
                  <a:pt x="275309" y="81000"/>
                </a:lnTo>
                <a:lnTo>
                  <a:pt x="231991" y="65697"/>
                </a:lnTo>
                <a:lnTo>
                  <a:pt x="188278" y="51244"/>
                </a:lnTo>
                <a:lnTo>
                  <a:pt x="144181" y="37651"/>
                </a:lnTo>
                <a:lnTo>
                  <a:pt x="99709" y="24929"/>
                </a:lnTo>
                <a:lnTo>
                  <a:pt x="54872" y="13088"/>
                </a:lnTo>
                <a:lnTo>
                  <a:pt x="9681" y="213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E467E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9" name="bg object 19">
            <a:extLst xmlns:a="http://schemas.openxmlformats.org/drawingml/2006/main">
              <a:ext uri="{FF2B5EF4-FFF2-40B4-BE49-F238E27FC236}">
                <a16:creationId xmlns:a16="http://schemas.microsoft.com/office/drawing/2014/main" id="{A587EBC3-3211-4D67-99F2-0260ED9DB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600" y="571499"/>
            <a:ext cx="1549400" cy="647700"/>
          </a:xfrm>
          <a:custGeom xmlns:a="http://schemas.openxmlformats.org/drawingml/2006/main">
            <a:rect l="l" t="t" r="r" b="b"/>
            <a:pathLst>
              <a:path w="1549400" h="647700">
                <a:moveTo>
                  <a:pt x="1460500" y="0"/>
                </a:moveTo>
                <a:lnTo>
                  <a:pt x="88900" y="0"/>
                </a:lnTo>
                <a:lnTo>
                  <a:pt x="54276" y="6979"/>
                </a:lnTo>
                <a:lnTo>
                  <a:pt x="26021" y="26021"/>
                </a:lnTo>
                <a:lnTo>
                  <a:pt x="6979" y="54276"/>
                </a:lnTo>
                <a:lnTo>
                  <a:pt x="0" y="88900"/>
                </a:lnTo>
                <a:lnTo>
                  <a:pt x="0" y="558800"/>
                </a:lnTo>
                <a:lnTo>
                  <a:pt x="6979" y="593423"/>
                </a:lnTo>
                <a:lnTo>
                  <a:pt x="26021" y="621678"/>
                </a:lnTo>
                <a:lnTo>
                  <a:pt x="54276" y="640720"/>
                </a:lnTo>
                <a:lnTo>
                  <a:pt x="88900" y="647700"/>
                </a:lnTo>
                <a:lnTo>
                  <a:pt x="1460500" y="647700"/>
                </a:lnTo>
                <a:lnTo>
                  <a:pt x="1495123" y="640720"/>
                </a:lnTo>
                <a:lnTo>
                  <a:pt x="1523378" y="621678"/>
                </a:lnTo>
                <a:lnTo>
                  <a:pt x="1542420" y="593423"/>
                </a:lnTo>
                <a:lnTo>
                  <a:pt x="1549400" y="558800"/>
                </a:lnTo>
                <a:lnTo>
                  <a:pt x="1549400" y="88900"/>
                </a:lnTo>
                <a:lnTo>
                  <a:pt x="1542420" y="54276"/>
                </a:lnTo>
                <a:lnTo>
                  <a:pt x="1523378" y="26021"/>
                </a:lnTo>
                <a:lnTo>
                  <a:pt x="1495123" y="6979"/>
                </a:lnTo>
                <a:lnTo>
                  <a:pt x="146050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25" name="bg object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1c2c7d800a41d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0456" y="660399"/>
            <a:ext cx="1073686" cy="444500"/>
          </a:xfrm>
          <a:prstGeom xmlns:a="http://schemas.openxmlformats.org/drawingml/2006/main" prst="rect">
            <a:avLst/>
          </a:prstGeom>
        </p:spPr>
      </p:pic>
      <p:sp>
        <p:nvSpPr>
          <p:cNvPr id="2" name="Holder 2">
            <a:extLst xmlns:a="http://schemas.openxmlformats.org/drawingml/2006/main">
              <a:ext uri="{FF2B5EF4-FFF2-40B4-BE49-F238E27FC236}">
                <a16:creationId xmlns:a16="http://schemas.microsoft.com/office/drawing/2014/main" id="{CD03B1B4-D09A-47C7-845B-CC2FDAC497E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>
              <a:buNone/>
              <a:defRPr sz="3000" b="1" i="0">
                <a:solidFill>
                  <a:schemeClr val="bg1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3" name="Holder 3">
            <a:extLst xmlns:a="http://schemas.openxmlformats.org/drawingml/2006/main">
              <a:ext uri="{FF2B5EF4-FFF2-40B4-BE49-F238E27FC236}">
                <a16:creationId xmlns:a16="http://schemas.microsoft.com/office/drawing/2014/main" id="{A60495BD-146D-4BFD-933F-6A439C8E771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endParaRPr/>
          </a:p>
        </p:txBody>
      </p:sp>
      <p:sp>
        <p:nvSpPr>
          <p:cNvPr id="4" name="Holder 4">
            <a:extLst xmlns:a="http://schemas.openxmlformats.org/drawingml/2006/main">
              <a:ext uri="{FF2B5EF4-FFF2-40B4-BE49-F238E27FC236}">
                <a16:creationId xmlns:a16="http://schemas.microsoft.com/office/drawing/2014/main" id="{CA235CA9-7E07-4D7B-BC99-4393B4924A2C}"/>
              </a:ext>
            </a:extLst>
          </p:cNvPr>
          <p:cNvSpPr>
            <a:spLocks xmlns:a="http://schemas.openxmlformats.org/drawingml/2006/main" noGrp="1"/>
          </p:cNvSpPr>
          <p:nvPr>
            <p:ph type="ftr" idx="5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>
              <a:buNone/>
              <a:defRPr sz="650" b="0" i="0">
                <a:solidFill>
                  <a:srgbClr val="596B82"/>
                </a:solidFill>
                <a:latin typeface="Arial MT"/>
                <a:ea typeface="Arial MT"/>
                <a:cs typeface="Arial MT"/>
              </a:defRPr>
            </a:lvl1pPr>
          </a:lstStyle>
          <a:p xmlns:a="http://schemas.openxmlformats.org/drawingml/2006/main">
            <a:pPr marL="12700">
              <a:lnSpc>
                <a:spcPct val="100000"/>
              </a:lnSpc>
              <a:spcBef>
                <a:spcPts val="55"/>
              </a:spcBef>
              <a:buNone/>
            </a:pPr>
            <a:r>
              <a:t>Internal</a:t>
            </a:r>
            <a:r>
              <a:t> </a:t>
            </a:r>
            <a:r>
              <a:t>user</a:t>
            </a:r>
            <a:r>
              <a:t> </a:t>
            </a:r>
            <a:r>
              <a:t>guide</a:t>
            </a:r>
            <a:r>
              <a:t> </a:t>
            </a:r>
            <a:r>
              <a:t>-</a:t>
            </a:r>
            <a:r>
              <a:t> </a:t>
            </a:r>
            <a:r>
              <a:t>controlled</a:t>
            </a:r>
            <a:r>
              <a:t> </a:t>
            </a:r>
            <a:r>
              <a:t>copy</a:t>
            </a:r>
            <a:r>
              <a:t> </a:t>
            </a:r>
            <a:r>
              <a:t>when</a:t>
            </a:r>
            <a:r>
              <a:t> </a:t>
            </a:r>
            <a:r>
              <a:t>viewed</a:t>
            </a:r>
            <a:r>
              <a:t> </a:t>
            </a:r>
            <a:r>
              <a:t>in</a:t>
            </a:r>
            <a:r>
              <a:t> </a:t>
            </a:r>
            <a:r>
              <a:t>the</a:t>
            </a:r>
            <a:r>
              <a:t> </a:t>
            </a:r>
            <a:r>
              <a:t>DMS</a:t>
            </a:r>
            <a:r>
              <a:t> </a:t>
            </a:r>
            <a:r>
              <a:t>portal</a:t>
            </a:r>
          </a:p>
        </p:txBody>
      </p:sp>
      <p:sp>
        <p:nvSpPr>
          <p:cNvPr id="5" name="Holder 5">
            <a:extLst xmlns:a="http://schemas.openxmlformats.org/drawingml/2006/main">
              <a:ext uri="{FF2B5EF4-FFF2-40B4-BE49-F238E27FC236}">
                <a16:creationId xmlns:a16="http://schemas.microsoft.com/office/drawing/2014/main" id="{2BD2C087-C0DF-4999-AA56-16F1038126B4}"/>
              </a:ext>
            </a:extLst>
          </p:cNvPr>
          <p:cNvSpPr>
            <a:spLocks xmlns:a="http://schemas.openxmlformats.org/drawingml/2006/main" noGrp="1"/>
          </p:cNvSpPr>
          <p:nvPr>
            <p:ph type="dt" idx="6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>
              <a:buNone/>
              <a:defRPr sz="650" b="0" i="0">
                <a:solidFill>
                  <a:srgbClr val="596B82"/>
                </a:solidFill>
                <a:latin typeface="Arial MT"/>
                <a:ea typeface="Arial MT"/>
                <a:cs typeface="Arial MT"/>
              </a:defRPr>
            </a:lvl1pPr>
          </a:lstStyle>
          <a:p xmlns:a="http://schemas.openxmlformats.org/drawingml/2006/main">
            <a:pPr marL="12700">
              <a:lnSpc>
                <a:spcPct val="100000"/>
              </a:lnSpc>
              <a:spcBef>
                <a:spcPts val="55"/>
              </a:spcBef>
              <a:buNone/>
            </a:pPr>
            <a:r>
              <a:t>Smart</a:t>
            </a:r>
            <a:r>
              <a:t> </a:t>
            </a:r>
            <a:r>
              <a:t>DMS</a:t>
            </a:r>
            <a:r>
              <a:t> </a:t>
            </a:r>
            <a:r>
              <a:t>v2.0.0</a:t>
            </a:r>
          </a:p>
        </p:txBody>
      </p:sp>
      <p:sp>
        <p:nvSpPr>
          <p:cNvPr id="6" name="Holder 6">
            <a:extLst xmlns:a="http://schemas.openxmlformats.org/drawingml/2006/main">
              <a:ext uri="{FF2B5EF4-FFF2-40B4-BE49-F238E27FC236}">
                <a16:creationId xmlns:a16="http://schemas.microsoft.com/office/drawing/2014/main" id="{061D65BA-7BB3-43C1-9518-2358C162DF34}"/>
              </a:ext>
            </a:extLst>
          </p:cNvPr>
          <p:cNvSpPr>
            <a:spLocks xmlns:a="http://schemas.openxmlformats.org/drawingml/2006/main" noGrp="1"/>
          </p:cNvSpPr>
          <p:nvPr>
            <p:ph type="sldNum" idx="7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 algn="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older 2">
            <a:extLst xmlns:a="http://schemas.openxmlformats.org/drawingml/2006/main">
              <a:ext uri="{FF2B5EF4-FFF2-40B4-BE49-F238E27FC236}">
                <a16:creationId xmlns:a16="http://schemas.microsoft.com/office/drawing/2014/main" id="{0AFB6D83-AF51-4541-93CE-92214BE8BA8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>
              <a:buNone/>
              <a:defRPr sz="3000" b="1" i="0">
                <a:solidFill>
                  <a:schemeClr val="bg1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3" name="Holder 3">
            <a:extLst xmlns:a="http://schemas.openxmlformats.org/drawingml/2006/main">
              <a:ext uri="{FF2B5EF4-FFF2-40B4-BE49-F238E27FC236}">
                <a16:creationId xmlns:a16="http://schemas.microsoft.com/office/drawing/2014/main" id="{7C136E3E-5D98-4BF5-8C82-7BCCEAC9E170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378142" y="2459482"/>
            <a:ext cx="3289839" cy="70576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endParaRPr/>
          </a:p>
        </p:txBody>
      </p:sp>
      <p:sp>
        <p:nvSpPr>
          <p:cNvPr id="4" name="Holder 4">
            <a:extLst xmlns:a="http://schemas.openxmlformats.org/drawingml/2006/main">
              <a:ext uri="{FF2B5EF4-FFF2-40B4-BE49-F238E27FC236}">
                <a16:creationId xmlns:a16="http://schemas.microsoft.com/office/drawing/2014/main" id="{9C59C29E-20EE-4B55-9B49-8FE4D986B6C2}"/>
              </a:ext>
            </a:extLst>
          </p:cNvPr>
          <p:cNvSpPr>
            <a:spLocks xmlns:a="http://schemas.openxmlformats.org/drawingml/2006/main" noGrp="1"/>
          </p:cNvSpPr>
          <p:nvPr>
            <p:ph idx="3"/>
          </p:nvPr>
        </p:nvSpPr>
        <p:spPr>
          <a:xfrm xmlns:a="http://schemas.openxmlformats.org/drawingml/2006/main">
            <a:off x="3894867" y="2459482"/>
            <a:ext cx="3289839" cy="70576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endParaRPr/>
          </a:p>
        </p:txBody>
      </p:sp>
      <p:sp>
        <p:nvSpPr>
          <p:cNvPr id="5" name="Holder 5">
            <a:extLst xmlns:a="http://schemas.openxmlformats.org/drawingml/2006/main">
              <a:ext uri="{FF2B5EF4-FFF2-40B4-BE49-F238E27FC236}">
                <a16:creationId xmlns:a16="http://schemas.microsoft.com/office/drawing/2014/main" id="{60D4E389-B788-4D8F-9E3F-A9ED476E1EB8}"/>
              </a:ext>
            </a:extLst>
          </p:cNvPr>
          <p:cNvSpPr>
            <a:spLocks xmlns:a="http://schemas.openxmlformats.org/drawingml/2006/main" noGrp="1"/>
          </p:cNvSpPr>
          <p:nvPr>
            <p:ph type="ftr" idx="5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>
              <a:buNone/>
              <a:defRPr sz="650" b="0" i="0">
                <a:solidFill>
                  <a:srgbClr val="596B82"/>
                </a:solidFill>
                <a:latin typeface="Arial MT"/>
                <a:ea typeface="Arial MT"/>
                <a:cs typeface="Arial MT"/>
              </a:defRPr>
            </a:lvl1pPr>
          </a:lstStyle>
          <a:p xmlns:a="http://schemas.openxmlformats.org/drawingml/2006/main">
            <a:pPr marL="12700">
              <a:lnSpc>
                <a:spcPct val="100000"/>
              </a:lnSpc>
              <a:spcBef>
                <a:spcPts val="55"/>
              </a:spcBef>
              <a:buNone/>
            </a:pPr>
            <a:r>
              <a:t>Internal</a:t>
            </a:r>
            <a:r>
              <a:t> </a:t>
            </a:r>
            <a:r>
              <a:t>user</a:t>
            </a:r>
            <a:r>
              <a:t> </a:t>
            </a:r>
            <a:r>
              <a:t>guide</a:t>
            </a:r>
            <a:r>
              <a:t> </a:t>
            </a:r>
            <a:r>
              <a:t>-</a:t>
            </a:r>
            <a:r>
              <a:t> </a:t>
            </a:r>
            <a:r>
              <a:t>controlled</a:t>
            </a:r>
            <a:r>
              <a:t> </a:t>
            </a:r>
            <a:r>
              <a:t>copy</a:t>
            </a:r>
            <a:r>
              <a:t> </a:t>
            </a:r>
            <a:r>
              <a:t>when</a:t>
            </a:r>
            <a:r>
              <a:t> </a:t>
            </a:r>
            <a:r>
              <a:t>viewed</a:t>
            </a:r>
            <a:r>
              <a:t> </a:t>
            </a:r>
            <a:r>
              <a:t>in</a:t>
            </a:r>
            <a:r>
              <a:t> </a:t>
            </a:r>
            <a:r>
              <a:t>the</a:t>
            </a:r>
            <a:r>
              <a:t> </a:t>
            </a:r>
            <a:r>
              <a:t>DMS</a:t>
            </a:r>
            <a:r>
              <a:t> </a:t>
            </a:r>
            <a:r>
              <a:t>portal</a:t>
            </a:r>
          </a:p>
        </p:txBody>
      </p:sp>
      <p:sp>
        <p:nvSpPr>
          <p:cNvPr id="6" name="Holder 6">
            <a:extLst xmlns:a="http://schemas.openxmlformats.org/drawingml/2006/main">
              <a:ext uri="{FF2B5EF4-FFF2-40B4-BE49-F238E27FC236}">
                <a16:creationId xmlns:a16="http://schemas.microsoft.com/office/drawing/2014/main" id="{7805E5F4-11E2-46D3-B6B8-987933E13EC4}"/>
              </a:ext>
            </a:extLst>
          </p:cNvPr>
          <p:cNvSpPr>
            <a:spLocks xmlns:a="http://schemas.openxmlformats.org/drawingml/2006/main" noGrp="1"/>
          </p:cNvSpPr>
          <p:nvPr>
            <p:ph type="dt" idx="6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>
              <a:buNone/>
              <a:defRPr sz="650" b="0" i="0">
                <a:solidFill>
                  <a:srgbClr val="596B82"/>
                </a:solidFill>
                <a:latin typeface="Arial MT"/>
                <a:ea typeface="Arial MT"/>
                <a:cs typeface="Arial MT"/>
              </a:defRPr>
            </a:lvl1pPr>
          </a:lstStyle>
          <a:p xmlns:a="http://schemas.openxmlformats.org/drawingml/2006/main">
            <a:pPr marL="12700">
              <a:lnSpc>
                <a:spcPct val="100000"/>
              </a:lnSpc>
              <a:spcBef>
                <a:spcPts val="55"/>
              </a:spcBef>
              <a:buNone/>
            </a:pPr>
            <a:r>
              <a:t>Smart</a:t>
            </a:r>
            <a:r>
              <a:t> </a:t>
            </a:r>
            <a:r>
              <a:t>DMS</a:t>
            </a:r>
            <a:r>
              <a:t> </a:t>
            </a:r>
            <a:r>
              <a:t>v2.0.0</a:t>
            </a:r>
          </a:p>
        </p:txBody>
      </p:sp>
      <p:sp>
        <p:nvSpPr>
          <p:cNvPr id="7" name="Holder 7">
            <a:extLst xmlns:a="http://schemas.openxmlformats.org/drawingml/2006/main">
              <a:ext uri="{FF2B5EF4-FFF2-40B4-BE49-F238E27FC236}">
                <a16:creationId xmlns:a16="http://schemas.microsoft.com/office/drawing/2014/main" id="{2C581043-F484-4C5E-ADF9-A770AF42606C}"/>
              </a:ext>
            </a:extLst>
          </p:cNvPr>
          <p:cNvSpPr>
            <a:spLocks xmlns:a="http://schemas.openxmlformats.org/drawingml/2006/main" noGrp="1"/>
          </p:cNvSpPr>
          <p:nvPr>
            <p:ph type="sldNum" idx="7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 algn="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older 2">
            <a:extLst xmlns:a="http://schemas.openxmlformats.org/drawingml/2006/main">
              <a:ext uri="{FF2B5EF4-FFF2-40B4-BE49-F238E27FC236}">
                <a16:creationId xmlns:a16="http://schemas.microsoft.com/office/drawing/2014/main" id="{6FA56EBC-DFA1-4EA9-B11B-86F3B68ED0B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>
              <a:buNone/>
              <a:defRPr sz="3000" b="1" i="0">
                <a:solidFill>
                  <a:schemeClr val="bg1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3" name="Holder 3">
            <a:extLst xmlns:a="http://schemas.openxmlformats.org/drawingml/2006/main">
              <a:ext uri="{FF2B5EF4-FFF2-40B4-BE49-F238E27FC236}">
                <a16:creationId xmlns:a16="http://schemas.microsoft.com/office/drawing/2014/main" id="{68DC8CBB-A362-462C-B5D2-BF17412AFD14}"/>
              </a:ext>
            </a:extLst>
          </p:cNvPr>
          <p:cNvSpPr>
            <a:spLocks xmlns:a="http://schemas.openxmlformats.org/drawingml/2006/main" noGrp="1"/>
          </p:cNvSpPr>
          <p:nvPr>
            <p:ph type="ftr" idx="5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>
              <a:buNone/>
              <a:defRPr sz="650" b="0" i="0">
                <a:solidFill>
                  <a:srgbClr val="596B82"/>
                </a:solidFill>
                <a:latin typeface="Arial MT"/>
                <a:ea typeface="Arial MT"/>
                <a:cs typeface="Arial MT"/>
              </a:defRPr>
            </a:lvl1pPr>
          </a:lstStyle>
          <a:p xmlns:a="http://schemas.openxmlformats.org/drawingml/2006/main">
            <a:pPr marL="12700">
              <a:lnSpc>
                <a:spcPct val="100000"/>
              </a:lnSpc>
              <a:spcBef>
                <a:spcPts val="55"/>
              </a:spcBef>
              <a:buNone/>
            </a:pPr>
            <a:r>
              <a:t>Internal</a:t>
            </a:r>
            <a:r>
              <a:t> </a:t>
            </a:r>
            <a:r>
              <a:t>user</a:t>
            </a:r>
            <a:r>
              <a:t> </a:t>
            </a:r>
            <a:r>
              <a:t>guide</a:t>
            </a:r>
            <a:r>
              <a:t> </a:t>
            </a:r>
            <a:r>
              <a:t>-</a:t>
            </a:r>
            <a:r>
              <a:t> </a:t>
            </a:r>
            <a:r>
              <a:t>controlled</a:t>
            </a:r>
            <a:r>
              <a:t> </a:t>
            </a:r>
            <a:r>
              <a:t>copy</a:t>
            </a:r>
            <a:r>
              <a:t> </a:t>
            </a:r>
            <a:r>
              <a:t>when</a:t>
            </a:r>
            <a:r>
              <a:t> </a:t>
            </a:r>
            <a:r>
              <a:t>viewed</a:t>
            </a:r>
            <a:r>
              <a:t> </a:t>
            </a:r>
            <a:r>
              <a:t>in</a:t>
            </a:r>
            <a:r>
              <a:t> </a:t>
            </a:r>
            <a:r>
              <a:t>the</a:t>
            </a:r>
            <a:r>
              <a:t> </a:t>
            </a:r>
            <a:r>
              <a:t>DMS</a:t>
            </a:r>
            <a:r>
              <a:t> </a:t>
            </a:r>
            <a:r>
              <a:t>portal</a:t>
            </a:r>
          </a:p>
        </p:txBody>
      </p:sp>
      <p:sp>
        <p:nvSpPr>
          <p:cNvPr id="4" name="Holder 4">
            <a:extLst xmlns:a="http://schemas.openxmlformats.org/drawingml/2006/main">
              <a:ext uri="{FF2B5EF4-FFF2-40B4-BE49-F238E27FC236}">
                <a16:creationId xmlns:a16="http://schemas.microsoft.com/office/drawing/2014/main" id="{DA65174B-8190-48E4-B075-720BB1FF41B3}"/>
              </a:ext>
            </a:extLst>
          </p:cNvPr>
          <p:cNvSpPr>
            <a:spLocks xmlns:a="http://schemas.openxmlformats.org/drawingml/2006/main" noGrp="1"/>
          </p:cNvSpPr>
          <p:nvPr>
            <p:ph type="dt" idx="6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>
              <a:buNone/>
              <a:defRPr sz="650" b="0" i="0">
                <a:solidFill>
                  <a:srgbClr val="596B82"/>
                </a:solidFill>
                <a:latin typeface="Arial MT"/>
                <a:ea typeface="Arial MT"/>
                <a:cs typeface="Arial MT"/>
              </a:defRPr>
            </a:lvl1pPr>
          </a:lstStyle>
          <a:p xmlns:a="http://schemas.openxmlformats.org/drawingml/2006/main">
            <a:pPr marL="12700">
              <a:lnSpc>
                <a:spcPct val="100000"/>
              </a:lnSpc>
              <a:spcBef>
                <a:spcPts val="55"/>
              </a:spcBef>
              <a:buNone/>
            </a:pPr>
            <a:r>
              <a:t>Smart</a:t>
            </a:r>
            <a:r>
              <a:t> </a:t>
            </a:r>
            <a:r>
              <a:t>DMS</a:t>
            </a:r>
            <a:r>
              <a:t> </a:t>
            </a:r>
            <a:r>
              <a:t>v2.0.0</a:t>
            </a:r>
          </a:p>
        </p:txBody>
      </p:sp>
      <p:sp>
        <p:nvSpPr>
          <p:cNvPr id="5" name="Holder 5">
            <a:extLst xmlns:a="http://schemas.openxmlformats.org/drawingml/2006/main">
              <a:ext uri="{FF2B5EF4-FFF2-40B4-BE49-F238E27FC236}">
                <a16:creationId xmlns:a16="http://schemas.microsoft.com/office/drawing/2014/main" id="{A1CD1E15-B1B3-4E22-9F79-555EC1293121}"/>
              </a:ext>
            </a:extLst>
          </p:cNvPr>
          <p:cNvSpPr>
            <a:spLocks xmlns:a="http://schemas.openxmlformats.org/drawingml/2006/main" noGrp="1"/>
          </p:cNvSpPr>
          <p:nvPr>
            <p:ph type="sldNum" idx="7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 algn="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older 2">
            <a:extLst xmlns:a="http://schemas.openxmlformats.org/drawingml/2006/main">
              <a:ext uri="{FF2B5EF4-FFF2-40B4-BE49-F238E27FC236}">
                <a16:creationId xmlns:a16="http://schemas.microsoft.com/office/drawing/2014/main" id="{F6DF186C-48CC-46E2-9F18-45CC7FB88B3D}"/>
              </a:ext>
            </a:extLst>
          </p:cNvPr>
          <p:cNvSpPr>
            <a:spLocks xmlns:a="http://schemas.openxmlformats.org/drawingml/2006/main" noGrp="1"/>
          </p:cNvSpPr>
          <p:nvPr>
            <p:ph type="ftr" idx="5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>
              <a:buNone/>
              <a:defRPr sz="650" b="0" i="0">
                <a:solidFill>
                  <a:srgbClr val="596B82"/>
                </a:solidFill>
                <a:latin typeface="Arial MT"/>
                <a:ea typeface="Arial MT"/>
                <a:cs typeface="Arial MT"/>
              </a:defRPr>
            </a:lvl1pPr>
          </a:lstStyle>
          <a:p xmlns:a="http://schemas.openxmlformats.org/drawingml/2006/main">
            <a:pPr marL="12700">
              <a:lnSpc>
                <a:spcPct val="100000"/>
              </a:lnSpc>
              <a:spcBef>
                <a:spcPts val="55"/>
              </a:spcBef>
              <a:buNone/>
            </a:pPr>
            <a:r>
              <a:t>Internal</a:t>
            </a:r>
            <a:r>
              <a:t> </a:t>
            </a:r>
            <a:r>
              <a:t>user</a:t>
            </a:r>
            <a:r>
              <a:t> </a:t>
            </a:r>
            <a:r>
              <a:t>guide</a:t>
            </a:r>
            <a:r>
              <a:t> </a:t>
            </a:r>
            <a:r>
              <a:t>-</a:t>
            </a:r>
            <a:r>
              <a:t> </a:t>
            </a:r>
            <a:r>
              <a:t>controlled</a:t>
            </a:r>
            <a:r>
              <a:t> </a:t>
            </a:r>
            <a:r>
              <a:t>copy</a:t>
            </a:r>
            <a:r>
              <a:t> </a:t>
            </a:r>
            <a:r>
              <a:t>when</a:t>
            </a:r>
            <a:r>
              <a:t> </a:t>
            </a:r>
            <a:r>
              <a:t>viewed</a:t>
            </a:r>
            <a:r>
              <a:t> </a:t>
            </a:r>
            <a:r>
              <a:t>in</a:t>
            </a:r>
            <a:r>
              <a:t> </a:t>
            </a:r>
            <a:r>
              <a:t>the</a:t>
            </a:r>
            <a:r>
              <a:t> </a:t>
            </a:r>
            <a:r>
              <a:t>DMS</a:t>
            </a:r>
            <a:r>
              <a:t> </a:t>
            </a:r>
            <a:r>
              <a:t>portal</a:t>
            </a:r>
          </a:p>
        </p:txBody>
      </p:sp>
      <p:sp>
        <p:nvSpPr>
          <p:cNvPr id="3" name="Holder 3">
            <a:extLst xmlns:a="http://schemas.openxmlformats.org/drawingml/2006/main">
              <a:ext uri="{FF2B5EF4-FFF2-40B4-BE49-F238E27FC236}">
                <a16:creationId xmlns:a16="http://schemas.microsoft.com/office/drawing/2014/main" id="{4583285A-DB20-444A-B71C-EA73DCB68A06}"/>
              </a:ext>
            </a:extLst>
          </p:cNvPr>
          <p:cNvSpPr>
            <a:spLocks xmlns:a="http://schemas.openxmlformats.org/drawingml/2006/main" noGrp="1"/>
          </p:cNvSpPr>
          <p:nvPr>
            <p:ph type="dt" idx="6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>
              <a:buNone/>
              <a:defRPr sz="650" b="0" i="0">
                <a:solidFill>
                  <a:srgbClr val="596B82"/>
                </a:solidFill>
                <a:latin typeface="Arial MT"/>
                <a:ea typeface="Arial MT"/>
                <a:cs typeface="Arial MT"/>
              </a:defRPr>
            </a:lvl1pPr>
          </a:lstStyle>
          <a:p xmlns:a="http://schemas.openxmlformats.org/drawingml/2006/main">
            <a:pPr marL="12700">
              <a:lnSpc>
                <a:spcPct val="100000"/>
              </a:lnSpc>
              <a:spcBef>
                <a:spcPts val="55"/>
              </a:spcBef>
              <a:buNone/>
            </a:pPr>
            <a:r>
              <a:t>Smart</a:t>
            </a:r>
            <a:r>
              <a:t> </a:t>
            </a:r>
            <a:r>
              <a:t>DMS</a:t>
            </a:r>
            <a:r>
              <a:t> </a:t>
            </a:r>
            <a:r>
              <a:t>v2.0.0</a:t>
            </a:r>
          </a:p>
        </p:txBody>
      </p:sp>
      <p:sp>
        <p:nvSpPr>
          <p:cNvPr id="4" name="Holder 4">
            <a:extLst xmlns:a="http://schemas.openxmlformats.org/drawingml/2006/main">
              <a:ext uri="{FF2B5EF4-FFF2-40B4-BE49-F238E27FC236}">
                <a16:creationId xmlns:a16="http://schemas.microsoft.com/office/drawing/2014/main" id="{2EBFC593-3CBA-4C56-B988-4E81CA6CE5FC}"/>
              </a:ext>
            </a:extLst>
          </p:cNvPr>
          <p:cNvSpPr>
            <a:spLocks xmlns:a="http://schemas.openxmlformats.org/drawingml/2006/main" noGrp="1"/>
          </p:cNvSpPr>
          <p:nvPr>
            <p:ph type="sldNum" idx="7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 algn="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image" Target="/ppt/media/image.jpeg" Id="R22a40b496a5b4784" /><Relationship Type="http://schemas.openxmlformats.org/officeDocument/2006/relationships/theme" Target="/ppt/slideMasters/theme/theme2.xml" Id="Rb971f5c2884e4ef3" /><Relationship Type="http://schemas.openxmlformats.org/officeDocument/2006/relationships/slideLayout" Target="/ppt/slideLayouts/slideLayout1.xml" Id="Raa61741696164911" /><Relationship Type="http://schemas.openxmlformats.org/officeDocument/2006/relationships/slideLayout" Target="/ppt/slideLayouts/slideLayout2.xml" Id="R5f2b992e2bc849ce" /><Relationship Type="http://schemas.openxmlformats.org/officeDocument/2006/relationships/slideLayout" Target="/ppt/slideLayouts/slideLayout3.xml" Id="Rddb64af003814879" /><Relationship Type="http://schemas.openxmlformats.org/officeDocument/2006/relationships/slideLayout" Target="/ppt/slideLayouts/slideLayout4.xml" Id="Rc126c81f557a41bd" /><Relationship Type="http://schemas.openxmlformats.org/officeDocument/2006/relationships/slideLayout" Target="/ppt/slideLayouts/slideLayout5.xml" Id="Rcdf74e8dd5e74cbc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bg object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2a40b496a5b478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7871" y="190499"/>
            <a:ext cx="981656" cy="406400"/>
          </a:xfrm>
          <a:prstGeom xmlns:a="http://schemas.openxmlformats.org/drawingml/2006/main" prst="rect">
            <a:avLst/>
          </a:prstGeom>
        </p:spPr>
      </p:pic>
      <p:sp>
        <p:nvSpPr>
          <p:cNvPr id="2" name="Holder 2">
            <a:extLst xmlns:a="http://schemas.openxmlformats.org/drawingml/2006/main">
              <a:ext uri="{FF2B5EF4-FFF2-40B4-BE49-F238E27FC236}">
                <a16:creationId xmlns:a16="http://schemas.microsoft.com/office/drawing/2014/main" id="{F407E74C-1411-4671-88A8-4C070E2A30E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69900" y="1917700"/>
            <a:ext cx="4004945" cy="482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lvl1pPr>
              <a:buNone/>
              <a:defRPr sz="3000" b="1" i="0">
                <a:solidFill>
                  <a:schemeClr val="bg1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3" name="Holder 3">
            <a:extLst xmlns:a="http://schemas.openxmlformats.org/drawingml/2006/main">
              <a:ext uri="{FF2B5EF4-FFF2-40B4-BE49-F238E27FC236}">
                <a16:creationId xmlns:a16="http://schemas.microsoft.com/office/drawing/2014/main" id="{73BE878E-FE4F-45C5-B360-1EAB6074464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78142" y="2459482"/>
            <a:ext cx="6806565" cy="70576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endParaRPr/>
          </a:p>
        </p:txBody>
      </p:sp>
      <p:sp>
        <p:nvSpPr>
          <p:cNvPr id="4" name="Holder 4">
            <a:extLst xmlns:a="http://schemas.openxmlformats.org/drawingml/2006/main">
              <a:ext uri="{FF2B5EF4-FFF2-40B4-BE49-F238E27FC236}">
                <a16:creationId xmlns:a16="http://schemas.microsoft.com/office/drawing/2014/main" id="{452FBFF1-B3E6-47FD-8351-E57BEBB3AF4E}"/>
              </a:ext>
            </a:extLst>
          </p:cNvPr>
          <p:cNvSpPr>
            <a:spLocks xmlns:a="http://schemas.openxmlformats.org/drawingml/2006/main" noGrp="1"/>
          </p:cNvSpPr>
          <p:nvPr>
            <p:ph type="ftr" idx="5"/>
          </p:nvPr>
        </p:nvSpPr>
        <p:spPr>
          <a:xfrm xmlns:a="http://schemas.openxmlformats.org/drawingml/2006/main">
            <a:off x="469900" y="10360970"/>
            <a:ext cx="2574925" cy="120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lvl1pPr>
              <a:buNone/>
              <a:defRPr sz="650" b="0" i="0">
                <a:solidFill>
                  <a:srgbClr val="596B82"/>
                </a:solidFill>
                <a:latin typeface="Arial MT"/>
                <a:ea typeface="Arial MT"/>
                <a:cs typeface="Arial MT"/>
              </a:defRPr>
            </a:lvl1pPr>
          </a:lstStyle>
          <a:p xmlns:a="http://schemas.openxmlformats.org/drawingml/2006/main">
            <a:pPr marL="12700">
              <a:lnSpc>
                <a:spcPct val="100000"/>
              </a:lnSpc>
              <a:spcBef>
                <a:spcPts val="55"/>
              </a:spcBef>
              <a:buNone/>
            </a:pPr>
            <a:r>
              <a:t>Internal</a:t>
            </a:r>
            <a:r>
              <a:t> </a:t>
            </a:r>
            <a:r>
              <a:t>user</a:t>
            </a:r>
            <a:r>
              <a:t> </a:t>
            </a:r>
            <a:r>
              <a:t>guide</a:t>
            </a:r>
            <a:r>
              <a:t> </a:t>
            </a:r>
            <a:r>
              <a:t>-</a:t>
            </a:r>
            <a:r>
              <a:t> </a:t>
            </a:r>
            <a:r>
              <a:t>controlled</a:t>
            </a:r>
            <a:r>
              <a:t> </a:t>
            </a:r>
            <a:r>
              <a:t>copy</a:t>
            </a:r>
            <a:r>
              <a:t> </a:t>
            </a:r>
            <a:r>
              <a:t>when</a:t>
            </a:r>
            <a:r>
              <a:t> </a:t>
            </a:r>
            <a:r>
              <a:t>viewed</a:t>
            </a:r>
            <a:r>
              <a:t> </a:t>
            </a:r>
            <a:r>
              <a:t>in</a:t>
            </a:r>
            <a:r>
              <a:t> </a:t>
            </a:r>
            <a:r>
              <a:t>the</a:t>
            </a:r>
            <a:r>
              <a:t> </a:t>
            </a:r>
            <a:r>
              <a:t>DMS</a:t>
            </a:r>
            <a:r>
              <a:t> </a:t>
            </a:r>
            <a:r>
              <a:t>portal</a:t>
            </a:r>
          </a:p>
        </p:txBody>
      </p:sp>
      <p:sp>
        <p:nvSpPr>
          <p:cNvPr id="5" name="Holder 5">
            <a:extLst xmlns:a="http://schemas.openxmlformats.org/drawingml/2006/main">
              <a:ext uri="{FF2B5EF4-FFF2-40B4-BE49-F238E27FC236}">
                <a16:creationId xmlns:a16="http://schemas.microsoft.com/office/drawing/2014/main" id="{348DA7BC-4999-46C6-80AA-171C63934508}"/>
              </a:ext>
            </a:extLst>
          </p:cNvPr>
          <p:cNvSpPr>
            <a:spLocks xmlns:a="http://schemas.openxmlformats.org/drawingml/2006/main" noGrp="1"/>
          </p:cNvSpPr>
          <p:nvPr>
            <p:ph type="dt" idx="6"/>
          </p:nvPr>
        </p:nvSpPr>
        <p:spPr>
          <a:xfrm xmlns:a="http://schemas.openxmlformats.org/drawingml/2006/main">
            <a:off x="6369605" y="10360970"/>
            <a:ext cx="720725" cy="120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lvl1pPr>
              <a:buNone/>
              <a:defRPr sz="650" b="0" i="0">
                <a:solidFill>
                  <a:srgbClr val="596B82"/>
                </a:solidFill>
                <a:latin typeface="Arial MT"/>
                <a:ea typeface="Arial MT"/>
                <a:cs typeface="Arial MT"/>
              </a:defRPr>
            </a:lvl1pPr>
          </a:lstStyle>
          <a:p xmlns:a="http://schemas.openxmlformats.org/drawingml/2006/main">
            <a:pPr marL="12700">
              <a:lnSpc>
                <a:spcPct val="100000"/>
              </a:lnSpc>
              <a:spcBef>
                <a:spcPts val="55"/>
              </a:spcBef>
              <a:buNone/>
            </a:pPr>
            <a:r>
              <a:t>Smart</a:t>
            </a:r>
            <a:r>
              <a:t> </a:t>
            </a:r>
            <a:r>
              <a:t>DMS</a:t>
            </a:r>
            <a:r>
              <a:t> </a:t>
            </a:r>
            <a:r>
              <a:t>v2.0.0</a:t>
            </a:r>
          </a:p>
        </p:txBody>
      </p:sp>
      <p:sp>
        <p:nvSpPr>
          <p:cNvPr id="6" name="Holder 6">
            <a:extLst xmlns:a="http://schemas.openxmlformats.org/drawingml/2006/main">
              <a:ext uri="{FF2B5EF4-FFF2-40B4-BE49-F238E27FC236}">
                <a16:creationId xmlns:a16="http://schemas.microsoft.com/office/drawing/2014/main" id="{6F129697-C83C-4C76-95CB-F30905DA9B90}"/>
              </a:ext>
            </a:extLst>
          </p:cNvPr>
          <p:cNvSpPr>
            <a:spLocks xmlns:a="http://schemas.openxmlformats.org/drawingml/2006/main" noGrp="1"/>
          </p:cNvSpPr>
          <p:nvPr>
            <p:ph type="sldNum" idx="7"/>
          </p:nvPr>
        </p:nvSpPr>
        <p:spPr>
          <a:xfrm xmlns:a="http://schemas.openxmlformats.org/drawingml/2006/main">
            <a:off x="5445252" y="9944862"/>
            <a:ext cx="1739455" cy="53467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lvl1pPr algn="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a61741696164911"/>
    <p:sldLayoutId xmlns:r="http://schemas.openxmlformats.org/officeDocument/2006/relationships" id="2147483650" r:id="R5f2b992e2bc849ce"/>
    <p:sldLayoutId xmlns:r="http://schemas.openxmlformats.org/officeDocument/2006/relationships" id="2147483651" r:id="Rddb64af003814879"/>
    <p:sldLayoutId xmlns:r="http://schemas.openxmlformats.org/officeDocument/2006/relationships" id="2147483652" r:id="Rc126c81f557a41bd"/>
    <p:sldLayoutId xmlns:r="http://schemas.openxmlformats.org/officeDocument/2006/relationships" id="2147483653" r:id="Rcdf74e8dd5e74cbc"/>
  </p:sldLayoutIdLst>
  <p:txStyles>
    <p:titleStyle>
      <a:lvl1pPr xmlns:a="http://schemas.openxmlformats.org/drawingml/2006/main">
        <a:buNone/>
        <a:defRPr>
          <a:latin typeface="+mj-lt"/>
          <a:ea typeface="+mj-lt"/>
          <a:cs typeface="+mj-lt"/>
        </a:defRPr>
      </a:lvl1pPr>
    </p:titleStyle>
    <p:bodyStyle>
      <a:lvl1pPr xmlns:a="http://schemas.openxmlformats.org/drawingml/2006/main" marL="0">
        <a:buNone/>
        <a:defRPr>
          <a:latin typeface="+mn-lt"/>
          <a:ea typeface="+mn-lt"/>
          <a:cs typeface="+mn-lt"/>
        </a:defRPr>
      </a:lvl1pPr>
      <a:lvl2pPr xmlns:a="http://schemas.openxmlformats.org/drawingml/2006/main" marL="457200">
        <a:buNone/>
        <a:defRPr>
          <a:latin typeface="+mn-lt"/>
          <a:ea typeface="+mn-lt"/>
          <a:cs typeface="+mn-lt"/>
        </a:defRPr>
      </a:lvl2pPr>
      <a:lvl3pPr xmlns:a="http://schemas.openxmlformats.org/drawingml/2006/main" marL="914400">
        <a:buNone/>
        <a:defRPr>
          <a:latin typeface="+mn-lt"/>
          <a:ea typeface="+mn-lt"/>
          <a:cs typeface="+mn-lt"/>
        </a:defRPr>
      </a:lvl3pPr>
      <a:lvl4pPr xmlns:a="http://schemas.openxmlformats.org/drawingml/2006/main" marL="1371600">
        <a:buNone/>
        <a:defRPr>
          <a:latin typeface="+mn-lt"/>
          <a:ea typeface="+mn-lt"/>
          <a:cs typeface="+mn-lt"/>
        </a:defRPr>
      </a:lvl4pPr>
      <a:lvl5pPr xmlns:a="http://schemas.openxmlformats.org/drawingml/2006/main" marL="1828800">
        <a:buNone/>
        <a:defRPr>
          <a:latin typeface="+mn-lt"/>
          <a:ea typeface="+mn-lt"/>
          <a:cs typeface="+mn-lt"/>
        </a:defRPr>
      </a:lvl5pPr>
      <a:lvl6pPr xmlns:a="http://schemas.openxmlformats.org/drawingml/2006/main" marL="2286000">
        <a:buNone/>
        <a:defRPr>
          <a:latin typeface="+mn-lt"/>
          <a:ea typeface="+mn-lt"/>
          <a:cs typeface="+mn-lt"/>
        </a:defRPr>
      </a:lvl6pPr>
      <a:lvl7pPr xmlns:a="http://schemas.openxmlformats.org/drawingml/2006/main" marL="2743200">
        <a:buNone/>
        <a:defRPr>
          <a:latin typeface="+mn-lt"/>
          <a:ea typeface="+mn-lt"/>
          <a:cs typeface="+mn-lt"/>
        </a:defRPr>
      </a:lvl7pPr>
      <a:lvl8pPr xmlns:a="http://schemas.openxmlformats.org/drawingml/2006/main" marL="3200400">
        <a:buNone/>
        <a:defRPr>
          <a:latin typeface="+mn-lt"/>
          <a:ea typeface="+mn-lt"/>
          <a:cs typeface="+mn-lt"/>
        </a:defRPr>
      </a:lvl8pPr>
      <a:lvl9pPr xmlns:a="http://schemas.openxmlformats.org/drawingml/2006/main" marL="3657600">
        <a:buNone/>
        <a:defRPr>
          <a:latin typeface="+mn-lt"/>
          <a:ea typeface="+mn-lt"/>
          <a:cs typeface="+mn-lt"/>
        </a:defRPr>
      </a:lvl9pPr>
    </p:bodyStyle>
    <p:otherStyle>
      <a:lvl1pPr xmlns:a="http://schemas.openxmlformats.org/drawingml/2006/main" marL="0">
        <a:buNone/>
        <a:defRPr>
          <a:latin typeface="+mn-lt"/>
          <a:ea typeface="+mn-lt"/>
          <a:cs typeface="+mn-lt"/>
        </a:defRPr>
      </a:lvl1pPr>
      <a:lvl2pPr xmlns:a="http://schemas.openxmlformats.org/drawingml/2006/main" marL="457200">
        <a:buNone/>
        <a:defRPr>
          <a:latin typeface="+mn-lt"/>
          <a:ea typeface="+mn-lt"/>
          <a:cs typeface="+mn-lt"/>
        </a:defRPr>
      </a:lvl2pPr>
      <a:lvl3pPr xmlns:a="http://schemas.openxmlformats.org/drawingml/2006/main" marL="914400">
        <a:buNone/>
        <a:defRPr>
          <a:latin typeface="+mn-lt"/>
          <a:ea typeface="+mn-lt"/>
          <a:cs typeface="+mn-lt"/>
        </a:defRPr>
      </a:lvl3pPr>
      <a:lvl4pPr xmlns:a="http://schemas.openxmlformats.org/drawingml/2006/main" marL="1371600">
        <a:buNone/>
        <a:defRPr>
          <a:latin typeface="+mn-lt"/>
          <a:ea typeface="+mn-lt"/>
          <a:cs typeface="+mn-lt"/>
        </a:defRPr>
      </a:lvl4pPr>
      <a:lvl5pPr xmlns:a="http://schemas.openxmlformats.org/drawingml/2006/main" marL="1828800">
        <a:buNone/>
        <a:defRPr>
          <a:latin typeface="+mn-lt"/>
          <a:ea typeface="+mn-lt"/>
          <a:cs typeface="+mn-lt"/>
        </a:defRPr>
      </a:lvl5pPr>
      <a:lvl6pPr xmlns:a="http://schemas.openxmlformats.org/drawingml/2006/main" marL="2286000">
        <a:buNone/>
        <a:defRPr>
          <a:latin typeface="+mn-lt"/>
          <a:ea typeface="+mn-lt"/>
          <a:cs typeface="+mn-lt"/>
        </a:defRPr>
      </a:lvl6pPr>
      <a:lvl7pPr xmlns:a="http://schemas.openxmlformats.org/drawingml/2006/main" marL="2743200">
        <a:buNone/>
        <a:defRPr>
          <a:latin typeface="+mn-lt"/>
          <a:ea typeface="+mn-lt"/>
          <a:cs typeface="+mn-lt"/>
        </a:defRPr>
      </a:lvl7pPr>
      <a:lvl8pPr xmlns:a="http://schemas.openxmlformats.org/drawingml/2006/main" marL="3200400">
        <a:buNone/>
        <a:defRPr>
          <a:latin typeface="+mn-lt"/>
          <a:ea typeface="+mn-lt"/>
          <a:cs typeface="+mn-lt"/>
        </a:defRPr>
      </a:lvl8pPr>
      <a:lvl9pPr xmlns:a="http://schemas.openxmlformats.org/drawingml/2006/main" marL="3657600">
        <a:buNone/>
        <a:defRPr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b056fe7ae234d26" /><Relationship Type="http://schemas.openxmlformats.org/officeDocument/2006/relationships/image" Target="/ppt/media/image.png" Id="Rf52cec5513e5405d" /><Relationship Type="http://schemas.openxmlformats.org/officeDocument/2006/relationships/notesSlide" Target="/ppt/notesSlides/notesSlide1.xml" Id="R1733dcc5318748e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1ce4bca0e5e04188" /><Relationship Type="http://schemas.openxmlformats.org/officeDocument/2006/relationships/notesSlide" Target="/ppt/notesSlides/notesSlide2.xml" Id="Rd9930ab0361a4ef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222f0e624f06408b" /><Relationship Type="http://schemas.openxmlformats.org/officeDocument/2006/relationships/notesSlide" Target="/ppt/notesSlides/notesSlide3.xml" Id="Rf08d52fd6889498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a633806906194639" /><Relationship Type="http://schemas.openxmlformats.org/officeDocument/2006/relationships/image" Target="/ppt/media/image2.png" Id="R8308aa0daba84c78" /><Relationship Type="http://schemas.openxmlformats.org/officeDocument/2006/relationships/notesSlide" Target="/ppt/notesSlides/notesSlide4.xml" Id="Rd2e00e86247e4fb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1345a29bfc2949fb" /><Relationship Type="http://schemas.openxmlformats.org/officeDocument/2006/relationships/image" Target="/ppt/media/image2.jpeg" Id="R2e81a5d12c6542f9" /><Relationship Type="http://schemas.openxmlformats.org/officeDocument/2006/relationships/image" Target="/ppt/media/image3.png" Id="R90af16f585724aa9" /><Relationship Type="http://schemas.openxmlformats.org/officeDocument/2006/relationships/notesSlide" Target="/ppt/notesSlides/notesSlide5.xml" Id="R6cd9285bd7a446e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b4e72be9bc984a24" /><Relationship Type="http://schemas.openxmlformats.org/officeDocument/2006/relationships/image" Target="/ppt/media/image4.png" Id="R1423e9413d5349aa" /><Relationship Type="http://schemas.openxmlformats.org/officeDocument/2006/relationships/image" Target="/ppt/media/image5.png" Id="R751a6e18e0bb4aae" /><Relationship Type="http://schemas.openxmlformats.org/officeDocument/2006/relationships/image" Target="/ppt/media/image6.png" Id="Rcc40e920b9e24019" /><Relationship Type="http://schemas.openxmlformats.org/officeDocument/2006/relationships/notesSlide" Target="/ppt/notesSlides/notesSlide6.xml" Id="Rd6e5a57d25d94fe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3f8e540796314e5b" /><Relationship Type="http://schemas.openxmlformats.org/officeDocument/2006/relationships/image" Target="/ppt/media/image7.png" Id="Rc4b5b8330e1c4e1e" /><Relationship Type="http://schemas.openxmlformats.org/officeDocument/2006/relationships/image" Target="/ppt/media/image8.png" Id="R067d3821096b425d" /><Relationship Type="http://schemas.openxmlformats.org/officeDocument/2006/relationships/image" Target="/ppt/media/image9.png" Id="Ra3d4c269d39f47a4" /><Relationship Type="http://schemas.openxmlformats.org/officeDocument/2006/relationships/notesSlide" Target="/ppt/notesSlides/notesSlide7.xml" Id="R83669e3edc4d4f5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4888eb6a500d4de3" /><Relationship Type="http://schemas.openxmlformats.org/officeDocument/2006/relationships/image" Target="/ppt/media/image3.jpeg" Id="R953fbd957ade4d7e" /><Relationship Type="http://schemas.openxmlformats.org/officeDocument/2006/relationships/image" Target="/ppt/media/image10.png" Id="R50f6c17ccdc2445c" /><Relationship Type="http://schemas.openxmlformats.org/officeDocument/2006/relationships/notesSlide" Target="/ppt/notesSlides/notesSlide8.xml" Id="Rb112773f78534d8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bd1fd203e08746e7" /><Relationship Type="http://schemas.openxmlformats.org/officeDocument/2006/relationships/image" Target="/ppt/media/image4.jpeg" Id="R22d7e5e0c04f4d3c" /><Relationship Type="http://schemas.openxmlformats.org/officeDocument/2006/relationships/image" Target="/ppt/media/image11.png" Id="Rcf4c22bd70234822" /><Relationship Type="http://schemas.openxmlformats.org/officeDocument/2006/relationships/notesSlide" Target="/ppt/notesSlides/notesSlide9.xml" Id="R0de816498f934c1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934ec60459464ae9" /><Relationship Type="http://schemas.openxmlformats.org/officeDocument/2006/relationships/image" Target="/ppt/media/image12.png" Id="Rddf2489dc0214500" /><Relationship Type="http://schemas.openxmlformats.org/officeDocument/2006/relationships/image" Target="/ppt/media/image13.png" Id="R5a494103a9c54d7c" /><Relationship Type="http://schemas.openxmlformats.org/officeDocument/2006/relationships/notesSlide" Target="/ppt/notesSlides/notesSlide10.xml" Id="R7acae445a0bb4fb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b9480482e1a84880" /><Relationship Type="http://schemas.openxmlformats.org/officeDocument/2006/relationships/image" Target="/ppt/media/image5.jpeg" Id="Rd704f7089b364e7e" /><Relationship Type="http://schemas.openxmlformats.org/officeDocument/2006/relationships/image" Target="/ppt/media/image3.png" Id="R1809e0a85c8a4609" /><Relationship Type="http://schemas.openxmlformats.org/officeDocument/2006/relationships/notesSlide" Target="/ppt/notesSlides/notesSlide11.xml" Id="R928e353c841642a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9275072c6e534a80" /><Relationship Type="http://schemas.openxmlformats.org/officeDocument/2006/relationships/image" Target="/ppt/media/image14.png" Id="Ra4bf18bd857c42e1" /><Relationship Type="http://schemas.openxmlformats.org/officeDocument/2006/relationships/image" Target="/ppt/media/image6.png" Id="R2fc98b607e934345" /><Relationship Type="http://schemas.openxmlformats.org/officeDocument/2006/relationships/notesSlide" Target="/ppt/notesSlides/notesSlide12.xml" Id="Rfe344a0154094702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de5952cf845c4738" /><Relationship Type="http://schemas.openxmlformats.org/officeDocument/2006/relationships/image" Target="/ppt/media/image15.png" Id="R4e8567c6ff8f4947" /><Relationship Type="http://schemas.openxmlformats.org/officeDocument/2006/relationships/image" Target="/ppt/media/image10.png" Id="Rdcf4a642fa73495a" /><Relationship Type="http://schemas.openxmlformats.org/officeDocument/2006/relationships/notesSlide" Target="/ppt/notesSlides/notesSlide13.xml" Id="Rca06f749f1cf4bb7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129b22c4cb13489b" /><Relationship Type="http://schemas.openxmlformats.org/officeDocument/2006/relationships/image" Target="/ppt/media/image16.png" Id="Rb1889518b706474d" /><Relationship Type="http://schemas.openxmlformats.org/officeDocument/2006/relationships/image" Target="/ppt/media/image3.png" Id="R30ffc8575e1548d6" /><Relationship Type="http://schemas.openxmlformats.org/officeDocument/2006/relationships/notesSlide" Target="/ppt/notesSlides/notesSlide14.xml" Id="Rae9b1496982742c0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04681657e9dd4773" /><Relationship Type="http://schemas.openxmlformats.org/officeDocument/2006/relationships/image" Target="/ppt/media/image17.png" Id="Rf8f4db4a7fdf4cfa" /><Relationship Type="http://schemas.openxmlformats.org/officeDocument/2006/relationships/image" Target="/ppt/media/image18.png" Id="R16a7b56a01294785" /><Relationship Type="http://schemas.openxmlformats.org/officeDocument/2006/relationships/notesSlide" Target="/ppt/notesSlides/notesSlide15.xml" Id="R6a202189fbd140e8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53d8f7ffae4c486f" /><Relationship Type="http://schemas.openxmlformats.org/officeDocument/2006/relationships/image" Target="/ppt/media/image19.png" Id="R39ec30501ada4787" /><Relationship Type="http://schemas.openxmlformats.org/officeDocument/2006/relationships/image" Target="/ppt/media/image7.png" Id="R1ec97dea28af4658" /><Relationship Type="http://schemas.openxmlformats.org/officeDocument/2006/relationships/notesSlide" Target="/ppt/notesSlides/notesSlide16.xml" Id="Rce17e9f4fed8496a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72ffd446164a4980" /><Relationship Type="http://schemas.openxmlformats.org/officeDocument/2006/relationships/image" Target="/ppt/media/image20.png" Id="Rd0e7b58af16d4322" /><Relationship Type="http://schemas.openxmlformats.org/officeDocument/2006/relationships/image" Target="/ppt/media/image6.png" Id="R1b4796d76f584744" /><Relationship Type="http://schemas.openxmlformats.org/officeDocument/2006/relationships/notesSlide" Target="/ppt/notesSlides/notesSlide17.xml" Id="R4d44eddc70fa4512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604f73e1041e4438" /><Relationship Type="http://schemas.openxmlformats.org/officeDocument/2006/relationships/image" Target="/ppt/media/image21.png" Id="Re2ed30862a3c47c1" /><Relationship Type="http://schemas.openxmlformats.org/officeDocument/2006/relationships/image" Target="/ppt/media/image22.png" Id="R164308d74d424f68" /><Relationship Type="http://schemas.openxmlformats.org/officeDocument/2006/relationships/image" Target="/ppt/media/image11.png" Id="R15ac45b68b664052" /><Relationship Type="http://schemas.openxmlformats.org/officeDocument/2006/relationships/notesSlide" Target="/ppt/notesSlides/notesSlide18.xml" Id="Rfbda51319470402a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2c2e418a1e754975" /><Relationship Type="http://schemas.openxmlformats.org/officeDocument/2006/relationships/image" Target="/ppt/media/image23.png" Id="Ra7d34081e78142fd" /><Relationship Type="http://schemas.openxmlformats.org/officeDocument/2006/relationships/image" Target="/ppt/media/image24.png" Id="R9ced3bcaa4544a61" /><Relationship Type="http://schemas.openxmlformats.org/officeDocument/2006/relationships/image" Target="/ppt/media/image7.png" Id="R6ff5411d66fc4132" /><Relationship Type="http://schemas.openxmlformats.org/officeDocument/2006/relationships/notesSlide" Target="/ppt/notesSlides/notesSlide19.xml" Id="Rb616e1d927ad4bd7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86ced49dea8646f7" /><Relationship Type="http://schemas.openxmlformats.org/officeDocument/2006/relationships/image" Target="/ppt/media/image25.png" Id="R8c45808926c44d86" /><Relationship Type="http://schemas.openxmlformats.org/officeDocument/2006/relationships/image" Target="/ppt/media/image26.png" Id="R3b94a7f512364f4c" /><Relationship Type="http://schemas.openxmlformats.org/officeDocument/2006/relationships/notesSlide" Target="/ppt/notesSlides/notesSlide20.xml" Id="R3d97a43a3587481d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9afd80a2361e4704" /><Relationship Type="http://schemas.openxmlformats.org/officeDocument/2006/relationships/image" Target="/ppt/media/image27.png" Id="R28bbe98662f044e2" /><Relationship Type="http://schemas.openxmlformats.org/officeDocument/2006/relationships/image" Target="/ppt/media/image13.png" Id="R73513190fe9c417b" /><Relationship Type="http://schemas.openxmlformats.org/officeDocument/2006/relationships/notesSlide" Target="/ppt/notesSlides/notesSlide21.xml" Id="R5b63523c99b74ac6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1168edc87ab4431e" /><Relationship Type="http://schemas.openxmlformats.org/officeDocument/2006/relationships/image" Target="/ppt/media/image28.png" Id="R32bbb07dcdcd42f8" /><Relationship Type="http://schemas.openxmlformats.org/officeDocument/2006/relationships/image" Target="/ppt/media/image11.png" Id="Rb1025802d7de45a7" /><Relationship Type="http://schemas.openxmlformats.org/officeDocument/2006/relationships/notesSlide" Target="/ppt/notesSlides/notesSlide22.xml" Id="Rd4b17193e48b468d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22e31f82223b4605" /><Relationship Type="http://schemas.openxmlformats.org/officeDocument/2006/relationships/image" Target="/ppt/media/image29.png" Id="Rc8be5ecaf88a450e" /><Relationship Type="http://schemas.openxmlformats.org/officeDocument/2006/relationships/image" Target="/ppt/media/image3.png" Id="Rf8a5ca0e7b7d403f" /><Relationship Type="http://schemas.openxmlformats.org/officeDocument/2006/relationships/notesSlide" Target="/ppt/notesSlides/notesSlide23.xml" Id="Ra0081d0236c6496c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cc142ab2aef4431f" /><Relationship Type="http://schemas.openxmlformats.org/officeDocument/2006/relationships/image" Target="/ppt/media/image30.png" Id="R38e9809bb60a45e7" /><Relationship Type="http://schemas.openxmlformats.org/officeDocument/2006/relationships/image" Target="/ppt/media/image6.png" Id="R9ccd895e674a4786" /><Relationship Type="http://schemas.openxmlformats.org/officeDocument/2006/relationships/notesSlide" Target="/ppt/notesSlides/notesSlide24.xml" Id="Rb3af89cfd8db40ba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b8e15f4717b04646" /><Relationship Type="http://schemas.openxmlformats.org/officeDocument/2006/relationships/image" Target="/ppt/media/image31.png" Id="R6d7db75001804f49" /><Relationship Type="http://schemas.openxmlformats.org/officeDocument/2006/relationships/image" Target="/ppt/media/image7.png" Id="R63bee2dd78644ca1" /><Relationship Type="http://schemas.openxmlformats.org/officeDocument/2006/relationships/notesSlide" Target="/ppt/notesSlides/notesSlide25.xml" Id="R22ab792be7a24de6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73eb6f1f7f55484e" /><Relationship Type="http://schemas.openxmlformats.org/officeDocument/2006/relationships/image" Target="/ppt/media/image32.png" Id="R4fdd7d1cad6941fc" /><Relationship Type="http://schemas.openxmlformats.org/officeDocument/2006/relationships/image" Target="/ppt/media/image10.png" Id="Raef8a75f3419466a" /><Relationship Type="http://schemas.openxmlformats.org/officeDocument/2006/relationships/notesSlide" Target="/ppt/notesSlides/notesSlide26.xml" Id="R85cae4963a524857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ad5e222aa5434b12" /><Relationship Type="http://schemas.openxmlformats.org/officeDocument/2006/relationships/image" Target="/ppt/media/image33.png" Id="R9fd76b1e35144f8e" /><Relationship Type="http://schemas.openxmlformats.org/officeDocument/2006/relationships/image" Target="/ppt/media/image34.png" Id="Rc9a40eeb22904af0" /><Relationship Type="http://schemas.openxmlformats.org/officeDocument/2006/relationships/notesSlide" Target="/ppt/notesSlides/notesSlide27.xml" Id="R367c634a8e26460e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object 2">
            <a:extLst xmlns:a="http://schemas.openxmlformats.org/drawingml/2006/main">
              <a:ext uri="{FF2B5EF4-FFF2-40B4-BE49-F238E27FC236}">
                <a16:creationId xmlns:a16="http://schemas.microsoft.com/office/drawing/2014/main" id="{0C86C353-20B2-4DC2-9403-A8F63E753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900" y="1612900"/>
            <a:ext cx="1676400" cy="177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1000" b="1">
                <a:solidFill>
                  <a:srgbClr val="F7B800"/>
                </a:solidFill>
                <a:latin typeface="Arial"/>
                <a:ea typeface="Arial"/>
                <a:cs typeface="Arial"/>
              </a:rPr>
              <a:t>CONTROLLED</a:t>
            </a:r>
            <a:r>
              <a:rPr sz="1000" b="1">
                <a:solidFill>
                  <a:srgbClr val="F7B800"/>
                </a:solidFill>
                <a:latin typeface="Arial"/>
                <a:ea typeface="Arial"/>
                <a:cs typeface="Arial"/>
              </a:rPr>
              <a:t> </a:t>
            </a:r>
            <a:r>
              <a:rPr sz="1000" b="1">
                <a:solidFill>
                  <a:srgbClr val="F7B800"/>
                </a:solidFill>
                <a:latin typeface="Arial"/>
                <a:ea typeface="Arial"/>
                <a:cs typeface="Arial"/>
              </a:rPr>
              <a:t>DOCUMENT</a:t>
            </a:r>
            <a:endParaRPr sz="1000">
              <a:latin typeface="Arial"/>
              <a:ea typeface="Arial"/>
              <a:cs typeface="Arial"/>
            </a:endParaRPr>
          </a:p>
        </p:txBody>
      </p:sp>
      <p:sp>
        <p:nvSpPr>
          <p:cNvPr id="3" name="object 3">
            <a:extLst xmlns:a="http://schemas.openxmlformats.org/drawingml/2006/main">
              <a:ext uri="{FF2B5EF4-FFF2-40B4-BE49-F238E27FC236}">
                <a16:creationId xmlns:a16="http://schemas.microsoft.com/office/drawing/2014/main" id="{A83D5F0A-8F34-42E6-9242-F6558C72ABE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t>SMART DMS </a:t>
            </a:r>
            <a:r>
              <a:t>PORTAL</a:t>
            </a:r>
          </a:p>
        </p:txBody>
      </p:sp>
      <p:sp>
        <p:nvSpPr>
          <p:cNvPr id="4" name="object 4">
            <a:extLst xmlns:a="http://schemas.openxmlformats.org/drawingml/2006/main">
              <a:ext uri="{FF2B5EF4-FFF2-40B4-BE49-F238E27FC236}">
                <a16:creationId xmlns:a16="http://schemas.microsoft.com/office/drawing/2014/main" id="{5B098F5B-FA41-4A9C-B607-2624E39B4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900" y="2425700"/>
            <a:ext cx="4109085" cy="7162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2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USER</a:t>
            </a:r>
            <a:r>
              <a:rPr sz="2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2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MANUAL</a:t>
            </a:r>
            <a:endParaRPr sz="2300">
              <a:latin typeface="Arial"/>
              <a:ea typeface="Arial"/>
              <a:cs typeface="Arial"/>
            </a:endParaRPr>
          </a:p>
          <a:p xmlns:a="http://schemas.openxmlformats.org/drawingml/2006/main">
            <a:pPr marL="12700">
              <a:lnSpc>
                <a:spcPct val="100000"/>
              </a:lnSpc>
              <a:spcBef>
                <a:spcPts val="1240"/>
              </a:spcBef>
              <a:buNone/>
            </a:pPr>
            <a:r>
              <a:rPr sz="1200">
                <a:solidFill>
                  <a:srgbClr val="CFE4F9"/>
                </a:solidFill>
                <a:latin typeface="Arial MT"/>
                <a:ea typeface="Arial MT"/>
                <a:cs typeface="Arial MT"/>
              </a:rPr>
              <a:t>Document submission, approval, access, reporting and </a:t>
            </a:r>
            <a:r>
              <a:rPr sz="1200">
                <a:solidFill>
                  <a:srgbClr val="CFE4F9"/>
                </a:solidFill>
                <a:latin typeface="Arial MT"/>
                <a:ea typeface="Arial MT"/>
                <a:cs typeface="Arial MT"/>
              </a:rPr>
              <a:t>audit</a:t>
            </a:r>
            <a:endParaRPr sz="1200">
              <a:latin typeface="Arial MT"/>
              <a:ea typeface="Arial MT"/>
              <a:cs typeface="Arial MT"/>
            </a:endParaRPr>
          </a:p>
        </p:txBody>
      </p:sp>
      <p:sp>
        <p:nvSpPr>
          <p:cNvPr id="5" name="object 5">
            <a:extLst xmlns:a="http://schemas.openxmlformats.org/drawingml/2006/main">
              <a:ext uri="{FF2B5EF4-FFF2-40B4-BE49-F238E27FC236}">
                <a16:creationId xmlns:a16="http://schemas.microsoft.com/office/drawing/2014/main" id="{A273B531-9BF7-4F5F-B4DD-3C19E33A5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600" y="3467099"/>
            <a:ext cx="6595109" cy="812800"/>
          </a:xfrm>
          <a:custGeom xmlns:a="http://schemas.openxmlformats.org/drawingml/2006/main">
            <a:rect l="l" t="t" r="r" b="b"/>
            <a:pathLst>
              <a:path w="6595109" h="812800">
                <a:moveTo>
                  <a:pt x="6505900" y="0"/>
                </a:moveTo>
                <a:lnTo>
                  <a:pt x="88900" y="0"/>
                </a:lnTo>
                <a:lnTo>
                  <a:pt x="54276" y="6979"/>
                </a:lnTo>
                <a:lnTo>
                  <a:pt x="26021" y="26021"/>
                </a:lnTo>
                <a:lnTo>
                  <a:pt x="6979" y="54276"/>
                </a:lnTo>
                <a:lnTo>
                  <a:pt x="0" y="88900"/>
                </a:lnTo>
                <a:lnTo>
                  <a:pt x="0" y="723900"/>
                </a:lnTo>
                <a:lnTo>
                  <a:pt x="6979" y="758523"/>
                </a:lnTo>
                <a:lnTo>
                  <a:pt x="26021" y="786778"/>
                </a:lnTo>
                <a:lnTo>
                  <a:pt x="54276" y="805820"/>
                </a:lnTo>
                <a:lnTo>
                  <a:pt x="88900" y="812800"/>
                </a:lnTo>
                <a:lnTo>
                  <a:pt x="6505900" y="812800"/>
                </a:lnTo>
                <a:lnTo>
                  <a:pt x="6540523" y="805820"/>
                </a:lnTo>
                <a:lnTo>
                  <a:pt x="6568779" y="786778"/>
                </a:lnTo>
                <a:lnTo>
                  <a:pt x="6587820" y="758523"/>
                </a:lnTo>
                <a:lnTo>
                  <a:pt x="6594800" y="723900"/>
                </a:lnTo>
                <a:lnTo>
                  <a:pt x="6594800" y="88900"/>
                </a:lnTo>
                <a:lnTo>
                  <a:pt x="6587820" y="54276"/>
                </a:lnTo>
                <a:lnTo>
                  <a:pt x="6568779" y="26021"/>
                </a:lnTo>
                <a:lnTo>
                  <a:pt x="6540523" y="6979"/>
                </a:lnTo>
                <a:lnTo>
                  <a:pt x="650590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graphicFrame>
        <p:nvGraphicFramePr>
          <p:cNvPr id="21" name="object 6"/>
          <p:cNvGraphicFramePr/>
          <p:nvPr/>
        </p:nvGraphicFramePr>
        <p:xfrm>
          <a:off xmlns:a="http://schemas.openxmlformats.org/drawingml/2006/main" x="628650" y="3641823"/>
          <a:ext xmlns:a="http://schemas.openxmlformats.org/drawingml/2006/main" cx="5569583" cy="382270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89710"/>
                <a:gridCol w="1287144"/>
                <a:gridCol w="1725929"/>
                <a:gridCol w="1066800"/>
              </a:tblGrid>
              <a:tr h="184150">
                <a:tc>
                  <a:txBody>
                    <a:bodyPr/>
                    <a:lstStyle/>
                    <a:p>
                      <a:pPr marL="31750">
                        <a:lnSpc>
                          <a:spcPts val="885"/>
                        </a:lnSpc>
                        <a:buNone/>
                      </a:pPr>
                      <a:r>
                        <a:rPr sz="800" b="1">
                          <a:solidFill>
                            <a:srgbClr val="13213D"/>
                          </a:solidFill>
                          <a:latin typeface="Arial"/>
                          <a:ea typeface="Arial"/>
                          <a:cs typeface="Arial"/>
                        </a:rPr>
                        <a:t>DOCUMENT </a:t>
                      </a:r>
                      <a:r>
                        <a:rPr sz="800" b="1">
                          <a:solidFill>
                            <a:srgbClr val="13213D"/>
                          </a:solidFill>
                          <a:latin typeface="Arial"/>
                          <a:ea typeface="Arial"/>
                          <a:cs typeface="Arial"/>
                        </a:rPr>
                        <a:t>NUMBER</a:t>
                      </a:r>
                      <a:endParaRPr sz="8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96240">
                        <a:lnSpc>
                          <a:spcPts val="885"/>
                        </a:lnSpc>
                        <a:buNone/>
                      </a:pPr>
                      <a:r>
                        <a:rPr sz="800" b="1">
                          <a:solidFill>
                            <a:srgbClr val="13213D"/>
                          </a:solidFill>
                          <a:latin typeface="Arial"/>
                          <a:ea typeface="Arial"/>
                          <a:cs typeface="Arial"/>
                        </a:rPr>
                        <a:t>REVISION</a:t>
                      </a:r>
                      <a:endParaRPr sz="8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04495">
                        <a:lnSpc>
                          <a:spcPts val="885"/>
                        </a:lnSpc>
                        <a:buNone/>
                      </a:pPr>
                      <a:r>
                        <a:rPr sz="800" b="1">
                          <a:solidFill>
                            <a:srgbClr val="13213D"/>
                          </a:solidFill>
                          <a:latin typeface="Arial"/>
                          <a:ea typeface="Arial"/>
                          <a:cs typeface="Arial"/>
                        </a:rPr>
                        <a:t>EFFECTIVE</a:t>
                      </a:r>
                      <a:endParaRPr sz="8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56565">
                        <a:lnSpc>
                          <a:spcPts val="885"/>
                        </a:lnSpc>
                        <a:buNone/>
                      </a:pPr>
                      <a:r>
                        <a:rPr sz="800" b="1">
                          <a:solidFill>
                            <a:srgbClr val="13213D"/>
                          </a:solidFill>
                          <a:latin typeface="Arial"/>
                          <a:ea typeface="Arial"/>
                          <a:cs typeface="Arial"/>
                        </a:rPr>
                        <a:t>OWNER</a:t>
                      </a:r>
                      <a:endParaRPr sz="8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/>
                </a:tc>
              </a:tr>
              <a:tr h="198120">
                <a:tc>
                  <a:txBody>
                    <a:bodyPr/>
                    <a:lstStyle/>
                    <a:p>
                      <a:pPr marL="31750">
                        <a:lnSpc>
                          <a:spcPts val="990"/>
                        </a:lnSpc>
                        <a:spcBef>
                          <a:spcPts val="470"/>
                        </a:spcBef>
                        <a:buNone/>
                      </a:pPr>
                      <a:r>
                        <a:rPr sz="90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DMS-UM-001</a:t>
                      </a:r>
                      <a:endParaRPr sz="90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59690" marB="0"/>
                </a:tc>
                <a:tc>
                  <a:txBody>
                    <a:bodyPr/>
                    <a:lstStyle/>
                    <a:p>
                      <a:pPr marL="396240">
                        <a:lnSpc>
                          <a:spcPts val="990"/>
                        </a:lnSpc>
                        <a:spcBef>
                          <a:spcPts val="470"/>
                        </a:spcBef>
                        <a:buNone/>
                      </a:pPr>
                      <a:r>
                        <a:rPr sz="90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1.3</a:t>
                      </a:r>
                      <a:endParaRPr sz="90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59690" marB="0"/>
                </a:tc>
                <a:tc>
                  <a:txBody>
                    <a:bodyPr/>
                    <a:lstStyle/>
                    <a:p>
                      <a:pPr marL="404495">
                        <a:lnSpc>
                          <a:spcPts val="990"/>
                        </a:lnSpc>
                        <a:spcBef>
                          <a:spcPts val="470"/>
                        </a:spcBef>
                        <a:buNone/>
                      </a:pPr>
                      <a:r>
                        <a:rPr sz="90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10-Aug-2026</a:t>
                      </a:r>
                      <a:endParaRPr sz="90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59690" marB="0"/>
                </a:tc>
                <a:tc>
                  <a:txBody>
                    <a:bodyPr/>
                    <a:lstStyle/>
                    <a:p>
                      <a:pPr marL="456565">
                        <a:lnSpc>
                          <a:spcPts val="990"/>
                        </a:lnSpc>
                        <a:spcBef>
                          <a:spcPts val="470"/>
                        </a:spcBef>
                        <a:buNone/>
                      </a:pPr>
                      <a:r>
                        <a:rPr sz="90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DMS Team</a:t>
                      </a:r>
                      <a:endParaRPr sz="90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59690" marB="0"/>
                </a:tc>
              </a:tr>
            </a:tbl>
          </a:graphicData>
        </a:graphic>
      </p:graphicFrame>
      <p:sp>
        <p:nvSpPr>
          <p:cNvPr id="8" name="object 8">
            <a:extLst xmlns:a="http://schemas.openxmlformats.org/drawingml/2006/main">
              <a:ext uri="{FF2B5EF4-FFF2-40B4-BE49-F238E27FC236}">
                <a16:creationId xmlns:a16="http://schemas.microsoft.com/office/drawing/2014/main" id="{B2629D83-EC10-4047-A029-9AA600BCA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0700" y="4597399"/>
            <a:ext cx="6595109" cy="2818130"/>
          </a:xfrm>
          <a:custGeom xmlns:a="http://schemas.openxmlformats.org/drawingml/2006/main">
            <a:rect l="l" t="t" r="r" b="b"/>
            <a:pathLst>
              <a:path w="6595109" h="2818129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2754217"/>
                </a:lnTo>
                <a:lnTo>
                  <a:pt x="4985" y="2778948"/>
                </a:lnTo>
                <a:lnTo>
                  <a:pt x="18586" y="2799130"/>
                </a:lnTo>
                <a:lnTo>
                  <a:pt x="38769" y="2812731"/>
                </a:lnTo>
                <a:lnTo>
                  <a:pt x="63500" y="2817717"/>
                </a:lnTo>
                <a:lnTo>
                  <a:pt x="6531300" y="2817717"/>
                </a:lnTo>
                <a:lnTo>
                  <a:pt x="6556030" y="2812731"/>
                </a:lnTo>
                <a:lnTo>
                  <a:pt x="6576213" y="2799130"/>
                </a:lnTo>
                <a:lnTo>
                  <a:pt x="6589814" y="2778948"/>
                </a:lnTo>
                <a:lnTo>
                  <a:pt x="6594800" y="2754217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D6E1ED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object 9">
            <a:extLst xmlns:a="http://schemas.openxmlformats.org/drawingml/2006/main">
              <a:ext uri="{FF2B5EF4-FFF2-40B4-BE49-F238E27FC236}">
                <a16:creationId xmlns:a16="http://schemas.microsoft.com/office/drawing/2014/main" id="{B07056AF-90DB-444A-9CC8-0CA722711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4559299"/>
            <a:ext cx="6595109" cy="2818130"/>
          </a:xfrm>
          <a:custGeom xmlns:a="http://schemas.openxmlformats.org/drawingml/2006/main">
            <a:rect l="l" t="t" r="r" b="b"/>
            <a:pathLst>
              <a:path w="6595109" h="2818129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2754217"/>
                </a:lnTo>
                <a:lnTo>
                  <a:pt x="4985" y="2778948"/>
                </a:lnTo>
                <a:lnTo>
                  <a:pt x="18586" y="2799130"/>
                </a:lnTo>
                <a:lnTo>
                  <a:pt x="38769" y="2812731"/>
                </a:lnTo>
                <a:lnTo>
                  <a:pt x="63500" y="2817717"/>
                </a:lnTo>
                <a:lnTo>
                  <a:pt x="6531300" y="2817717"/>
                </a:lnTo>
                <a:lnTo>
                  <a:pt x="6556030" y="2812731"/>
                </a:lnTo>
                <a:lnTo>
                  <a:pt x="6576213" y="2799130"/>
                </a:lnTo>
                <a:lnTo>
                  <a:pt x="6589814" y="2778948"/>
                </a:lnTo>
                <a:lnTo>
                  <a:pt x="6594800" y="2754217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object 10">
            <a:extLst xmlns:a="http://schemas.openxmlformats.org/drawingml/2006/main">
              <a:ext uri="{FF2B5EF4-FFF2-40B4-BE49-F238E27FC236}">
                <a16:creationId xmlns:a16="http://schemas.microsoft.com/office/drawing/2014/main" id="{D1B65606-4850-41FD-9962-F56B97C3D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4559299"/>
            <a:ext cx="6595109" cy="2818130"/>
          </a:xfrm>
          <a:custGeom xmlns:a="http://schemas.openxmlformats.org/drawingml/2006/main">
            <a:rect l="l" t="t" r="r" b="b"/>
            <a:pathLst>
              <a:path w="6595109" h="2818129">
                <a:moveTo>
                  <a:pt x="63500" y="2817717"/>
                </a:moveTo>
                <a:lnTo>
                  <a:pt x="6531300" y="2817717"/>
                </a:lnTo>
                <a:lnTo>
                  <a:pt x="6556030" y="2812731"/>
                </a:lnTo>
                <a:lnTo>
                  <a:pt x="6576213" y="2799130"/>
                </a:lnTo>
                <a:lnTo>
                  <a:pt x="6589814" y="2778948"/>
                </a:lnTo>
                <a:lnTo>
                  <a:pt x="6594800" y="2754217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2754217"/>
                </a:lnTo>
                <a:lnTo>
                  <a:pt x="4985" y="2778948"/>
                </a:lnTo>
                <a:lnTo>
                  <a:pt x="18586" y="2799130"/>
                </a:lnTo>
                <a:lnTo>
                  <a:pt x="38769" y="2812731"/>
                </a:lnTo>
                <a:lnTo>
                  <a:pt x="63500" y="2817717"/>
                </a:lnTo>
                <a:close/>
              </a:path>
            </a:pathLst>
          </a:custGeom>
          <a:ln xmlns:a="http://schemas.openxmlformats.org/drawingml/2006/main" w="1270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25" name="object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2cec5513e5405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12324" y="4571999"/>
            <a:ext cx="6535351" cy="2792317"/>
          </a:xfrm>
          <a:prstGeom xmlns:a="http://schemas.openxmlformats.org/drawingml/2006/main" prst="rect">
            <a:avLst/>
          </a:prstGeom>
        </p:spPr>
      </p:pic>
      <p:sp>
        <p:nvSpPr>
          <p:cNvPr id="12" name="object 12">
            <a:extLst xmlns:a="http://schemas.openxmlformats.org/drawingml/2006/main">
              <a:ext uri="{FF2B5EF4-FFF2-40B4-BE49-F238E27FC236}">
                <a16:creationId xmlns:a16="http://schemas.microsoft.com/office/drawing/2014/main" id="{62CB9AD6-B936-4D41-93BF-BC289E80A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600" y="9777600"/>
            <a:ext cx="6595109" cy="63500"/>
          </a:xfrm>
          <a:custGeom xmlns:a="http://schemas.openxmlformats.org/drawingml/2006/main">
            <a:rect l="l" t="t" r="r" b="b"/>
            <a:pathLst>
              <a:path w="6595109" h="63500">
                <a:moveTo>
                  <a:pt x="6594800" y="0"/>
                </a:moveTo>
                <a:lnTo>
                  <a:pt x="0" y="0"/>
                </a:lnTo>
                <a:lnTo>
                  <a:pt x="0" y="63500"/>
                </a:lnTo>
                <a:lnTo>
                  <a:pt x="6594800" y="63500"/>
                </a:lnTo>
                <a:lnTo>
                  <a:pt x="6594800" y="0"/>
                </a:lnTo>
                <a:close/>
              </a:path>
            </a:pathLst>
          </a:custGeom>
          <a:solidFill xmlns:a="http://schemas.openxmlformats.org/drawingml/2006/main">
            <a:srgbClr val="F7B800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object 13">
            <a:extLst xmlns:a="http://schemas.openxmlformats.org/drawingml/2006/main">
              <a:ext uri="{FF2B5EF4-FFF2-40B4-BE49-F238E27FC236}">
                <a16:creationId xmlns:a16="http://schemas.microsoft.com/office/drawing/2014/main" id="{822656CB-433B-4056-B6EB-EDE99B356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900" y="9955400"/>
            <a:ext cx="2292985" cy="162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ZF</a:t>
            </a: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Rane</a:t>
            </a: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Automotive</a:t>
            </a: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India</a:t>
            </a: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PVT</a:t>
            </a: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LTD</a:t>
            </a: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-</a:t>
            </a: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SGD</a:t>
            </a:r>
            <a:endParaRPr sz="900">
              <a:latin typeface="Arial"/>
              <a:ea typeface="Arial"/>
              <a:cs typeface="Arial"/>
            </a:endParaRPr>
          </a:p>
        </p:txBody>
      </p:sp>
      <p:sp>
        <p:nvSpPr>
          <p:cNvPr id="14" name="object 14">
            <a:extLst xmlns:a="http://schemas.openxmlformats.org/drawingml/2006/main">
              <a:ext uri="{FF2B5EF4-FFF2-40B4-BE49-F238E27FC236}">
                <a16:creationId xmlns:a16="http://schemas.microsoft.com/office/drawing/2014/main" id="{326730F8-E866-4800-ADF3-66428BC8C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9170" y="9968100"/>
            <a:ext cx="771525" cy="1473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800">
                <a:solidFill>
                  <a:srgbClr val="FFFFFF"/>
                </a:solidFill>
                <a:latin typeface="Arial MT"/>
                <a:ea typeface="Arial MT"/>
                <a:cs typeface="Arial MT"/>
              </a:rPr>
              <a:t>Internal</a:t>
            </a:r>
            <a:r>
              <a:rPr sz="800">
                <a:solidFill>
                  <a:srgbClr val="FFFFFF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FFFFFF"/>
                </a:solidFill>
                <a:latin typeface="Arial MT"/>
                <a:ea typeface="Arial MT"/>
                <a:cs typeface="Arial MT"/>
              </a:rPr>
              <a:t>use</a:t>
            </a:r>
            <a:r>
              <a:rPr sz="800">
                <a:solidFill>
                  <a:srgbClr val="FFFFFF"/>
                </a:solidFill>
                <a:latin typeface="Arial MT"/>
                <a:ea typeface="Arial MT"/>
                <a:cs typeface="Arial MT"/>
              </a:rPr>
              <a:t> only</a:t>
            </a:r>
            <a:endParaRPr sz="800">
              <a:latin typeface="Arial MT"/>
              <a:ea typeface="Arial MT"/>
              <a:cs typeface="Arial MT"/>
            </a:endParaRPr>
          </a:p>
        </p:txBody>
      </p:sp>
    </p:spTree>
    <p:extLst>
      <p:ext uri="{BB962C8B-B14F-4D97-AF65-F5344CB8AC3E}">
        <p14:creationId xmlns:p14="http://schemas.microsoft.com/office/powerpoint/2010/main" val="1852576159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object 2">
            <a:extLst xmlns:a="http://schemas.openxmlformats.org/drawingml/2006/main">
              <a:ext uri="{FF2B5EF4-FFF2-40B4-BE49-F238E27FC236}">
                <a16:creationId xmlns:a16="http://schemas.microsoft.com/office/drawing/2014/main" id="{5193BAC9-2B2B-4146-A7E6-B3C69DA92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9100" y="156971"/>
            <a:ext cx="1671955" cy="330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065" rIns="0" bIns="0">
            <a:spAutoFit/>
          </a:bodyPr>
          <a:lstStyle xmlns:a="http://schemas.openxmlformats.org/drawingml/2006/main"/>
          <a:p xmlns:a="http://schemas.openxmlformats.org/drawingml/2006/main">
            <a:pPr marL="12700" marR="5080">
              <a:lnSpc>
                <a:spcPct val="153800"/>
              </a:lnSpc>
              <a:spcBef>
                <a:spcPts val="95"/>
              </a:spcBef>
              <a:buNone/>
            </a:pP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ZF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Rane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Automotive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India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PVT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LTD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-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SGD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Smart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DMS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Portal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User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Manual</a:t>
            </a:r>
            <a:endParaRPr sz="650">
              <a:latin typeface="Arial MT"/>
              <a:ea typeface="Arial MT"/>
              <a:cs typeface="Arial MT"/>
            </a:endParaRPr>
          </a:p>
        </p:txBody>
      </p:sp>
      <p:graphicFrame>
        <p:nvGraphicFramePr>
          <p:cNvPr id="83" name="object 3"/>
          <p:cNvGraphicFramePr/>
          <p:nvPr/>
        </p:nvGraphicFramePr>
        <p:xfrm>
          <a:off xmlns:a="http://schemas.openxmlformats.org/drawingml/2006/main" x="4178625" y="161924"/>
          <a:ext xmlns:a="http://schemas.openxmlformats.org/drawingml/2006/main" cx="2895600" cy="444500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47800"/>
                <a:gridCol w="1447800"/>
              </a:tblGrid>
              <a:tr h="222250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50"/>
                        </a:spcBef>
                        <a:buNone/>
                      </a:pP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Document: DMS-UM-001</a:t>
                      </a:r>
                      <a:endParaRPr sz="6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985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50"/>
                        </a:spcBef>
                        <a:buNone/>
                      </a:pP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Revision: 1.3</a:t>
                      </a:r>
                      <a:endParaRPr sz="6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985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</a:tr>
              <a:tr h="222250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00"/>
                        </a:spcBef>
                        <a:buNone/>
                      </a:pP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Effective: 10-Aug-2026</a:t>
                      </a:r>
                      <a:endParaRPr sz="6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350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00"/>
                        </a:spcBef>
                        <a:buNone/>
                      </a:pP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Page: 2 of 27</a:t>
                      </a:r>
                      <a:endParaRPr sz="6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350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5" name="object 5">
            <a:extLst xmlns:a="http://schemas.openxmlformats.org/drawingml/2006/main">
              <a:ext uri="{FF2B5EF4-FFF2-40B4-BE49-F238E27FC236}">
                <a16:creationId xmlns:a16="http://schemas.microsoft.com/office/drawing/2014/main" id="{6A1EFF59-9692-4422-8A21-E219359A2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774699"/>
            <a:ext cx="7560309" cy="431800"/>
          </a:xfrm>
          <a:custGeom xmlns:a="http://schemas.openxmlformats.org/drawingml/2006/main">
            <a:rect l="l" t="t" r="r" b="b"/>
            <a:pathLst>
              <a:path w="7560309" h="431800">
                <a:moveTo>
                  <a:pt x="7560000" y="0"/>
                </a:moveTo>
                <a:lnTo>
                  <a:pt x="0" y="0"/>
                </a:lnTo>
                <a:lnTo>
                  <a:pt x="0" y="431800"/>
                </a:lnTo>
                <a:lnTo>
                  <a:pt x="7560000" y="431800"/>
                </a:lnTo>
                <a:lnTo>
                  <a:pt x="7560000" y="0"/>
                </a:lnTo>
                <a:close/>
              </a:path>
            </a:pathLst>
          </a:custGeom>
          <a:solidFill xmlns:a="http://schemas.openxmlformats.org/drawingml/2006/main">
            <a:srgbClr val="0A346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object 6">
            <a:extLst xmlns:a="http://schemas.openxmlformats.org/drawingml/2006/main">
              <a:ext uri="{FF2B5EF4-FFF2-40B4-BE49-F238E27FC236}">
                <a16:creationId xmlns:a16="http://schemas.microsoft.com/office/drawing/2014/main" id="{95F2C6B0-DE3B-4E06-8C1B-C4287738D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863599"/>
            <a:ext cx="533400" cy="254000"/>
          </a:xfrm>
          <a:custGeom xmlns:a="http://schemas.openxmlformats.org/drawingml/2006/main">
            <a:rect l="l" t="t" r="r" b="b"/>
            <a:pathLst>
              <a:path w="533400" h="254000">
                <a:moveTo>
                  <a:pt x="4699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190500"/>
                </a:lnTo>
                <a:lnTo>
                  <a:pt x="4985" y="215230"/>
                </a:lnTo>
                <a:lnTo>
                  <a:pt x="18586" y="235413"/>
                </a:lnTo>
                <a:lnTo>
                  <a:pt x="38769" y="249014"/>
                </a:lnTo>
                <a:lnTo>
                  <a:pt x="63500" y="254000"/>
                </a:lnTo>
                <a:lnTo>
                  <a:pt x="469900" y="254000"/>
                </a:lnTo>
                <a:lnTo>
                  <a:pt x="494630" y="249014"/>
                </a:lnTo>
                <a:lnTo>
                  <a:pt x="514813" y="235413"/>
                </a:lnTo>
                <a:lnTo>
                  <a:pt x="528414" y="215230"/>
                </a:lnTo>
                <a:lnTo>
                  <a:pt x="533400" y="190500"/>
                </a:lnTo>
                <a:lnTo>
                  <a:pt x="533400" y="63500"/>
                </a:lnTo>
                <a:lnTo>
                  <a:pt x="528414" y="38769"/>
                </a:lnTo>
                <a:lnTo>
                  <a:pt x="514813" y="18586"/>
                </a:lnTo>
                <a:lnTo>
                  <a:pt x="494630" y="4985"/>
                </a:lnTo>
                <a:lnTo>
                  <a:pt x="469900" y="0"/>
                </a:lnTo>
                <a:close/>
              </a:path>
            </a:pathLst>
          </a:custGeom>
          <a:solidFill xmlns:a="http://schemas.openxmlformats.org/drawingml/2006/main">
            <a:srgbClr val="F7B800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object 7">
            <a:extLst xmlns:a="http://schemas.openxmlformats.org/drawingml/2006/main">
              <a:ext uri="{FF2B5EF4-FFF2-40B4-BE49-F238E27FC236}">
                <a16:creationId xmlns:a16="http://schemas.microsoft.com/office/drawing/2014/main" id="{BC21DBF1-A80B-4380-B1D6-184C1D2AD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981" y="920750"/>
            <a:ext cx="167005" cy="1473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8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1.2</a:t>
            </a:r>
            <a:endParaRPr sz="800">
              <a:latin typeface="Arial"/>
              <a:ea typeface="Arial"/>
              <a:cs typeface="Arial"/>
            </a:endParaRPr>
          </a:p>
        </p:txBody>
      </p:sp>
      <p:sp>
        <p:nvSpPr>
          <p:cNvPr id="8" name="object 8">
            <a:extLst xmlns:a="http://schemas.openxmlformats.org/drawingml/2006/main">
              <a:ext uri="{FF2B5EF4-FFF2-40B4-BE49-F238E27FC236}">
                <a16:creationId xmlns:a16="http://schemas.microsoft.com/office/drawing/2014/main" id="{08A057F6-871A-4862-A7DC-A4484F958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300" y="863600"/>
            <a:ext cx="2957195" cy="25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Document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Control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and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Contents</a:t>
            </a:r>
            <a:endParaRPr sz="1500">
              <a:latin typeface="Arial"/>
              <a:ea typeface="Arial"/>
              <a:cs typeface="Arial"/>
            </a:endParaRPr>
          </a:p>
        </p:txBody>
      </p:sp>
      <p:sp>
        <p:nvSpPr>
          <p:cNvPr id="9" name="object 9">
            <a:extLst xmlns:a="http://schemas.openxmlformats.org/drawingml/2006/main">
              <a:ext uri="{FF2B5EF4-FFF2-40B4-BE49-F238E27FC236}">
                <a16:creationId xmlns:a16="http://schemas.microsoft.com/office/drawing/2014/main" id="{FD9BBEBE-8708-4E8B-BA2F-D1C083791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600" y="10298300"/>
            <a:ext cx="6595109" cy="0"/>
          </a:xfrm>
          <a:custGeom xmlns:a="http://schemas.openxmlformats.org/drawingml/2006/main">
            <a:rect l="l" t="t" r="r" b="b"/>
            <a:pathLst>
              <a:path w="6595109" h="0">
                <a:moveTo>
                  <a:pt x="0" y="0"/>
                </a:moveTo>
                <a:lnTo>
                  <a:pt x="6594800" y="0"/>
                </a:lnTo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object 10">
            <a:extLst xmlns:a="http://schemas.openxmlformats.org/drawingml/2006/main">
              <a:ext uri="{FF2B5EF4-FFF2-40B4-BE49-F238E27FC236}">
                <a16:creationId xmlns:a16="http://schemas.microsoft.com/office/drawing/2014/main" id="{7937A443-8E62-4851-AD3D-2C37A1F37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900" y="1358899"/>
            <a:ext cx="2433955" cy="15049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524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20"/>
              </a:spcBef>
              <a:buNone/>
            </a:pP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Use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latest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controlled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copy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available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in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portal.</a:t>
            </a:r>
            <a:endParaRPr sz="800">
              <a:latin typeface="Arial MT"/>
              <a:ea typeface="Arial MT"/>
              <a:cs typeface="Arial MT"/>
            </a:endParaRPr>
          </a:p>
        </p:txBody>
      </p:sp>
      <p:graphicFrame>
        <p:nvGraphicFramePr>
          <p:cNvPr id="90" name="object 11"/>
          <p:cNvGraphicFramePr/>
          <p:nvPr/>
        </p:nvGraphicFramePr>
        <p:xfrm>
          <a:off xmlns:a="http://schemas.openxmlformats.org/drawingml/2006/main" x="479425" y="1607184"/>
          <a:ext xmlns:a="http://schemas.openxmlformats.org/drawingml/2006/main" cx="6591300" cy="1379855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92200"/>
                <a:gridCol w="2209800"/>
                <a:gridCol w="1092200"/>
                <a:gridCol w="2197100"/>
              </a:tblGrid>
              <a:tr h="250825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30"/>
                        </a:spcBef>
                        <a:buNone/>
                      </a:pPr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Field</a:t>
                      </a:r>
                      <a:endParaRPr sz="75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6731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  <a:solidFill>
                      <a:srgbClr val="0A346B"/>
                    </a:solidFill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30"/>
                        </a:spcBef>
                        <a:buNone/>
                      </a:pPr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Value</a:t>
                      </a:r>
                      <a:endParaRPr sz="75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6731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  <a:solidFill>
                      <a:srgbClr val="0A346B"/>
                    </a:solidFill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30"/>
                        </a:spcBef>
                        <a:buNone/>
                      </a:pPr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Field</a:t>
                      </a:r>
                      <a:endParaRPr sz="75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6731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  <a:solidFill>
                      <a:srgbClr val="0A346B"/>
                    </a:solidFill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30"/>
                        </a:spcBef>
                        <a:buNone/>
                      </a:pPr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Value</a:t>
                      </a:r>
                      <a:endParaRPr sz="75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6731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  <a:solidFill>
                      <a:srgbClr val="0A346B"/>
                    </a:solidFill>
                  </a:tcPr>
                </a:tc>
              </a:tr>
              <a:tr h="250825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30"/>
                        </a:spcBef>
                        <a:buNone/>
                      </a:pP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Document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title</a:t>
                      </a:r>
                      <a:endParaRPr sz="7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731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30"/>
                        </a:spcBef>
                        <a:buNone/>
                      </a:pP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Smart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DMS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Portal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User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Manual</a:t>
                      </a:r>
                      <a:endParaRPr sz="7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731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30"/>
                        </a:spcBef>
                        <a:buNone/>
                      </a:pP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Document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number</a:t>
                      </a:r>
                      <a:endParaRPr sz="7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731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30"/>
                        </a:spcBef>
                        <a:buNone/>
                      </a:pP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DMS-UM-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001</a:t>
                      </a:r>
                      <a:endParaRPr sz="7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731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30"/>
                        </a:spcBef>
                        <a:buNone/>
                      </a:pP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Revision</a:t>
                      </a:r>
                      <a:endParaRPr sz="7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731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30"/>
                        </a:spcBef>
                        <a:buNone/>
                      </a:pP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1.3</a:t>
                      </a:r>
                      <a:endParaRPr sz="7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731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30"/>
                        </a:spcBef>
                        <a:buNone/>
                      </a:pP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Effective</a:t>
                      </a:r>
                      <a:endParaRPr sz="7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731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30"/>
                        </a:spcBef>
                        <a:buNone/>
                      </a:pP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10-Aug-2026</a:t>
                      </a:r>
                      <a:endParaRPr sz="7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731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</a:tr>
              <a:tr h="250825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30"/>
                        </a:spcBef>
                        <a:buNone/>
                      </a:pP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Prepared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for</a:t>
                      </a:r>
                      <a:endParaRPr sz="7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731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30"/>
                        </a:spcBef>
                        <a:buNone/>
                      </a:pP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ZF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Rane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Automotive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India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PVT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LTD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-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SGD</a:t>
                      </a:r>
                      <a:endParaRPr sz="7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731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30"/>
                        </a:spcBef>
                        <a:buNone/>
                      </a:pP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Classification</a:t>
                      </a:r>
                      <a:endParaRPr sz="7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731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30"/>
                        </a:spcBef>
                        <a:buNone/>
                      </a:pP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Internal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user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guide</a:t>
                      </a:r>
                      <a:endParaRPr sz="7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731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</a:tr>
              <a:tr h="375920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30"/>
                        </a:spcBef>
                        <a:buNone/>
                      </a:pP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System</a:t>
                      </a:r>
                      <a:endParaRPr sz="7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731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30"/>
                        </a:spcBef>
                        <a:buNone/>
                      </a:pP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Smart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DMS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v2.0.0</a:t>
                      </a:r>
                      <a:endParaRPr sz="7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731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30"/>
                        </a:spcBef>
                        <a:buNone/>
                      </a:pP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Source</a:t>
                      </a:r>
                      <a:endParaRPr sz="7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731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314325">
                        <a:lnSpc>
                          <a:spcPct val="108900"/>
                        </a:lnSpc>
                        <a:spcBef>
                          <a:spcPts val="450"/>
                        </a:spcBef>
                        <a:buNone/>
                      </a:pP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Portal UI, current Flask code, local database and supplied workflow screenshots</a:t>
                      </a:r>
                      <a:endParaRPr sz="7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5715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</a:tr>
            </a:tbl>
          </a:graphicData>
        </a:graphic>
      </p:graphicFrame>
      <p:sp>
        <p:nvSpPr>
          <p:cNvPr id="12" name="object 12">
            <a:extLst xmlns:a="http://schemas.openxmlformats.org/drawingml/2006/main">
              <a:ext uri="{FF2B5EF4-FFF2-40B4-BE49-F238E27FC236}">
                <a16:creationId xmlns:a16="http://schemas.microsoft.com/office/drawing/2014/main" id="{9D60C61B-F71F-4229-B905-A76560713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900" y="3169919"/>
            <a:ext cx="575945" cy="177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10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Contents</a:t>
            </a:r>
            <a:endParaRPr sz="1000">
              <a:latin typeface="Arial"/>
              <a:ea typeface="Arial"/>
              <a:cs typeface="Arial"/>
            </a:endParaRPr>
          </a:p>
        </p:txBody>
      </p:sp>
      <p:sp>
        <p:nvSpPr>
          <p:cNvPr id="14" name="object 14">
            <a:extLst xmlns:a="http://schemas.openxmlformats.org/drawingml/2006/main">
              <a:ext uri="{FF2B5EF4-FFF2-40B4-BE49-F238E27FC236}">
                <a16:creationId xmlns:a16="http://schemas.microsoft.com/office/drawing/2014/main" id="{548B04EC-EAED-473F-B1F1-6A7803EFA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3500119"/>
            <a:ext cx="3175000" cy="457200"/>
          </a:xfrm>
          <a:custGeom xmlns:a="http://schemas.openxmlformats.org/drawingml/2006/main">
            <a:rect l="l" t="t" r="r" b="b"/>
            <a:pathLst>
              <a:path w="3175000" h="457200">
                <a:moveTo>
                  <a:pt x="31115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93700"/>
                </a:lnTo>
                <a:lnTo>
                  <a:pt x="4985" y="418430"/>
                </a:lnTo>
                <a:lnTo>
                  <a:pt x="18586" y="438613"/>
                </a:lnTo>
                <a:lnTo>
                  <a:pt x="38769" y="452214"/>
                </a:lnTo>
                <a:lnTo>
                  <a:pt x="63500" y="457200"/>
                </a:lnTo>
                <a:lnTo>
                  <a:pt x="3111500" y="457200"/>
                </a:lnTo>
                <a:lnTo>
                  <a:pt x="3136230" y="452214"/>
                </a:lnTo>
                <a:lnTo>
                  <a:pt x="3156413" y="438613"/>
                </a:lnTo>
                <a:lnTo>
                  <a:pt x="3170014" y="418430"/>
                </a:lnTo>
                <a:lnTo>
                  <a:pt x="3175000" y="393700"/>
                </a:lnTo>
                <a:lnTo>
                  <a:pt x="3175000" y="63500"/>
                </a:lnTo>
                <a:lnTo>
                  <a:pt x="3170014" y="38769"/>
                </a:lnTo>
                <a:lnTo>
                  <a:pt x="3156413" y="18586"/>
                </a:lnTo>
                <a:lnTo>
                  <a:pt x="3136230" y="4985"/>
                </a:lnTo>
                <a:lnTo>
                  <a:pt x="3111500" y="0"/>
                </a:lnTo>
                <a:close/>
              </a:path>
            </a:pathLst>
          </a:custGeom>
          <a:solidFill xmlns:a="http://schemas.openxmlformats.org/drawingml/2006/main">
            <a:srgbClr val="E9F2F9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object 15">
            <a:extLst xmlns:a="http://schemas.openxmlformats.org/drawingml/2006/main">
              <a:ext uri="{FF2B5EF4-FFF2-40B4-BE49-F238E27FC236}">
                <a16:creationId xmlns:a16="http://schemas.microsoft.com/office/drawing/2014/main" id="{36CC8596-B9D3-446D-B7B4-8B2D56749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71500" y="3589019"/>
            <a:ext cx="279400" cy="279400"/>
          </a:xfrm>
          <a:custGeom xmlns:a="http://schemas.openxmlformats.org/drawingml/2006/main">
            <a:rect l="l" t="t" r="r" b="b"/>
            <a:pathLst>
              <a:path w="279400" h="279400">
                <a:moveTo>
                  <a:pt x="139700" y="0"/>
                </a:moveTo>
                <a:lnTo>
                  <a:pt x="95544" y="7122"/>
                </a:lnTo>
                <a:lnTo>
                  <a:pt x="57195" y="26954"/>
                </a:lnTo>
                <a:lnTo>
                  <a:pt x="26954" y="57195"/>
                </a:lnTo>
                <a:lnTo>
                  <a:pt x="7122" y="95544"/>
                </a:lnTo>
                <a:lnTo>
                  <a:pt x="0" y="139700"/>
                </a:lnTo>
                <a:lnTo>
                  <a:pt x="7122" y="183856"/>
                </a:lnTo>
                <a:lnTo>
                  <a:pt x="26954" y="222205"/>
                </a:lnTo>
                <a:lnTo>
                  <a:pt x="57195" y="252446"/>
                </a:lnTo>
                <a:lnTo>
                  <a:pt x="95544" y="272278"/>
                </a:lnTo>
                <a:lnTo>
                  <a:pt x="139700" y="279400"/>
                </a:lnTo>
                <a:lnTo>
                  <a:pt x="183855" y="272278"/>
                </a:lnTo>
                <a:lnTo>
                  <a:pt x="222204" y="252446"/>
                </a:lnTo>
                <a:lnTo>
                  <a:pt x="252445" y="222205"/>
                </a:lnTo>
                <a:lnTo>
                  <a:pt x="272277" y="183856"/>
                </a:lnTo>
                <a:lnTo>
                  <a:pt x="279400" y="139700"/>
                </a:lnTo>
                <a:lnTo>
                  <a:pt x="272277" y="95544"/>
                </a:lnTo>
                <a:lnTo>
                  <a:pt x="252445" y="57195"/>
                </a:lnTo>
                <a:lnTo>
                  <a:pt x="222204" y="26954"/>
                </a:lnTo>
                <a:lnTo>
                  <a:pt x="183855" y="7122"/>
                </a:lnTo>
                <a:lnTo>
                  <a:pt x="139700" y="0"/>
                </a:lnTo>
                <a:close/>
              </a:path>
            </a:pathLst>
          </a:custGeom>
          <a:solidFill xmlns:a="http://schemas.openxmlformats.org/drawingml/2006/main">
            <a:srgbClr val="0A346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6" name="object 16">
            <a:extLst xmlns:a="http://schemas.openxmlformats.org/drawingml/2006/main">
              <a:ext uri="{FF2B5EF4-FFF2-40B4-BE49-F238E27FC236}">
                <a16:creationId xmlns:a16="http://schemas.microsoft.com/office/drawing/2014/main" id="{4E7987F2-08A2-4C50-B023-F705E06A0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013" y="3652519"/>
            <a:ext cx="78740" cy="139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7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  <a:endParaRPr sz="750">
              <a:latin typeface="Arial"/>
              <a:ea typeface="Arial"/>
              <a:cs typeface="Arial"/>
            </a:endParaRPr>
          </a:p>
        </p:txBody>
      </p:sp>
      <p:sp>
        <p:nvSpPr>
          <p:cNvPr id="17" name="object 17">
            <a:extLst xmlns:a="http://schemas.openxmlformats.org/drawingml/2006/main">
              <a:ext uri="{FF2B5EF4-FFF2-40B4-BE49-F238E27FC236}">
                <a16:creationId xmlns:a16="http://schemas.microsoft.com/office/drawing/2014/main" id="{131FDE0B-D4B7-46CF-BB27-910207A63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18559"/>
            <a:ext cx="1397000" cy="1447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651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30"/>
              </a:spcBef>
              <a:buNone/>
            </a:pPr>
            <a:r>
              <a:rPr sz="750">
                <a:solidFill>
                  <a:srgbClr val="13213D"/>
                </a:solidFill>
                <a:latin typeface="Arial MT"/>
                <a:ea typeface="Arial MT"/>
                <a:cs typeface="Arial MT"/>
              </a:rPr>
              <a:t>Document</a:t>
            </a:r>
            <a:r>
              <a:rPr sz="750">
                <a:solidFill>
                  <a:srgbClr val="13213D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13213D"/>
                </a:solidFill>
                <a:latin typeface="Arial MT"/>
                <a:ea typeface="Arial MT"/>
                <a:cs typeface="Arial MT"/>
              </a:rPr>
              <a:t>control</a:t>
            </a:r>
            <a:r>
              <a:rPr sz="750">
                <a:solidFill>
                  <a:srgbClr val="13213D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13213D"/>
                </a:solidFill>
                <a:latin typeface="Arial MT"/>
                <a:ea typeface="Arial MT"/>
                <a:cs typeface="Arial MT"/>
              </a:rPr>
              <a:t>and</a:t>
            </a:r>
            <a:r>
              <a:rPr sz="750">
                <a:solidFill>
                  <a:srgbClr val="13213D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13213D"/>
                </a:solidFill>
                <a:latin typeface="Arial MT"/>
                <a:ea typeface="Arial MT"/>
                <a:cs typeface="Arial MT"/>
              </a:rPr>
              <a:t>contents</a:t>
            </a:r>
            <a:endParaRPr sz="750">
              <a:latin typeface="Arial MT"/>
              <a:ea typeface="Arial MT"/>
              <a:cs typeface="Arial MT"/>
            </a:endParaRPr>
          </a:p>
        </p:txBody>
      </p:sp>
      <p:sp>
        <p:nvSpPr>
          <p:cNvPr id="18" name="object 18">
            <a:extLst xmlns:a="http://schemas.openxmlformats.org/drawingml/2006/main">
              <a:ext uri="{FF2B5EF4-FFF2-40B4-BE49-F238E27FC236}">
                <a16:creationId xmlns:a16="http://schemas.microsoft.com/office/drawing/2014/main" id="{431E8B81-A461-4E77-BA04-BEC6D2FBE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5995" y="3639819"/>
            <a:ext cx="81915" cy="1473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8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2</a:t>
            </a:r>
            <a:endParaRPr sz="800">
              <a:latin typeface="Arial"/>
              <a:ea typeface="Arial"/>
              <a:cs typeface="Arial"/>
            </a:endParaRPr>
          </a:p>
        </p:txBody>
      </p:sp>
      <p:sp>
        <p:nvSpPr>
          <p:cNvPr id="20" name="object 20">
            <a:extLst xmlns:a="http://schemas.openxmlformats.org/drawingml/2006/main">
              <a:ext uri="{FF2B5EF4-FFF2-40B4-BE49-F238E27FC236}">
                <a16:creationId xmlns:a16="http://schemas.microsoft.com/office/drawing/2014/main" id="{F8058EEE-B86B-402B-A46A-2A53C2AEA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4084319"/>
            <a:ext cx="3175000" cy="457200"/>
          </a:xfrm>
          <a:custGeom xmlns:a="http://schemas.openxmlformats.org/drawingml/2006/main">
            <a:rect l="l" t="t" r="r" b="b"/>
            <a:pathLst>
              <a:path w="3175000" h="457200">
                <a:moveTo>
                  <a:pt x="31115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93700"/>
                </a:lnTo>
                <a:lnTo>
                  <a:pt x="4985" y="418430"/>
                </a:lnTo>
                <a:lnTo>
                  <a:pt x="18586" y="438613"/>
                </a:lnTo>
                <a:lnTo>
                  <a:pt x="38769" y="452214"/>
                </a:lnTo>
                <a:lnTo>
                  <a:pt x="63500" y="457200"/>
                </a:lnTo>
                <a:lnTo>
                  <a:pt x="3111500" y="457200"/>
                </a:lnTo>
                <a:lnTo>
                  <a:pt x="3136230" y="452214"/>
                </a:lnTo>
                <a:lnTo>
                  <a:pt x="3156413" y="438613"/>
                </a:lnTo>
                <a:lnTo>
                  <a:pt x="3170014" y="418430"/>
                </a:lnTo>
                <a:lnTo>
                  <a:pt x="3175000" y="393700"/>
                </a:lnTo>
                <a:lnTo>
                  <a:pt x="3175000" y="63500"/>
                </a:lnTo>
                <a:lnTo>
                  <a:pt x="3170014" y="38769"/>
                </a:lnTo>
                <a:lnTo>
                  <a:pt x="3156413" y="18586"/>
                </a:lnTo>
                <a:lnTo>
                  <a:pt x="3136230" y="4985"/>
                </a:lnTo>
                <a:lnTo>
                  <a:pt x="3111500" y="0"/>
                </a:lnTo>
                <a:close/>
              </a:path>
            </a:pathLst>
          </a:custGeom>
          <a:solidFill xmlns:a="http://schemas.openxmlformats.org/drawingml/2006/main">
            <a:srgbClr val="E9F2F9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1" name="object 21">
            <a:extLst xmlns:a="http://schemas.openxmlformats.org/drawingml/2006/main">
              <a:ext uri="{FF2B5EF4-FFF2-40B4-BE49-F238E27FC236}">
                <a16:creationId xmlns:a16="http://schemas.microsoft.com/office/drawing/2014/main" id="{743D295E-30DF-4A06-8BCB-2562D1695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71500" y="4173219"/>
            <a:ext cx="279400" cy="279400"/>
          </a:xfrm>
          <a:custGeom xmlns:a="http://schemas.openxmlformats.org/drawingml/2006/main">
            <a:rect l="l" t="t" r="r" b="b"/>
            <a:pathLst>
              <a:path w="279400" h="279400">
                <a:moveTo>
                  <a:pt x="139700" y="0"/>
                </a:moveTo>
                <a:lnTo>
                  <a:pt x="95544" y="7122"/>
                </a:lnTo>
                <a:lnTo>
                  <a:pt x="57195" y="26954"/>
                </a:lnTo>
                <a:lnTo>
                  <a:pt x="26954" y="57195"/>
                </a:lnTo>
                <a:lnTo>
                  <a:pt x="7122" y="95544"/>
                </a:lnTo>
                <a:lnTo>
                  <a:pt x="0" y="139700"/>
                </a:lnTo>
                <a:lnTo>
                  <a:pt x="7122" y="183856"/>
                </a:lnTo>
                <a:lnTo>
                  <a:pt x="26954" y="222205"/>
                </a:lnTo>
                <a:lnTo>
                  <a:pt x="57195" y="252446"/>
                </a:lnTo>
                <a:lnTo>
                  <a:pt x="95544" y="272278"/>
                </a:lnTo>
                <a:lnTo>
                  <a:pt x="139700" y="279400"/>
                </a:lnTo>
                <a:lnTo>
                  <a:pt x="183855" y="272278"/>
                </a:lnTo>
                <a:lnTo>
                  <a:pt x="222204" y="252446"/>
                </a:lnTo>
                <a:lnTo>
                  <a:pt x="252445" y="222205"/>
                </a:lnTo>
                <a:lnTo>
                  <a:pt x="272277" y="183856"/>
                </a:lnTo>
                <a:lnTo>
                  <a:pt x="279400" y="139700"/>
                </a:lnTo>
                <a:lnTo>
                  <a:pt x="272277" y="95544"/>
                </a:lnTo>
                <a:lnTo>
                  <a:pt x="252445" y="57195"/>
                </a:lnTo>
                <a:lnTo>
                  <a:pt x="222204" y="26954"/>
                </a:lnTo>
                <a:lnTo>
                  <a:pt x="183855" y="7122"/>
                </a:lnTo>
                <a:lnTo>
                  <a:pt x="139700" y="0"/>
                </a:lnTo>
                <a:close/>
              </a:path>
            </a:pathLst>
          </a:custGeom>
          <a:solidFill xmlns:a="http://schemas.openxmlformats.org/drawingml/2006/main">
            <a:srgbClr val="0A346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2" name="object 22">
            <a:extLst xmlns:a="http://schemas.openxmlformats.org/drawingml/2006/main">
              <a:ext uri="{FF2B5EF4-FFF2-40B4-BE49-F238E27FC236}">
                <a16:creationId xmlns:a16="http://schemas.microsoft.com/office/drawing/2014/main" id="{BF4E65C9-EBA0-45CA-8D42-30E51E05B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013" y="4236719"/>
            <a:ext cx="78740" cy="139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7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  <a:endParaRPr sz="750">
              <a:latin typeface="Arial"/>
              <a:ea typeface="Arial"/>
              <a:cs typeface="Arial"/>
            </a:endParaRPr>
          </a:p>
        </p:txBody>
      </p:sp>
      <p:sp>
        <p:nvSpPr>
          <p:cNvPr id="23" name="object 23">
            <a:extLst xmlns:a="http://schemas.openxmlformats.org/drawingml/2006/main">
              <a:ext uri="{FF2B5EF4-FFF2-40B4-BE49-F238E27FC236}">
                <a16:creationId xmlns:a16="http://schemas.microsoft.com/office/drawing/2014/main" id="{0D36754E-C27D-4CAB-8010-4705AA132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02759"/>
            <a:ext cx="1523365" cy="1447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651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30"/>
              </a:spcBef>
              <a:buNone/>
            </a:pPr>
            <a:r>
              <a:rPr sz="750">
                <a:solidFill>
                  <a:srgbClr val="13213D"/>
                </a:solidFill>
                <a:latin typeface="Arial MT"/>
                <a:ea typeface="Arial MT"/>
                <a:cs typeface="Arial MT"/>
              </a:rPr>
              <a:t>Purpose,</a:t>
            </a:r>
            <a:r>
              <a:rPr sz="750">
                <a:solidFill>
                  <a:srgbClr val="13213D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13213D"/>
                </a:solidFill>
                <a:latin typeface="Arial MT"/>
                <a:ea typeface="Arial MT"/>
                <a:cs typeface="Arial MT"/>
              </a:rPr>
              <a:t>scope</a:t>
            </a:r>
            <a:r>
              <a:rPr sz="750">
                <a:solidFill>
                  <a:srgbClr val="13213D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13213D"/>
                </a:solidFill>
                <a:latin typeface="Arial MT"/>
                <a:ea typeface="Arial MT"/>
                <a:cs typeface="Arial MT"/>
              </a:rPr>
              <a:t>and</a:t>
            </a:r>
            <a:r>
              <a:rPr sz="750">
                <a:solidFill>
                  <a:srgbClr val="13213D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13213D"/>
                </a:solidFill>
                <a:latin typeface="Arial MT"/>
                <a:ea typeface="Arial MT"/>
                <a:cs typeface="Arial MT"/>
              </a:rPr>
              <a:t>access</a:t>
            </a:r>
            <a:r>
              <a:rPr sz="750">
                <a:solidFill>
                  <a:srgbClr val="13213D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13213D"/>
                </a:solidFill>
                <a:latin typeface="Arial MT"/>
                <a:ea typeface="Arial MT"/>
                <a:cs typeface="Arial MT"/>
              </a:rPr>
              <a:t>levels</a:t>
            </a:r>
            <a:endParaRPr sz="750">
              <a:latin typeface="Arial MT"/>
              <a:ea typeface="Arial MT"/>
              <a:cs typeface="Arial MT"/>
            </a:endParaRPr>
          </a:p>
        </p:txBody>
      </p:sp>
      <p:sp>
        <p:nvSpPr>
          <p:cNvPr id="24" name="object 24">
            <a:extLst xmlns:a="http://schemas.openxmlformats.org/drawingml/2006/main">
              <a:ext uri="{FF2B5EF4-FFF2-40B4-BE49-F238E27FC236}">
                <a16:creationId xmlns:a16="http://schemas.microsoft.com/office/drawing/2014/main" id="{94CD0850-E3D7-4493-AB0F-6F402B72F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5995" y="4224019"/>
            <a:ext cx="81915" cy="1473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8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3</a:t>
            </a:r>
            <a:endParaRPr sz="800">
              <a:latin typeface="Arial"/>
              <a:ea typeface="Arial"/>
              <a:cs typeface="Arial"/>
            </a:endParaRPr>
          </a:p>
        </p:txBody>
      </p:sp>
      <p:sp>
        <p:nvSpPr>
          <p:cNvPr id="26" name="object 26">
            <a:extLst xmlns:a="http://schemas.openxmlformats.org/drawingml/2006/main">
              <a:ext uri="{FF2B5EF4-FFF2-40B4-BE49-F238E27FC236}">
                <a16:creationId xmlns:a16="http://schemas.microsoft.com/office/drawing/2014/main" id="{FA1043B1-4DE0-4298-BF72-97D77FF97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4668519"/>
            <a:ext cx="3175000" cy="457200"/>
          </a:xfrm>
          <a:custGeom xmlns:a="http://schemas.openxmlformats.org/drawingml/2006/main">
            <a:rect l="l" t="t" r="r" b="b"/>
            <a:pathLst>
              <a:path w="3175000" h="457200">
                <a:moveTo>
                  <a:pt x="31115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93700"/>
                </a:lnTo>
                <a:lnTo>
                  <a:pt x="4985" y="418430"/>
                </a:lnTo>
                <a:lnTo>
                  <a:pt x="18586" y="438613"/>
                </a:lnTo>
                <a:lnTo>
                  <a:pt x="38769" y="452214"/>
                </a:lnTo>
                <a:lnTo>
                  <a:pt x="63500" y="457200"/>
                </a:lnTo>
                <a:lnTo>
                  <a:pt x="3111500" y="457200"/>
                </a:lnTo>
                <a:lnTo>
                  <a:pt x="3136230" y="452214"/>
                </a:lnTo>
                <a:lnTo>
                  <a:pt x="3156413" y="438613"/>
                </a:lnTo>
                <a:lnTo>
                  <a:pt x="3170014" y="418430"/>
                </a:lnTo>
                <a:lnTo>
                  <a:pt x="3175000" y="393700"/>
                </a:lnTo>
                <a:lnTo>
                  <a:pt x="3175000" y="63500"/>
                </a:lnTo>
                <a:lnTo>
                  <a:pt x="3170014" y="38769"/>
                </a:lnTo>
                <a:lnTo>
                  <a:pt x="3156413" y="18586"/>
                </a:lnTo>
                <a:lnTo>
                  <a:pt x="3136230" y="4985"/>
                </a:lnTo>
                <a:lnTo>
                  <a:pt x="3111500" y="0"/>
                </a:lnTo>
                <a:close/>
              </a:path>
            </a:pathLst>
          </a:custGeom>
          <a:solidFill xmlns:a="http://schemas.openxmlformats.org/drawingml/2006/main">
            <a:srgbClr val="E9F2F9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7" name="object 27">
            <a:extLst xmlns:a="http://schemas.openxmlformats.org/drawingml/2006/main">
              <a:ext uri="{FF2B5EF4-FFF2-40B4-BE49-F238E27FC236}">
                <a16:creationId xmlns:a16="http://schemas.microsoft.com/office/drawing/2014/main" id="{7BA016C3-EE89-4A26-9F80-36F264E2A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71500" y="4757419"/>
            <a:ext cx="279400" cy="279400"/>
          </a:xfrm>
          <a:custGeom xmlns:a="http://schemas.openxmlformats.org/drawingml/2006/main">
            <a:rect l="l" t="t" r="r" b="b"/>
            <a:pathLst>
              <a:path w="279400" h="279400">
                <a:moveTo>
                  <a:pt x="139700" y="0"/>
                </a:moveTo>
                <a:lnTo>
                  <a:pt x="95544" y="7122"/>
                </a:lnTo>
                <a:lnTo>
                  <a:pt x="57195" y="26954"/>
                </a:lnTo>
                <a:lnTo>
                  <a:pt x="26954" y="57195"/>
                </a:lnTo>
                <a:lnTo>
                  <a:pt x="7122" y="95544"/>
                </a:lnTo>
                <a:lnTo>
                  <a:pt x="0" y="139700"/>
                </a:lnTo>
                <a:lnTo>
                  <a:pt x="7122" y="183856"/>
                </a:lnTo>
                <a:lnTo>
                  <a:pt x="26954" y="222205"/>
                </a:lnTo>
                <a:lnTo>
                  <a:pt x="57195" y="252446"/>
                </a:lnTo>
                <a:lnTo>
                  <a:pt x="95544" y="272278"/>
                </a:lnTo>
                <a:lnTo>
                  <a:pt x="139700" y="279400"/>
                </a:lnTo>
                <a:lnTo>
                  <a:pt x="183855" y="272278"/>
                </a:lnTo>
                <a:lnTo>
                  <a:pt x="222204" y="252446"/>
                </a:lnTo>
                <a:lnTo>
                  <a:pt x="252445" y="222205"/>
                </a:lnTo>
                <a:lnTo>
                  <a:pt x="272277" y="183856"/>
                </a:lnTo>
                <a:lnTo>
                  <a:pt x="279400" y="139700"/>
                </a:lnTo>
                <a:lnTo>
                  <a:pt x="272277" y="95544"/>
                </a:lnTo>
                <a:lnTo>
                  <a:pt x="252445" y="57195"/>
                </a:lnTo>
                <a:lnTo>
                  <a:pt x="222204" y="26954"/>
                </a:lnTo>
                <a:lnTo>
                  <a:pt x="183855" y="7122"/>
                </a:lnTo>
                <a:lnTo>
                  <a:pt x="139700" y="0"/>
                </a:lnTo>
                <a:close/>
              </a:path>
            </a:pathLst>
          </a:custGeom>
          <a:solidFill xmlns:a="http://schemas.openxmlformats.org/drawingml/2006/main">
            <a:srgbClr val="0A346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8" name="object 28">
            <a:extLst xmlns:a="http://schemas.openxmlformats.org/drawingml/2006/main">
              <a:ext uri="{FF2B5EF4-FFF2-40B4-BE49-F238E27FC236}">
                <a16:creationId xmlns:a16="http://schemas.microsoft.com/office/drawing/2014/main" id="{32952707-F04A-4260-9523-DF42C4577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013" y="4820919"/>
            <a:ext cx="78740" cy="139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7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  <a:endParaRPr sz="750">
              <a:latin typeface="Arial"/>
              <a:ea typeface="Arial"/>
              <a:cs typeface="Arial"/>
            </a:endParaRPr>
          </a:p>
        </p:txBody>
      </p:sp>
      <p:sp>
        <p:nvSpPr>
          <p:cNvPr id="29" name="object 29">
            <a:extLst xmlns:a="http://schemas.openxmlformats.org/drawingml/2006/main">
              <a:ext uri="{FF2B5EF4-FFF2-40B4-BE49-F238E27FC236}">
                <a16:creationId xmlns:a16="http://schemas.microsoft.com/office/drawing/2014/main" id="{BF2D09F8-E5B7-40B4-8A84-861D49D95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86959"/>
            <a:ext cx="1308735" cy="1447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651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30"/>
              </a:spcBef>
              <a:buNone/>
            </a:pPr>
            <a:r>
              <a:rPr sz="750">
                <a:solidFill>
                  <a:srgbClr val="13213D"/>
                </a:solidFill>
                <a:latin typeface="Arial MT"/>
                <a:ea typeface="Arial MT"/>
                <a:cs typeface="Arial MT"/>
              </a:rPr>
              <a:t>End-to-end</a:t>
            </a:r>
            <a:r>
              <a:rPr sz="750">
                <a:solidFill>
                  <a:srgbClr val="13213D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13213D"/>
                </a:solidFill>
                <a:latin typeface="Arial MT"/>
                <a:ea typeface="Arial MT"/>
                <a:cs typeface="Arial MT"/>
              </a:rPr>
              <a:t>process</a:t>
            </a:r>
            <a:r>
              <a:rPr sz="750">
                <a:solidFill>
                  <a:srgbClr val="13213D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13213D"/>
                </a:solidFill>
                <a:latin typeface="Arial MT"/>
                <a:ea typeface="Arial MT"/>
                <a:cs typeface="Arial MT"/>
              </a:rPr>
              <a:t>overview</a:t>
            </a:r>
            <a:endParaRPr sz="750">
              <a:latin typeface="Arial MT"/>
              <a:ea typeface="Arial MT"/>
              <a:cs typeface="Arial MT"/>
            </a:endParaRPr>
          </a:p>
        </p:txBody>
      </p:sp>
      <p:sp>
        <p:nvSpPr>
          <p:cNvPr id="30" name="object 30">
            <a:extLst xmlns:a="http://schemas.openxmlformats.org/drawingml/2006/main">
              <a:ext uri="{FF2B5EF4-FFF2-40B4-BE49-F238E27FC236}">
                <a16:creationId xmlns:a16="http://schemas.microsoft.com/office/drawing/2014/main" id="{FE5A3707-F89E-46C6-9E04-AC9E11067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5995" y="4808219"/>
            <a:ext cx="81915" cy="1473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8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4</a:t>
            </a:r>
            <a:endParaRPr sz="800">
              <a:latin typeface="Arial"/>
              <a:ea typeface="Arial"/>
              <a:cs typeface="Arial"/>
            </a:endParaRPr>
          </a:p>
        </p:txBody>
      </p:sp>
      <p:sp>
        <p:nvSpPr>
          <p:cNvPr id="32" name="object 32">
            <a:extLst xmlns:a="http://schemas.openxmlformats.org/drawingml/2006/main">
              <a:ext uri="{FF2B5EF4-FFF2-40B4-BE49-F238E27FC236}">
                <a16:creationId xmlns:a16="http://schemas.microsoft.com/office/drawing/2014/main" id="{AC43C8F0-7055-4063-A907-790259ADE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5252719"/>
            <a:ext cx="3175000" cy="457200"/>
          </a:xfrm>
          <a:custGeom xmlns:a="http://schemas.openxmlformats.org/drawingml/2006/main">
            <a:rect l="l" t="t" r="r" b="b"/>
            <a:pathLst>
              <a:path w="3175000" h="457200">
                <a:moveTo>
                  <a:pt x="31115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93700"/>
                </a:lnTo>
                <a:lnTo>
                  <a:pt x="4985" y="418430"/>
                </a:lnTo>
                <a:lnTo>
                  <a:pt x="18586" y="438613"/>
                </a:lnTo>
                <a:lnTo>
                  <a:pt x="38769" y="452214"/>
                </a:lnTo>
                <a:lnTo>
                  <a:pt x="63500" y="457200"/>
                </a:lnTo>
                <a:lnTo>
                  <a:pt x="3111500" y="457200"/>
                </a:lnTo>
                <a:lnTo>
                  <a:pt x="3136230" y="452214"/>
                </a:lnTo>
                <a:lnTo>
                  <a:pt x="3156413" y="438613"/>
                </a:lnTo>
                <a:lnTo>
                  <a:pt x="3170014" y="418430"/>
                </a:lnTo>
                <a:lnTo>
                  <a:pt x="3175000" y="393700"/>
                </a:lnTo>
                <a:lnTo>
                  <a:pt x="3175000" y="63500"/>
                </a:lnTo>
                <a:lnTo>
                  <a:pt x="3170014" y="38769"/>
                </a:lnTo>
                <a:lnTo>
                  <a:pt x="3156413" y="18586"/>
                </a:lnTo>
                <a:lnTo>
                  <a:pt x="3136230" y="4985"/>
                </a:lnTo>
                <a:lnTo>
                  <a:pt x="3111500" y="0"/>
                </a:lnTo>
                <a:close/>
              </a:path>
            </a:pathLst>
          </a:custGeom>
          <a:solidFill xmlns:a="http://schemas.openxmlformats.org/drawingml/2006/main">
            <a:srgbClr val="E9F2F9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3" name="object 33">
            <a:extLst xmlns:a="http://schemas.openxmlformats.org/drawingml/2006/main">
              <a:ext uri="{FF2B5EF4-FFF2-40B4-BE49-F238E27FC236}">
                <a16:creationId xmlns:a16="http://schemas.microsoft.com/office/drawing/2014/main" id="{C526669E-6B4A-46AF-8128-C60F3FC37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71500" y="5341619"/>
            <a:ext cx="279400" cy="279400"/>
          </a:xfrm>
          <a:custGeom xmlns:a="http://schemas.openxmlformats.org/drawingml/2006/main">
            <a:rect l="l" t="t" r="r" b="b"/>
            <a:pathLst>
              <a:path w="279400" h="279400">
                <a:moveTo>
                  <a:pt x="139700" y="0"/>
                </a:moveTo>
                <a:lnTo>
                  <a:pt x="95544" y="7122"/>
                </a:lnTo>
                <a:lnTo>
                  <a:pt x="57195" y="26954"/>
                </a:lnTo>
                <a:lnTo>
                  <a:pt x="26954" y="57195"/>
                </a:lnTo>
                <a:lnTo>
                  <a:pt x="7122" y="95544"/>
                </a:lnTo>
                <a:lnTo>
                  <a:pt x="0" y="139700"/>
                </a:lnTo>
                <a:lnTo>
                  <a:pt x="7122" y="183856"/>
                </a:lnTo>
                <a:lnTo>
                  <a:pt x="26954" y="222205"/>
                </a:lnTo>
                <a:lnTo>
                  <a:pt x="57195" y="252446"/>
                </a:lnTo>
                <a:lnTo>
                  <a:pt x="95544" y="272278"/>
                </a:lnTo>
                <a:lnTo>
                  <a:pt x="139700" y="279400"/>
                </a:lnTo>
                <a:lnTo>
                  <a:pt x="183855" y="272278"/>
                </a:lnTo>
                <a:lnTo>
                  <a:pt x="222204" y="252446"/>
                </a:lnTo>
                <a:lnTo>
                  <a:pt x="252445" y="222205"/>
                </a:lnTo>
                <a:lnTo>
                  <a:pt x="272277" y="183856"/>
                </a:lnTo>
                <a:lnTo>
                  <a:pt x="279400" y="139700"/>
                </a:lnTo>
                <a:lnTo>
                  <a:pt x="272277" y="95544"/>
                </a:lnTo>
                <a:lnTo>
                  <a:pt x="252445" y="57195"/>
                </a:lnTo>
                <a:lnTo>
                  <a:pt x="222204" y="26954"/>
                </a:lnTo>
                <a:lnTo>
                  <a:pt x="183855" y="7122"/>
                </a:lnTo>
                <a:lnTo>
                  <a:pt x="139700" y="0"/>
                </a:lnTo>
                <a:close/>
              </a:path>
            </a:pathLst>
          </a:custGeom>
          <a:solidFill xmlns:a="http://schemas.openxmlformats.org/drawingml/2006/main">
            <a:srgbClr val="0A346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4" name="object 34">
            <a:extLst xmlns:a="http://schemas.openxmlformats.org/drawingml/2006/main">
              <a:ext uri="{FF2B5EF4-FFF2-40B4-BE49-F238E27FC236}">
                <a16:creationId xmlns:a16="http://schemas.microsoft.com/office/drawing/2014/main" id="{88FC6EC3-71C3-48C7-93DC-E9132D7DF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013" y="5405119"/>
            <a:ext cx="78740" cy="139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7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  <a:endParaRPr sz="750">
              <a:latin typeface="Arial"/>
              <a:ea typeface="Arial"/>
              <a:cs typeface="Arial"/>
            </a:endParaRPr>
          </a:p>
        </p:txBody>
      </p:sp>
      <p:sp>
        <p:nvSpPr>
          <p:cNvPr id="35" name="object 35">
            <a:extLst xmlns:a="http://schemas.openxmlformats.org/drawingml/2006/main">
              <a:ext uri="{FF2B5EF4-FFF2-40B4-BE49-F238E27FC236}">
                <a16:creationId xmlns:a16="http://schemas.microsoft.com/office/drawing/2014/main" id="{ECCD717D-B8EE-4F95-ABAA-2F949891A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471159"/>
            <a:ext cx="1170940" cy="1447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651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30"/>
              </a:spcBef>
              <a:buNone/>
            </a:pPr>
            <a:r>
              <a:rPr sz="750">
                <a:solidFill>
                  <a:srgbClr val="13213D"/>
                </a:solidFill>
                <a:latin typeface="Arial MT"/>
                <a:ea typeface="Arial MT"/>
                <a:cs typeface="Arial MT"/>
              </a:rPr>
              <a:t>Login</a:t>
            </a:r>
            <a:r>
              <a:rPr sz="750">
                <a:solidFill>
                  <a:srgbClr val="13213D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13213D"/>
                </a:solidFill>
                <a:latin typeface="Arial MT"/>
                <a:ea typeface="Arial MT"/>
                <a:cs typeface="Arial MT"/>
              </a:rPr>
              <a:t>and</a:t>
            </a:r>
            <a:r>
              <a:rPr sz="750">
                <a:solidFill>
                  <a:srgbClr val="13213D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13213D"/>
                </a:solidFill>
                <a:latin typeface="Arial MT"/>
                <a:ea typeface="Arial MT"/>
                <a:cs typeface="Arial MT"/>
              </a:rPr>
              <a:t>account</a:t>
            </a:r>
            <a:r>
              <a:rPr sz="750">
                <a:solidFill>
                  <a:srgbClr val="13213D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13213D"/>
                </a:solidFill>
                <a:latin typeface="Arial MT"/>
                <a:ea typeface="Arial MT"/>
                <a:cs typeface="Arial MT"/>
              </a:rPr>
              <a:t>access</a:t>
            </a:r>
            <a:endParaRPr sz="750">
              <a:latin typeface="Arial MT"/>
              <a:ea typeface="Arial MT"/>
              <a:cs typeface="Arial MT"/>
            </a:endParaRPr>
          </a:p>
        </p:txBody>
      </p:sp>
      <p:sp>
        <p:nvSpPr>
          <p:cNvPr id="36" name="object 36">
            <a:extLst xmlns:a="http://schemas.openxmlformats.org/drawingml/2006/main">
              <a:ext uri="{FF2B5EF4-FFF2-40B4-BE49-F238E27FC236}">
                <a16:creationId xmlns:a16="http://schemas.microsoft.com/office/drawing/2014/main" id="{AAF78926-532A-4C07-B52F-EB1DA2460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5656" y="5392419"/>
            <a:ext cx="172720" cy="1473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8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5-</a:t>
            </a:r>
            <a:r>
              <a:rPr sz="8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6</a:t>
            </a:r>
            <a:endParaRPr sz="800">
              <a:latin typeface="Arial"/>
              <a:ea typeface="Arial"/>
              <a:cs typeface="Arial"/>
            </a:endParaRPr>
          </a:p>
        </p:txBody>
      </p:sp>
      <p:sp>
        <p:nvSpPr>
          <p:cNvPr id="38" name="object 38">
            <a:extLst xmlns:a="http://schemas.openxmlformats.org/drawingml/2006/main">
              <a:ext uri="{FF2B5EF4-FFF2-40B4-BE49-F238E27FC236}">
                <a16:creationId xmlns:a16="http://schemas.microsoft.com/office/drawing/2014/main" id="{B0E1EEA8-1A36-4FCF-A58D-3D7C1139B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5836919"/>
            <a:ext cx="3175000" cy="457200"/>
          </a:xfrm>
          <a:custGeom xmlns:a="http://schemas.openxmlformats.org/drawingml/2006/main">
            <a:rect l="l" t="t" r="r" b="b"/>
            <a:pathLst>
              <a:path w="3175000" h="457200">
                <a:moveTo>
                  <a:pt x="31115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93700"/>
                </a:lnTo>
                <a:lnTo>
                  <a:pt x="4985" y="418430"/>
                </a:lnTo>
                <a:lnTo>
                  <a:pt x="18586" y="438613"/>
                </a:lnTo>
                <a:lnTo>
                  <a:pt x="38769" y="452214"/>
                </a:lnTo>
                <a:lnTo>
                  <a:pt x="63500" y="457200"/>
                </a:lnTo>
                <a:lnTo>
                  <a:pt x="3111500" y="457200"/>
                </a:lnTo>
                <a:lnTo>
                  <a:pt x="3136230" y="452214"/>
                </a:lnTo>
                <a:lnTo>
                  <a:pt x="3156413" y="438613"/>
                </a:lnTo>
                <a:lnTo>
                  <a:pt x="3170014" y="418430"/>
                </a:lnTo>
                <a:lnTo>
                  <a:pt x="3175000" y="393700"/>
                </a:lnTo>
                <a:lnTo>
                  <a:pt x="3175000" y="63500"/>
                </a:lnTo>
                <a:lnTo>
                  <a:pt x="3170014" y="38769"/>
                </a:lnTo>
                <a:lnTo>
                  <a:pt x="3156413" y="18586"/>
                </a:lnTo>
                <a:lnTo>
                  <a:pt x="3136230" y="4985"/>
                </a:lnTo>
                <a:lnTo>
                  <a:pt x="3111500" y="0"/>
                </a:lnTo>
                <a:close/>
              </a:path>
            </a:pathLst>
          </a:custGeom>
          <a:solidFill xmlns:a="http://schemas.openxmlformats.org/drawingml/2006/main">
            <a:srgbClr val="E9F2F9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9" name="object 39">
            <a:extLst xmlns:a="http://schemas.openxmlformats.org/drawingml/2006/main">
              <a:ext uri="{FF2B5EF4-FFF2-40B4-BE49-F238E27FC236}">
                <a16:creationId xmlns:a16="http://schemas.microsoft.com/office/drawing/2014/main" id="{91AAE637-31A0-4CCB-93D3-BB80E38A0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71500" y="5925819"/>
            <a:ext cx="279400" cy="279400"/>
          </a:xfrm>
          <a:custGeom xmlns:a="http://schemas.openxmlformats.org/drawingml/2006/main">
            <a:rect l="l" t="t" r="r" b="b"/>
            <a:pathLst>
              <a:path w="279400" h="279400">
                <a:moveTo>
                  <a:pt x="139700" y="0"/>
                </a:moveTo>
                <a:lnTo>
                  <a:pt x="95544" y="7122"/>
                </a:lnTo>
                <a:lnTo>
                  <a:pt x="57195" y="26954"/>
                </a:lnTo>
                <a:lnTo>
                  <a:pt x="26954" y="57195"/>
                </a:lnTo>
                <a:lnTo>
                  <a:pt x="7122" y="95544"/>
                </a:lnTo>
                <a:lnTo>
                  <a:pt x="0" y="139700"/>
                </a:lnTo>
                <a:lnTo>
                  <a:pt x="7122" y="183856"/>
                </a:lnTo>
                <a:lnTo>
                  <a:pt x="26954" y="222205"/>
                </a:lnTo>
                <a:lnTo>
                  <a:pt x="57195" y="252446"/>
                </a:lnTo>
                <a:lnTo>
                  <a:pt x="95544" y="272278"/>
                </a:lnTo>
                <a:lnTo>
                  <a:pt x="139700" y="279400"/>
                </a:lnTo>
                <a:lnTo>
                  <a:pt x="183855" y="272278"/>
                </a:lnTo>
                <a:lnTo>
                  <a:pt x="222204" y="252446"/>
                </a:lnTo>
                <a:lnTo>
                  <a:pt x="252445" y="222205"/>
                </a:lnTo>
                <a:lnTo>
                  <a:pt x="272277" y="183856"/>
                </a:lnTo>
                <a:lnTo>
                  <a:pt x="279400" y="139700"/>
                </a:lnTo>
                <a:lnTo>
                  <a:pt x="272277" y="95544"/>
                </a:lnTo>
                <a:lnTo>
                  <a:pt x="252445" y="57195"/>
                </a:lnTo>
                <a:lnTo>
                  <a:pt x="222204" y="26954"/>
                </a:lnTo>
                <a:lnTo>
                  <a:pt x="183855" y="7122"/>
                </a:lnTo>
                <a:lnTo>
                  <a:pt x="139700" y="0"/>
                </a:lnTo>
                <a:close/>
              </a:path>
            </a:pathLst>
          </a:custGeom>
          <a:solidFill xmlns:a="http://schemas.openxmlformats.org/drawingml/2006/main">
            <a:srgbClr val="0A346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0" name="object 40">
            <a:extLst xmlns:a="http://schemas.openxmlformats.org/drawingml/2006/main">
              <a:ext uri="{FF2B5EF4-FFF2-40B4-BE49-F238E27FC236}">
                <a16:creationId xmlns:a16="http://schemas.microsoft.com/office/drawing/2014/main" id="{39177C75-CDB1-4B29-869C-5050A310C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013" y="5989319"/>
            <a:ext cx="78740" cy="139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7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  <a:endParaRPr sz="750">
              <a:latin typeface="Arial"/>
              <a:ea typeface="Arial"/>
              <a:cs typeface="Arial"/>
            </a:endParaRPr>
          </a:p>
        </p:txBody>
      </p:sp>
      <p:sp>
        <p:nvSpPr>
          <p:cNvPr id="41" name="object 41">
            <a:extLst xmlns:a="http://schemas.openxmlformats.org/drawingml/2006/main">
              <a:ext uri="{FF2B5EF4-FFF2-40B4-BE49-F238E27FC236}">
                <a16:creationId xmlns:a16="http://schemas.microsoft.com/office/drawing/2014/main" id="{20951D7C-DEF2-4472-B5E5-C0FA5B3F5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055359"/>
            <a:ext cx="1688464" cy="1447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651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30"/>
              </a:spcBef>
              <a:buNone/>
            </a:pPr>
            <a:r>
              <a:rPr sz="750">
                <a:solidFill>
                  <a:srgbClr val="13213D"/>
                </a:solidFill>
                <a:latin typeface="Arial MT"/>
                <a:ea typeface="Arial MT"/>
                <a:cs typeface="Arial MT"/>
              </a:rPr>
              <a:t>Dashboard</a:t>
            </a:r>
            <a:r>
              <a:rPr sz="750">
                <a:solidFill>
                  <a:srgbClr val="13213D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13213D"/>
                </a:solidFill>
                <a:latin typeface="Arial MT"/>
                <a:ea typeface="Arial MT"/>
                <a:cs typeface="Arial MT"/>
              </a:rPr>
              <a:t>and</a:t>
            </a:r>
            <a:r>
              <a:rPr sz="750">
                <a:solidFill>
                  <a:srgbClr val="13213D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13213D"/>
                </a:solidFill>
                <a:latin typeface="Arial MT"/>
                <a:ea typeface="Arial MT"/>
                <a:cs typeface="Arial MT"/>
              </a:rPr>
              <a:t>document</a:t>
            </a:r>
            <a:r>
              <a:rPr sz="750">
                <a:solidFill>
                  <a:srgbClr val="13213D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13213D"/>
                </a:solidFill>
                <a:latin typeface="Arial MT"/>
                <a:ea typeface="Arial MT"/>
                <a:cs typeface="Arial MT"/>
              </a:rPr>
              <a:t>submission</a:t>
            </a:r>
            <a:endParaRPr sz="750">
              <a:latin typeface="Arial MT"/>
              <a:ea typeface="Arial MT"/>
              <a:cs typeface="Arial MT"/>
            </a:endParaRPr>
          </a:p>
        </p:txBody>
      </p:sp>
      <p:sp>
        <p:nvSpPr>
          <p:cNvPr id="42" name="object 42">
            <a:extLst xmlns:a="http://schemas.openxmlformats.org/drawingml/2006/main">
              <a:ext uri="{FF2B5EF4-FFF2-40B4-BE49-F238E27FC236}">
                <a16:creationId xmlns:a16="http://schemas.microsoft.com/office/drawing/2014/main" id="{285EDB57-CDB1-4E03-9DC3-38A1751E4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5656" y="5976619"/>
            <a:ext cx="172720" cy="1473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8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7-</a:t>
            </a:r>
            <a:r>
              <a:rPr sz="8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9</a:t>
            </a:r>
            <a:endParaRPr sz="800">
              <a:latin typeface="Arial"/>
              <a:ea typeface="Arial"/>
              <a:cs typeface="Arial"/>
            </a:endParaRPr>
          </a:p>
        </p:txBody>
      </p:sp>
      <p:sp>
        <p:nvSpPr>
          <p:cNvPr id="44" name="object 44">
            <a:extLst xmlns:a="http://schemas.openxmlformats.org/drawingml/2006/main">
              <a:ext uri="{FF2B5EF4-FFF2-40B4-BE49-F238E27FC236}">
                <a16:creationId xmlns:a16="http://schemas.microsoft.com/office/drawing/2014/main" id="{B09D6DEE-0FA9-44C4-A8DE-9A6C1D4BA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822700" y="3500119"/>
            <a:ext cx="3175000" cy="457200"/>
          </a:xfrm>
          <a:custGeom xmlns:a="http://schemas.openxmlformats.org/drawingml/2006/main">
            <a:rect l="l" t="t" r="r" b="b"/>
            <a:pathLst>
              <a:path w="3175000" h="457200">
                <a:moveTo>
                  <a:pt x="31115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93700"/>
                </a:lnTo>
                <a:lnTo>
                  <a:pt x="4985" y="418430"/>
                </a:lnTo>
                <a:lnTo>
                  <a:pt x="18586" y="438613"/>
                </a:lnTo>
                <a:lnTo>
                  <a:pt x="38769" y="452214"/>
                </a:lnTo>
                <a:lnTo>
                  <a:pt x="63500" y="457200"/>
                </a:lnTo>
                <a:lnTo>
                  <a:pt x="3111500" y="457200"/>
                </a:lnTo>
                <a:lnTo>
                  <a:pt x="3136230" y="452214"/>
                </a:lnTo>
                <a:lnTo>
                  <a:pt x="3156413" y="438613"/>
                </a:lnTo>
                <a:lnTo>
                  <a:pt x="3170014" y="418430"/>
                </a:lnTo>
                <a:lnTo>
                  <a:pt x="3175000" y="393700"/>
                </a:lnTo>
                <a:lnTo>
                  <a:pt x="3175000" y="63500"/>
                </a:lnTo>
                <a:lnTo>
                  <a:pt x="3170014" y="38769"/>
                </a:lnTo>
                <a:lnTo>
                  <a:pt x="3156413" y="18586"/>
                </a:lnTo>
                <a:lnTo>
                  <a:pt x="3136230" y="4985"/>
                </a:lnTo>
                <a:lnTo>
                  <a:pt x="3111500" y="0"/>
                </a:lnTo>
                <a:close/>
              </a:path>
            </a:pathLst>
          </a:custGeom>
          <a:solidFill xmlns:a="http://schemas.openxmlformats.org/drawingml/2006/main">
            <a:srgbClr val="E9F2F9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5" name="object 45">
            <a:extLst xmlns:a="http://schemas.openxmlformats.org/drawingml/2006/main">
              <a:ext uri="{FF2B5EF4-FFF2-40B4-BE49-F238E27FC236}">
                <a16:creationId xmlns:a16="http://schemas.microsoft.com/office/drawing/2014/main" id="{762145F5-2C1E-41E4-9372-EC7416148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911600" y="3589019"/>
            <a:ext cx="279400" cy="279400"/>
          </a:xfrm>
          <a:custGeom xmlns:a="http://schemas.openxmlformats.org/drawingml/2006/main">
            <a:rect l="l" t="t" r="r" b="b"/>
            <a:pathLst>
              <a:path w="279400" h="279400">
                <a:moveTo>
                  <a:pt x="139700" y="0"/>
                </a:moveTo>
                <a:lnTo>
                  <a:pt x="95544" y="7122"/>
                </a:lnTo>
                <a:lnTo>
                  <a:pt x="57195" y="26954"/>
                </a:lnTo>
                <a:lnTo>
                  <a:pt x="26954" y="57195"/>
                </a:lnTo>
                <a:lnTo>
                  <a:pt x="7122" y="95544"/>
                </a:lnTo>
                <a:lnTo>
                  <a:pt x="0" y="139700"/>
                </a:lnTo>
                <a:lnTo>
                  <a:pt x="7122" y="183856"/>
                </a:lnTo>
                <a:lnTo>
                  <a:pt x="26954" y="222205"/>
                </a:lnTo>
                <a:lnTo>
                  <a:pt x="57195" y="252446"/>
                </a:lnTo>
                <a:lnTo>
                  <a:pt x="95544" y="272278"/>
                </a:lnTo>
                <a:lnTo>
                  <a:pt x="139700" y="279400"/>
                </a:lnTo>
                <a:lnTo>
                  <a:pt x="183855" y="272278"/>
                </a:lnTo>
                <a:lnTo>
                  <a:pt x="222204" y="252446"/>
                </a:lnTo>
                <a:lnTo>
                  <a:pt x="252445" y="222205"/>
                </a:lnTo>
                <a:lnTo>
                  <a:pt x="272277" y="183856"/>
                </a:lnTo>
                <a:lnTo>
                  <a:pt x="279400" y="139700"/>
                </a:lnTo>
                <a:lnTo>
                  <a:pt x="272277" y="95544"/>
                </a:lnTo>
                <a:lnTo>
                  <a:pt x="252445" y="57195"/>
                </a:lnTo>
                <a:lnTo>
                  <a:pt x="222204" y="26954"/>
                </a:lnTo>
                <a:lnTo>
                  <a:pt x="183855" y="7122"/>
                </a:lnTo>
                <a:lnTo>
                  <a:pt x="139700" y="0"/>
                </a:lnTo>
                <a:close/>
              </a:path>
            </a:pathLst>
          </a:custGeom>
          <a:solidFill xmlns:a="http://schemas.openxmlformats.org/drawingml/2006/main">
            <a:srgbClr val="0A346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6" name="object 46">
            <a:extLst xmlns:a="http://schemas.openxmlformats.org/drawingml/2006/main">
              <a:ext uri="{FF2B5EF4-FFF2-40B4-BE49-F238E27FC236}">
                <a16:creationId xmlns:a16="http://schemas.microsoft.com/office/drawing/2014/main" id="{AD7BE4AB-BA18-4D50-8C83-E02527047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2112" y="3652519"/>
            <a:ext cx="78740" cy="139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7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6</a:t>
            </a:r>
            <a:endParaRPr sz="750">
              <a:latin typeface="Arial"/>
              <a:ea typeface="Arial"/>
              <a:cs typeface="Arial"/>
            </a:endParaRPr>
          </a:p>
        </p:txBody>
      </p:sp>
      <p:sp>
        <p:nvSpPr>
          <p:cNvPr id="47" name="object 47">
            <a:extLst xmlns:a="http://schemas.openxmlformats.org/drawingml/2006/main">
              <a:ext uri="{FF2B5EF4-FFF2-40B4-BE49-F238E27FC236}">
                <a16:creationId xmlns:a16="http://schemas.microsoft.com/office/drawing/2014/main" id="{961253CE-8A45-445A-BE2B-88B55BD20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4500" y="3718559"/>
            <a:ext cx="1325245" cy="1447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651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30"/>
              </a:spcBef>
              <a:buNone/>
            </a:pPr>
            <a:r>
              <a:rPr sz="750">
                <a:solidFill>
                  <a:srgbClr val="13213D"/>
                </a:solidFill>
                <a:latin typeface="Arial MT"/>
                <a:ea typeface="Arial MT"/>
                <a:cs typeface="Arial MT"/>
              </a:rPr>
              <a:t>Approvals</a:t>
            </a:r>
            <a:r>
              <a:rPr sz="750">
                <a:solidFill>
                  <a:srgbClr val="13213D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13213D"/>
                </a:solidFill>
                <a:latin typeface="Arial MT"/>
                <a:ea typeface="Arial MT"/>
                <a:cs typeface="Arial MT"/>
              </a:rPr>
              <a:t>and</a:t>
            </a:r>
            <a:r>
              <a:rPr sz="750">
                <a:solidFill>
                  <a:srgbClr val="13213D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13213D"/>
                </a:solidFill>
                <a:latin typeface="Arial MT"/>
                <a:ea typeface="Arial MT"/>
                <a:cs typeface="Arial MT"/>
              </a:rPr>
              <a:t>status</a:t>
            </a:r>
            <a:r>
              <a:rPr sz="750">
                <a:solidFill>
                  <a:srgbClr val="13213D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13213D"/>
                </a:solidFill>
                <a:latin typeface="Arial MT"/>
                <a:ea typeface="Arial MT"/>
                <a:cs typeface="Arial MT"/>
              </a:rPr>
              <a:t>tracking</a:t>
            </a:r>
            <a:endParaRPr sz="750">
              <a:latin typeface="Arial MT"/>
              <a:ea typeface="Arial MT"/>
              <a:cs typeface="Arial MT"/>
            </a:endParaRPr>
          </a:p>
        </p:txBody>
      </p:sp>
      <p:sp>
        <p:nvSpPr>
          <p:cNvPr id="48" name="object 48">
            <a:extLst xmlns:a="http://schemas.openxmlformats.org/drawingml/2006/main">
              <a:ext uri="{FF2B5EF4-FFF2-40B4-BE49-F238E27FC236}">
                <a16:creationId xmlns:a16="http://schemas.microsoft.com/office/drawing/2014/main" id="{DDC99353-66C9-4FDC-A956-D9C060C93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746" y="3639819"/>
            <a:ext cx="285750" cy="1473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8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10-</a:t>
            </a:r>
            <a:r>
              <a:rPr sz="8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16</a:t>
            </a:r>
            <a:endParaRPr sz="800">
              <a:latin typeface="Arial"/>
              <a:ea typeface="Arial"/>
              <a:cs typeface="Arial"/>
            </a:endParaRPr>
          </a:p>
        </p:txBody>
      </p:sp>
      <p:sp>
        <p:nvSpPr>
          <p:cNvPr id="50" name="object 50">
            <a:extLst xmlns:a="http://schemas.openxmlformats.org/drawingml/2006/main">
              <a:ext uri="{FF2B5EF4-FFF2-40B4-BE49-F238E27FC236}">
                <a16:creationId xmlns:a16="http://schemas.microsoft.com/office/drawing/2014/main" id="{C6B4DB71-CDBB-4C5E-87CF-D06A0B11E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822700" y="4084319"/>
            <a:ext cx="3175000" cy="457200"/>
          </a:xfrm>
          <a:custGeom xmlns:a="http://schemas.openxmlformats.org/drawingml/2006/main">
            <a:rect l="l" t="t" r="r" b="b"/>
            <a:pathLst>
              <a:path w="3175000" h="457200">
                <a:moveTo>
                  <a:pt x="31115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93700"/>
                </a:lnTo>
                <a:lnTo>
                  <a:pt x="4985" y="418430"/>
                </a:lnTo>
                <a:lnTo>
                  <a:pt x="18586" y="438613"/>
                </a:lnTo>
                <a:lnTo>
                  <a:pt x="38769" y="452214"/>
                </a:lnTo>
                <a:lnTo>
                  <a:pt x="63500" y="457200"/>
                </a:lnTo>
                <a:lnTo>
                  <a:pt x="3111500" y="457200"/>
                </a:lnTo>
                <a:lnTo>
                  <a:pt x="3136230" y="452214"/>
                </a:lnTo>
                <a:lnTo>
                  <a:pt x="3156413" y="438613"/>
                </a:lnTo>
                <a:lnTo>
                  <a:pt x="3170014" y="418430"/>
                </a:lnTo>
                <a:lnTo>
                  <a:pt x="3175000" y="393700"/>
                </a:lnTo>
                <a:lnTo>
                  <a:pt x="3175000" y="63500"/>
                </a:lnTo>
                <a:lnTo>
                  <a:pt x="3170014" y="38769"/>
                </a:lnTo>
                <a:lnTo>
                  <a:pt x="3156413" y="18586"/>
                </a:lnTo>
                <a:lnTo>
                  <a:pt x="3136230" y="4985"/>
                </a:lnTo>
                <a:lnTo>
                  <a:pt x="3111500" y="0"/>
                </a:lnTo>
                <a:close/>
              </a:path>
            </a:pathLst>
          </a:custGeom>
          <a:solidFill xmlns:a="http://schemas.openxmlformats.org/drawingml/2006/main">
            <a:srgbClr val="E9F2F9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1" name="object 51">
            <a:extLst xmlns:a="http://schemas.openxmlformats.org/drawingml/2006/main">
              <a:ext uri="{FF2B5EF4-FFF2-40B4-BE49-F238E27FC236}">
                <a16:creationId xmlns:a16="http://schemas.microsoft.com/office/drawing/2014/main" id="{88D170C0-6F2C-4B44-B4A5-982F89DA1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911600" y="4173219"/>
            <a:ext cx="279400" cy="279400"/>
          </a:xfrm>
          <a:custGeom xmlns:a="http://schemas.openxmlformats.org/drawingml/2006/main">
            <a:rect l="l" t="t" r="r" b="b"/>
            <a:pathLst>
              <a:path w="279400" h="279400">
                <a:moveTo>
                  <a:pt x="139700" y="0"/>
                </a:moveTo>
                <a:lnTo>
                  <a:pt x="95544" y="7122"/>
                </a:lnTo>
                <a:lnTo>
                  <a:pt x="57195" y="26954"/>
                </a:lnTo>
                <a:lnTo>
                  <a:pt x="26954" y="57195"/>
                </a:lnTo>
                <a:lnTo>
                  <a:pt x="7122" y="95544"/>
                </a:lnTo>
                <a:lnTo>
                  <a:pt x="0" y="139700"/>
                </a:lnTo>
                <a:lnTo>
                  <a:pt x="7122" y="183856"/>
                </a:lnTo>
                <a:lnTo>
                  <a:pt x="26954" y="222205"/>
                </a:lnTo>
                <a:lnTo>
                  <a:pt x="57195" y="252446"/>
                </a:lnTo>
                <a:lnTo>
                  <a:pt x="95544" y="272278"/>
                </a:lnTo>
                <a:lnTo>
                  <a:pt x="139700" y="279400"/>
                </a:lnTo>
                <a:lnTo>
                  <a:pt x="183855" y="272278"/>
                </a:lnTo>
                <a:lnTo>
                  <a:pt x="222204" y="252446"/>
                </a:lnTo>
                <a:lnTo>
                  <a:pt x="252445" y="222205"/>
                </a:lnTo>
                <a:lnTo>
                  <a:pt x="272277" y="183856"/>
                </a:lnTo>
                <a:lnTo>
                  <a:pt x="279400" y="139700"/>
                </a:lnTo>
                <a:lnTo>
                  <a:pt x="272277" y="95544"/>
                </a:lnTo>
                <a:lnTo>
                  <a:pt x="252445" y="57195"/>
                </a:lnTo>
                <a:lnTo>
                  <a:pt x="222204" y="26954"/>
                </a:lnTo>
                <a:lnTo>
                  <a:pt x="183855" y="7122"/>
                </a:lnTo>
                <a:lnTo>
                  <a:pt x="139700" y="0"/>
                </a:lnTo>
                <a:close/>
              </a:path>
            </a:pathLst>
          </a:custGeom>
          <a:solidFill xmlns:a="http://schemas.openxmlformats.org/drawingml/2006/main">
            <a:srgbClr val="0A346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2" name="object 52">
            <a:extLst xmlns:a="http://schemas.openxmlformats.org/drawingml/2006/main">
              <a:ext uri="{FF2B5EF4-FFF2-40B4-BE49-F238E27FC236}">
                <a16:creationId xmlns:a16="http://schemas.microsoft.com/office/drawing/2014/main" id="{EACFC2CE-5133-4CB8-BDE9-022E4F730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2112" y="4236719"/>
            <a:ext cx="78740" cy="139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7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7</a:t>
            </a:r>
            <a:endParaRPr sz="750">
              <a:latin typeface="Arial"/>
              <a:ea typeface="Arial"/>
              <a:cs typeface="Arial"/>
            </a:endParaRPr>
          </a:p>
        </p:txBody>
      </p:sp>
      <p:sp>
        <p:nvSpPr>
          <p:cNvPr id="53" name="object 53">
            <a:extLst xmlns:a="http://schemas.openxmlformats.org/drawingml/2006/main">
              <a:ext uri="{FF2B5EF4-FFF2-40B4-BE49-F238E27FC236}">
                <a16:creationId xmlns:a16="http://schemas.microsoft.com/office/drawing/2014/main" id="{7760CD49-DEF9-4AE4-8233-1D2B0EB8D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4500" y="4302759"/>
            <a:ext cx="1506855" cy="1447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651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30"/>
              </a:spcBef>
              <a:buNone/>
            </a:pPr>
            <a:r>
              <a:rPr sz="750">
                <a:solidFill>
                  <a:srgbClr val="13213D"/>
                </a:solidFill>
                <a:latin typeface="Arial MT"/>
                <a:ea typeface="Arial MT"/>
                <a:cs typeface="Arial MT"/>
              </a:rPr>
              <a:t>Document</a:t>
            </a:r>
            <a:r>
              <a:rPr sz="750">
                <a:solidFill>
                  <a:srgbClr val="13213D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13213D"/>
                </a:solidFill>
                <a:latin typeface="Arial MT"/>
                <a:ea typeface="Arial MT"/>
                <a:cs typeface="Arial MT"/>
              </a:rPr>
              <a:t>library</a:t>
            </a:r>
            <a:r>
              <a:rPr sz="750">
                <a:solidFill>
                  <a:srgbClr val="13213D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13213D"/>
                </a:solidFill>
                <a:latin typeface="Arial MT"/>
                <a:ea typeface="Arial MT"/>
                <a:cs typeface="Arial MT"/>
              </a:rPr>
              <a:t>and</a:t>
            </a:r>
            <a:r>
              <a:rPr sz="750">
                <a:solidFill>
                  <a:srgbClr val="13213D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13213D"/>
                </a:solidFill>
                <a:latin typeface="Arial MT"/>
                <a:ea typeface="Arial MT"/>
                <a:cs typeface="Arial MT"/>
              </a:rPr>
              <a:t>repositories</a:t>
            </a:r>
            <a:endParaRPr sz="750">
              <a:latin typeface="Arial MT"/>
              <a:ea typeface="Arial MT"/>
              <a:cs typeface="Arial MT"/>
            </a:endParaRPr>
          </a:p>
        </p:txBody>
      </p:sp>
      <p:sp>
        <p:nvSpPr>
          <p:cNvPr id="54" name="object 54">
            <a:extLst xmlns:a="http://schemas.openxmlformats.org/drawingml/2006/main">
              <a:ext uri="{FF2B5EF4-FFF2-40B4-BE49-F238E27FC236}">
                <a16:creationId xmlns:a16="http://schemas.microsoft.com/office/drawing/2014/main" id="{3631F192-6C93-4B06-9BB0-E652C5BDF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746" y="4224019"/>
            <a:ext cx="285750" cy="1473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8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17-</a:t>
            </a:r>
            <a:r>
              <a:rPr sz="8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19</a:t>
            </a:r>
            <a:endParaRPr sz="800">
              <a:latin typeface="Arial"/>
              <a:ea typeface="Arial"/>
              <a:cs typeface="Arial"/>
            </a:endParaRPr>
          </a:p>
        </p:txBody>
      </p:sp>
      <p:sp>
        <p:nvSpPr>
          <p:cNvPr id="56" name="object 56">
            <a:extLst xmlns:a="http://schemas.openxmlformats.org/drawingml/2006/main">
              <a:ext uri="{FF2B5EF4-FFF2-40B4-BE49-F238E27FC236}">
                <a16:creationId xmlns:a16="http://schemas.microsoft.com/office/drawing/2014/main" id="{9F281E64-20E2-417C-8605-75CA4C9A4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822700" y="4668519"/>
            <a:ext cx="3175000" cy="457200"/>
          </a:xfrm>
          <a:custGeom xmlns:a="http://schemas.openxmlformats.org/drawingml/2006/main">
            <a:rect l="l" t="t" r="r" b="b"/>
            <a:pathLst>
              <a:path w="3175000" h="457200">
                <a:moveTo>
                  <a:pt x="31115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93700"/>
                </a:lnTo>
                <a:lnTo>
                  <a:pt x="4985" y="418430"/>
                </a:lnTo>
                <a:lnTo>
                  <a:pt x="18586" y="438613"/>
                </a:lnTo>
                <a:lnTo>
                  <a:pt x="38769" y="452214"/>
                </a:lnTo>
                <a:lnTo>
                  <a:pt x="63500" y="457200"/>
                </a:lnTo>
                <a:lnTo>
                  <a:pt x="3111500" y="457200"/>
                </a:lnTo>
                <a:lnTo>
                  <a:pt x="3136230" y="452214"/>
                </a:lnTo>
                <a:lnTo>
                  <a:pt x="3156413" y="438613"/>
                </a:lnTo>
                <a:lnTo>
                  <a:pt x="3170014" y="418430"/>
                </a:lnTo>
                <a:lnTo>
                  <a:pt x="3175000" y="393700"/>
                </a:lnTo>
                <a:lnTo>
                  <a:pt x="3175000" y="63500"/>
                </a:lnTo>
                <a:lnTo>
                  <a:pt x="3170014" y="38769"/>
                </a:lnTo>
                <a:lnTo>
                  <a:pt x="3156413" y="18586"/>
                </a:lnTo>
                <a:lnTo>
                  <a:pt x="3136230" y="4985"/>
                </a:lnTo>
                <a:lnTo>
                  <a:pt x="3111500" y="0"/>
                </a:lnTo>
                <a:close/>
              </a:path>
            </a:pathLst>
          </a:custGeom>
          <a:solidFill xmlns:a="http://schemas.openxmlformats.org/drawingml/2006/main">
            <a:srgbClr val="E9F2F9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7" name="object 57">
            <a:extLst xmlns:a="http://schemas.openxmlformats.org/drawingml/2006/main">
              <a:ext uri="{FF2B5EF4-FFF2-40B4-BE49-F238E27FC236}">
                <a16:creationId xmlns:a16="http://schemas.microsoft.com/office/drawing/2014/main" id="{681F75D5-8CD0-490B-B5F2-F81DEF52C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911600" y="4757419"/>
            <a:ext cx="279400" cy="279400"/>
          </a:xfrm>
          <a:custGeom xmlns:a="http://schemas.openxmlformats.org/drawingml/2006/main">
            <a:rect l="l" t="t" r="r" b="b"/>
            <a:pathLst>
              <a:path w="279400" h="279400">
                <a:moveTo>
                  <a:pt x="139700" y="0"/>
                </a:moveTo>
                <a:lnTo>
                  <a:pt x="95544" y="7122"/>
                </a:lnTo>
                <a:lnTo>
                  <a:pt x="57195" y="26954"/>
                </a:lnTo>
                <a:lnTo>
                  <a:pt x="26954" y="57195"/>
                </a:lnTo>
                <a:lnTo>
                  <a:pt x="7122" y="95544"/>
                </a:lnTo>
                <a:lnTo>
                  <a:pt x="0" y="139700"/>
                </a:lnTo>
                <a:lnTo>
                  <a:pt x="7122" y="183856"/>
                </a:lnTo>
                <a:lnTo>
                  <a:pt x="26954" y="222205"/>
                </a:lnTo>
                <a:lnTo>
                  <a:pt x="57195" y="252446"/>
                </a:lnTo>
                <a:lnTo>
                  <a:pt x="95544" y="272278"/>
                </a:lnTo>
                <a:lnTo>
                  <a:pt x="139700" y="279400"/>
                </a:lnTo>
                <a:lnTo>
                  <a:pt x="183855" y="272278"/>
                </a:lnTo>
                <a:lnTo>
                  <a:pt x="222204" y="252446"/>
                </a:lnTo>
                <a:lnTo>
                  <a:pt x="252445" y="222205"/>
                </a:lnTo>
                <a:lnTo>
                  <a:pt x="272277" y="183856"/>
                </a:lnTo>
                <a:lnTo>
                  <a:pt x="279400" y="139700"/>
                </a:lnTo>
                <a:lnTo>
                  <a:pt x="272277" y="95544"/>
                </a:lnTo>
                <a:lnTo>
                  <a:pt x="252445" y="57195"/>
                </a:lnTo>
                <a:lnTo>
                  <a:pt x="222204" y="26954"/>
                </a:lnTo>
                <a:lnTo>
                  <a:pt x="183855" y="7122"/>
                </a:lnTo>
                <a:lnTo>
                  <a:pt x="139700" y="0"/>
                </a:lnTo>
                <a:close/>
              </a:path>
            </a:pathLst>
          </a:custGeom>
          <a:solidFill xmlns:a="http://schemas.openxmlformats.org/drawingml/2006/main">
            <a:srgbClr val="0A346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8" name="object 58">
            <a:extLst xmlns:a="http://schemas.openxmlformats.org/drawingml/2006/main">
              <a:ext uri="{FF2B5EF4-FFF2-40B4-BE49-F238E27FC236}">
                <a16:creationId xmlns:a16="http://schemas.microsoft.com/office/drawing/2014/main" id="{51CA9088-FF38-437B-A3DD-1AE3A70FA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2112" y="4820919"/>
            <a:ext cx="78740" cy="139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7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8</a:t>
            </a:r>
            <a:endParaRPr sz="750">
              <a:latin typeface="Arial"/>
              <a:ea typeface="Arial"/>
              <a:cs typeface="Arial"/>
            </a:endParaRPr>
          </a:p>
        </p:txBody>
      </p:sp>
      <p:sp>
        <p:nvSpPr>
          <p:cNvPr id="59" name="object 59">
            <a:extLst xmlns:a="http://schemas.openxmlformats.org/drawingml/2006/main">
              <a:ext uri="{FF2B5EF4-FFF2-40B4-BE49-F238E27FC236}">
                <a16:creationId xmlns:a16="http://schemas.microsoft.com/office/drawing/2014/main" id="{7C4327F9-FFAF-470F-93CC-B28EBFD05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4500" y="4886959"/>
            <a:ext cx="1259205" cy="1447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651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30"/>
              </a:spcBef>
              <a:buNone/>
            </a:pPr>
            <a:r>
              <a:rPr sz="750">
                <a:solidFill>
                  <a:srgbClr val="13213D"/>
                </a:solidFill>
                <a:latin typeface="Arial MT"/>
                <a:ea typeface="Arial MT"/>
                <a:cs typeface="Arial MT"/>
              </a:rPr>
              <a:t>Reports</a:t>
            </a:r>
            <a:r>
              <a:rPr sz="750">
                <a:solidFill>
                  <a:srgbClr val="13213D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13213D"/>
                </a:solidFill>
                <a:latin typeface="Arial MT"/>
                <a:ea typeface="Arial MT"/>
                <a:cs typeface="Arial MT"/>
              </a:rPr>
              <a:t>and</a:t>
            </a:r>
            <a:r>
              <a:rPr sz="750">
                <a:solidFill>
                  <a:srgbClr val="13213D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13213D"/>
                </a:solidFill>
                <a:latin typeface="Arial MT"/>
                <a:ea typeface="Arial MT"/>
                <a:cs typeface="Arial MT"/>
              </a:rPr>
              <a:t>revision</a:t>
            </a:r>
            <a:r>
              <a:rPr sz="750">
                <a:solidFill>
                  <a:srgbClr val="13213D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13213D"/>
                </a:solidFill>
                <a:latin typeface="Arial MT"/>
                <a:ea typeface="Arial MT"/>
                <a:cs typeface="Arial MT"/>
              </a:rPr>
              <a:t>control</a:t>
            </a:r>
            <a:endParaRPr sz="750">
              <a:latin typeface="Arial MT"/>
              <a:ea typeface="Arial MT"/>
              <a:cs typeface="Arial MT"/>
            </a:endParaRPr>
          </a:p>
        </p:txBody>
      </p:sp>
      <p:sp>
        <p:nvSpPr>
          <p:cNvPr id="60" name="object 60">
            <a:extLst xmlns:a="http://schemas.openxmlformats.org/drawingml/2006/main">
              <a:ext uri="{FF2B5EF4-FFF2-40B4-BE49-F238E27FC236}">
                <a16:creationId xmlns:a16="http://schemas.microsoft.com/office/drawing/2014/main" id="{4EEB5974-3C7D-4DCC-948E-372B7B1CA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746" y="4808219"/>
            <a:ext cx="285750" cy="1473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8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20-</a:t>
            </a:r>
            <a:r>
              <a:rPr sz="8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21</a:t>
            </a:r>
            <a:endParaRPr sz="800">
              <a:latin typeface="Arial"/>
              <a:ea typeface="Arial"/>
              <a:cs typeface="Arial"/>
            </a:endParaRPr>
          </a:p>
        </p:txBody>
      </p:sp>
      <p:sp>
        <p:nvSpPr>
          <p:cNvPr id="62" name="object 62">
            <a:extLst xmlns:a="http://schemas.openxmlformats.org/drawingml/2006/main">
              <a:ext uri="{FF2B5EF4-FFF2-40B4-BE49-F238E27FC236}">
                <a16:creationId xmlns:a16="http://schemas.microsoft.com/office/drawing/2014/main" id="{FF5C6823-55DD-4BBD-8BAA-36DD38593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822700" y="5252719"/>
            <a:ext cx="3175000" cy="457200"/>
          </a:xfrm>
          <a:custGeom xmlns:a="http://schemas.openxmlformats.org/drawingml/2006/main">
            <a:rect l="l" t="t" r="r" b="b"/>
            <a:pathLst>
              <a:path w="3175000" h="457200">
                <a:moveTo>
                  <a:pt x="31115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93700"/>
                </a:lnTo>
                <a:lnTo>
                  <a:pt x="4985" y="418430"/>
                </a:lnTo>
                <a:lnTo>
                  <a:pt x="18586" y="438613"/>
                </a:lnTo>
                <a:lnTo>
                  <a:pt x="38769" y="452214"/>
                </a:lnTo>
                <a:lnTo>
                  <a:pt x="63500" y="457200"/>
                </a:lnTo>
                <a:lnTo>
                  <a:pt x="3111500" y="457200"/>
                </a:lnTo>
                <a:lnTo>
                  <a:pt x="3136230" y="452214"/>
                </a:lnTo>
                <a:lnTo>
                  <a:pt x="3156413" y="438613"/>
                </a:lnTo>
                <a:lnTo>
                  <a:pt x="3170014" y="418430"/>
                </a:lnTo>
                <a:lnTo>
                  <a:pt x="3175000" y="393700"/>
                </a:lnTo>
                <a:lnTo>
                  <a:pt x="3175000" y="63500"/>
                </a:lnTo>
                <a:lnTo>
                  <a:pt x="3170014" y="38769"/>
                </a:lnTo>
                <a:lnTo>
                  <a:pt x="3156413" y="18586"/>
                </a:lnTo>
                <a:lnTo>
                  <a:pt x="3136230" y="4985"/>
                </a:lnTo>
                <a:lnTo>
                  <a:pt x="3111500" y="0"/>
                </a:lnTo>
                <a:close/>
              </a:path>
            </a:pathLst>
          </a:custGeom>
          <a:solidFill xmlns:a="http://schemas.openxmlformats.org/drawingml/2006/main">
            <a:srgbClr val="E9F2F9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3" name="object 63">
            <a:extLst xmlns:a="http://schemas.openxmlformats.org/drawingml/2006/main">
              <a:ext uri="{FF2B5EF4-FFF2-40B4-BE49-F238E27FC236}">
                <a16:creationId xmlns:a16="http://schemas.microsoft.com/office/drawing/2014/main" id="{3BC3760B-678F-4F12-9D39-FC9C4E335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911600" y="5341619"/>
            <a:ext cx="279400" cy="279400"/>
          </a:xfrm>
          <a:custGeom xmlns:a="http://schemas.openxmlformats.org/drawingml/2006/main">
            <a:rect l="l" t="t" r="r" b="b"/>
            <a:pathLst>
              <a:path w="279400" h="279400">
                <a:moveTo>
                  <a:pt x="139700" y="0"/>
                </a:moveTo>
                <a:lnTo>
                  <a:pt x="95544" y="7122"/>
                </a:lnTo>
                <a:lnTo>
                  <a:pt x="57195" y="26954"/>
                </a:lnTo>
                <a:lnTo>
                  <a:pt x="26954" y="57195"/>
                </a:lnTo>
                <a:lnTo>
                  <a:pt x="7122" y="95544"/>
                </a:lnTo>
                <a:lnTo>
                  <a:pt x="0" y="139700"/>
                </a:lnTo>
                <a:lnTo>
                  <a:pt x="7122" y="183856"/>
                </a:lnTo>
                <a:lnTo>
                  <a:pt x="26954" y="222205"/>
                </a:lnTo>
                <a:lnTo>
                  <a:pt x="57195" y="252446"/>
                </a:lnTo>
                <a:lnTo>
                  <a:pt x="95544" y="272278"/>
                </a:lnTo>
                <a:lnTo>
                  <a:pt x="139700" y="279400"/>
                </a:lnTo>
                <a:lnTo>
                  <a:pt x="183855" y="272278"/>
                </a:lnTo>
                <a:lnTo>
                  <a:pt x="222204" y="252446"/>
                </a:lnTo>
                <a:lnTo>
                  <a:pt x="252445" y="222205"/>
                </a:lnTo>
                <a:lnTo>
                  <a:pt x="272277" y="183856"/>
                </a:lnTo>
                <a:lnTo>
                  <a:pt x="279400" y="139700"/>
                </a:lnTo>
                <a:lnTo>
                  <a:pt x="272277" y="95544"/>
                </a:lnTo>
                <a:lnTo>
                  <a:pt x="252445" y="57195"/>
                </a:lnTo>
                <a:lnTo>
                  <a:pt x="222204" y="26954"/>
                </a:lnTo>
                <a:lnTo>
                  <a:pt x="183855" y="7122"/>
                </a:lnTo>
                <a:lnTo>
                  <a:pt x="139700" y="0"/>
                </a:lnTo>
                <a:close/>
              </a:path>
            </a:pathLst>
          </a:custGeom>
          <a:solidFill xmlns:a="http://schemas.openxmlformats.org/drawingml/2006/main">
            <a:srgbClr val="0A346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4" name="object 64">
            <a:extLst xmlns:a="http://schemas.openxmlformats.org/drawingml/2006/main">
              <a:ext uri="{FF2B5EF4-FFF2-40B4-BE49-F238E27FC236}">
                <a16:creationId xmlns:a16="http://schemas.microsoft.com/office/drawing/2014/main" id="{AD85C2E0-F44E-4FC4-8C37-BE034F8F3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2112" y="5405119"/>
            <a:ext cx="78740" cy="139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7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9</a:t>
            </a:r>
            <a:endParaRPr sz="750">
              <a:latin typeface="Arial"/>
              <a:ea typeface="Arial"/>
              <a:cs typeface="Arial"/>
            </a:endParaRPr>
          </a:p>
        </p:txBody>
      </p:sp>
      <p:sp>
        <p:nvSpPr>
          <p:cNvPr id="65" name="object 65">
            <a:extLst xmlns:a="http://schemas.openxmlformats.org/drawingml/2006/main">
              <a:ext uri="{FF2B5EF4-FFF2-40B4-BE49-F238E27FC236}">
                <a16:creationId xmlns:a16="http://schemas.microsoft.com/office/drawing/2014/main" id="{68CE8956-654A-485E-8386-335A23392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4500" y="5471159"/>
            <a:ext cx="1788160" cy="1447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651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30"/>
              </a:spcBef>
              <a:buNone/>
            </a:pPr>
            <a:r>
              <a:rPr sz="750">
                <a:solidFill>
                  <a:srgbClr val="13213D"/>
                </a:solidFill>
                <a:latin typeface="Arial MT"/>
                <a:ea typeface="Arial MT"/>
                <a:cs typeface="Arial MT"/>
              </a:rPr>
              <a:t>Archive,</a:t>
            </a:r>
            <a:r>
              <a:rPr sz="750">
                <a:solidFill>
                  <a:srgbClr val="13213D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13213D"/>
                </a:solidFill>
                <a:latin typeface="Arial MT"/>
                <a:ea typeface="Arial MT"/>
                <a:cs typeface="Arial MT"/>
              </a:rPr>
              <a:t>audit</a:t>
            </a:r>
            <a:r>
              <a:rPr sz="750">
                <a:solidFill>
                  <a:srgbClr val="13213D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13213D"/>
                </a:solidFill>
                <a:latin typeface="Arial MT"/>
                <a:ea typeface="Arial MT"/>
                <a:cs typeface="Arial MT"/>
              </a:rPr>
              <a:t>and</a:t>
            </a:r>
            <a:r>
              <a:rPr sz="750">
                <a:solidFill>
                  <a:srgbClr val="13213D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13213D"/>
                </a:solidFill>
                <a:latin typeface="Arial MT"/>
                <a:ea typeface="Arial MT"/>
                <a:cs typeface="Arial MT"/>
              </a:rPr>
              <a:t>people</a:t>
            </a:r>
            <a:r>
              <a:rPr sz="750">
                <a:solidFill>
                  <a:srgbClr val="13213D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13213D"/>
                </a:solidFill>
                <a:latin typeface="Arial MT"/>
                <a:ea typeface="Arial MT"/>
                <a:cs typeface="Arial MT"/>
              </a:rPr>
              <a:t>administration</a:t>
            </a:r>
            <a:endParaRPr sz="750">
              <a:latin typeface="Arial MT"/>
              <a:ea typeface="Arial MT"/>
              <a:cs typeface="Arial MT"/>
            </a:endParaRPr>
          </a:p>
        </p:txBody>
      </p:sp>
      <p:sp>
        <p:nvSpPr>
          <p:cNvPr id="66" name="object 66">
            <a:extLst xmlns:a="http://schemas.openxmlformats.org/drawingml/2006/main">
              <a:ext uri="{FF2B5EF4-FFF2-40B4-BE49-F238E27FC236}">
                <a16:creationId xmlns:a16="http://schemas.microsoft.com/office/drawing/2014/main" id="{FE0B3B6F-334A-4648-AF13-5BF46CD0D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746" y="5392419"/>
            <a:ext cx="285750" cy="1473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8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22-</a:t>
            </a:r>
            <a:r>
              <a:rPr sz="8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24</a:t>
            </a:r>
            <a:endParaRPr sz="800">
              <a:latin typeface="Arial"/>
              <a:ea typeface="Arial"/>
              <a:cs typeface="Arial"/>
            </a:endParaRPr>
          </a:p>
        </p:txBody>
      </p:sp>
      <p:sp>
        <p:nvSpPr>
          <p:cNvPr id="68" name="object 68">
            <a:extLst xmlns:a="http://schemas.openxmlformats.org/drawingml/2006/main">
              <a:ext uri="{FF2B5EF4-FFF2-40B4-BE49-F238E27FC236}">
                <a16:creationId xmlns:a16="http://schemas.microsoft.com/office/drawing/2014/main" id="{1EA54404-F6D5-4561-9C3F-1A82B8634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822700" y="5836919"/>
            <a:ext cx="3175000" cy="457200"/>
          </a:xfrm>
          <a:custGeom xmlns:a="http://schemas.openxmlformats.org/drawingml/2006/main">
            <a:rect l="l" t="t" r="r" b="b"/>
            <a:pathLst>
              <a:path w="3175000" h="457200">
                <a:moveTo>
                  <a:pt x="31115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93700"/>
                </a:lnTo>
                <a:lnTo>
                  <a:pt x="4985" y="418430"/>
                </a:lnTo>
                <a:lnTo>
                  <a:pt x="18586" y="438613"/>
                </a:lnTo>
                <a:lnTo>
                  <a:pt x="38769" y="452214"/>
                </a:lnTo>
                <a:lnTo>
                  <a:pt x="63500" y="457200"/>
                </a:lnTo>
                <a:lnTo>
                  <a:pt x="3111500" y="457200"/>
                </a:lnTo>
                <a:lnTo>
                  <a:pt x="3136230" y="452214"/>
                </a:lnTo>
                <a:lnTo>
                  <a:pt x="3156413" y="438613"/>
                </a:lnTo>
                <a:lnTo>
                  <a:pt x="3170014" y="418430"/>
                </a:lnTo>
                <a:lnTo>
                  <a:pt x="3175000" y="393700"/>
                </a:lnTo>
                <a:lnTo>
                  <a:pt x="3175000" y="63500"/>
                </a:lnTo>
                <a:lnTo>
                  <a:pt x="3170014" y="38769"/>
                </a:lnTo>
                <a:lnTo>
                  <a:pt x="3156413" y="18586"/>
                </a:lnTo>
                <a:lnTo>
                  <a:pt x="3136230" y="4985"/>
                </a:lnTo>
                <a:lnTo>
                  <a:pt x="3111500" y="0"/>
                </a:lnTo>
                <a:close/>
              </a:path>
            </a:pathLst>
          </a:custGeom>
          <a:solidFill xmlns:a="http://schemas.openxmlformats.org/drawingml/2006/main">
            <a:srgbClr val="E9F2F9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9" name="object 69">
            <a:extLst xmlns:a="http://schemas.openxmlformats.org/drawingml/2006/main">
              <a:ext uri="{FF2B5EF4-FFF2-40B4-BE49-F238E27FC236}">
                <a16:creationId xmlns:a16="http://schemas.microsoft.com/office/drawing/2014/main" id="{62430914-D1D3-4E4B-9495-57058DD86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911600" y="5925819"/>
            <a:ext cx="279400" cy="279400"/>
          </a:xfrm>
          <a:custGeom xmlns:a="http://schemas.openxmlformats.org/drawingml/2006/main">
            <a:rect l="l" t="t" r="r" b="b"/>
            <a:pathLst>
              <a:path w="279400" h="279400">
                <a:moveTo>
                  <a:pt x="139700" y="0"/>
                </a:moveTo>
                <a:lnTo>
                  <a:pt x="95544" y="7122"/>
                </a:lnTo>
                <a:lnTo>
                  <a:pt x="57195" y="26954"/>
                </a:lnTo>
                <a:lnTo>
                  <a:pt x="26954" y="57195"/>
                </a:lnTo>
                <a:lnTo>
                  <a:pt x="7122" y="95544"/>
                </a:lnTo>
                <a:lnTo>
                  <a:pt x="0" y="139700"/>
                </a:lnTo>
                <a:lnTo>
                  <a:pt x="7122" y="183856"/>
                </a:lnTo>
                <a:lnTo>
                  <a:pt x="26954" y="222205"/>
                </a:lnTo>
                <a:lnTo>
                  <a:pt x="57195" y="252446"/>
                </a:lnTo>
                <a:lnTo>
                  <a:pt x="95544" y="272278"/>
                </a:lnTo>
                <a:lnTo>
                  <a:pt x="139700" y="279400"/>
                </a:lnTo>
                <a:lnTo>
                  <a:pt x="183855" y="272278"/>
                </a:lnTo>
                <a:lnTo>
                  <a:pt x="222204" y="252446"/>
                </a:lnTo>
                <a:lnTo>
                  <a:pt x="252445" y="222205"/>
                </a:lnTo>
                <a:lnTo>
                  <a:pt x="272277" y="183856"/>
                </a:lnTo>
                <a:lnTo>
                  <a:pt x="279400" y="139700"/>
                </a:lnTo>
                <a:lnTo>
                  <a:pt x="272277" y="95544"/>
                </a:lnTo>
                <a:lnTo>
                  <a:pt x="252445" y="57195"/>
                </a:lnTo>
                <a:lnTo>
                  <a:pt x="222204" y="26954"/>
                </a:lnTo>
                <a:lnTo>
                  <a:pt x="183855" y="7122"/>
                </a:lnTo>
                <a:lnTo>
                  <a:pt x="139700" y="0"/>
                </a:lnTo>
                <a:close/>
              </a:path>
            </a:pathLst>
          </a:custGeom>
          <a:solidFill xmlns:a="http://schemas.openxmlformats.org/drawingml/2006/main">
            <a:srgbClr val="0A346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0" name="object 70">
            <a:extLst xmlns:a="http://schemas.openxmlformats.org/drawingml/2006/main">
              <a:ext uri="{FF2B5EF4-FFF2-40B4-BE49-F238E27FC236}">
                <a16:creationId xmlns:a16="http://schemas.microsoft.com/office/drawing/2014/main" id="{250BE1EC-2FB6-4C99-BD96-00D66D22C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5626" y="5989319"/>
            <a:ext cx="131445" cy="139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7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10</a:t>
            </a:r>
            <a:endParaRPr sz="750">
              <a:latin typeface="Arial"/>
              <a:ea typeface="Arial"/>
              <a:cs typeface="Arial"/>
            </a:endParaRPr>
          </a:p>
        </p:txBody>
      </p:sp>
      <p:sp>
        <p:nvSpPr>
          <p:cNvPr id="71" name="object 71">
            <a:extLst xmlns:a="http://schemas.openxmlformats.org/drawingml/2006/main">
              <a:ext uri="{FF2B5EF4-FFF2-40B4-BE49-F238E27FC236}">
                <a16:creationId xmlns:a16="http://schemas.microsoft.com/office/drawing/2014/main" id="{AD800FFA-81B7-4DCB-B599-C54439FAC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4500" y="6055359"/>
            <a:ext cx="2112645" cy="1447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651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30"/>
              </a:spcBef>
              <a:buNone/>
            </a:pPr>
            <a:r>
              <a:rPr sz="750">
                <a:solidFill>
                  <a:srgbClr val="13213D"/>
                </a:solidFill>
                <a:latin typeface="Arial MT"/>
                <a:ea typeface="Arial MT"/>
                <a:cs typeface="Arial MT"/>
              </a:rPr>
              <a:t>Notifications,</a:t>
            </a:r>
            <a:r>
              <a:rPr sz="750">
                <a:solidFill>
                  <a:srgbClr val="13213D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13213D"/>
                </a:solidFill>
                <a:latin typeface="Arial MT"/>
                <a:ea typeface="Arial MT"/>
                <a:cs typeface="Arial MT"/>
              </a:rPr>
              <a:t>profile,</a:t>
            </a:r>
            <a:r>
              <a:rPr sz="750">
                <a:solidFill>
                  <a:srgbClr val="13213D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13213D"/>
                </a:solidFill>
                <a:latin typeface="Arial MT"/>
                <a:ea typeface="Arial MT"/>
                <a:cs typeface="Arial MT"/>
              </a:rPr>
              <a:t>logout</a:t>
            </a:r>
            <a:r>
              <a:rPr sz="750">
                <a:solidFill>
                  <a:srgbClr val="13213D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13213D"/>
                </a:solidFill>
                <a:latin typeface="Arial MT"/>
                <a:ea typeface="Arial MT"/>
                <a:cs typeface="Arial MT"/>
              </a:rPr>
              <a:t>and</a:t>
            </a:r>
            <a:r>
              <a:rPr sz="750">
                <a:solidFill>
                  <a:srgbClr val="13213D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13213D"/>
                </a:solidFill>
                <a:latin typeface="Arial MT"/>
                <a:ea typeface="Arial MT"/>
                <a:cs typeface="Arial MT"/>
              </a:rPr>
              <a:t>troubleshooting</a:t>
            </a:r>
            <a:endParaRPr sz="750">
              <a:latin typeface="Arial MT"/>
              <a:ea typeface="Arial MT"/>
              <a:cs typeface="Arial MT"/>
            </a:endParaRPr>
          </a:p>
        </p:txBody>
      </p:sp>
      <p:sp>
        <p:nvSpPr>
          <p:cNvPr id="72" name="object 72">
            <a:extLst xmlns:a="http://schemas.openxmlformats.org/drawingml/2006/main">
              <a:ext uri="{FF2B5EF4-FFF2-40B4-BE49-F238E27FC236}">
                <a16:creationId xmlns:a16="http://schemas.microsoft.com/office/drawing/2014/main" id="{AB3D28D4-4756-46F8-AB27-5CF8AC785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746" y="5976619"/>
            <a:ext cx="285750" cy="1473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8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25-</a:t>
            </a:r>
            <a:r>
              <a:rPr sz="8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27</a:t>
            </a:r>
            <a:endParaRPr sz="800">
              <a:latin typeface="Arial"/>
              <a:ea typeface="Arial"/>
              <a:cs typeface="Arial"/>
            </a:endParaRPr>
          </a:p>
        </p:txBody>
      </p:sp>
      <p:sp>
        <p:nvSpPr>
          <p:cNvPr id="74" name="object 74">
            <a:extLst xmlns:a="http://schemas.openxmlformats.org/drawingml/2006/main">
              <a:ext uri="{FF2B5EF4-FFF2-40B4-BE49-F238E27FC236}">
                <a16:creationId xmlns:a16="http://schemas.microsoft.com/office/drawing/2014/main" id="{04CBA2FD-A718-4463-AFD6-9A7E454D1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6535419"/>
            <a:ext cx="6595109" cy="655320"/>
          </a:xfrm>
          <a:custGeom xmlns:a="http://schemas.openxmlformats.org/drawingml/2006/main">
            <a:rect l="l" t="t" r="r" b="b"/>
            <a:pathLst>
              <a:path w="6595109" h="655320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591820"/>
                </a:lnTo>
                <a:lnTo>
                  <a:pt x="4985" y="616550"/>
                </a:lnTo>
                <a:lnTo>
                  <a:pt x="18586" y="636733"/>
                </a:lnTo>
                <a:lnTo>
                  <a:pt x="38769" y="650334"/>
                </a:lnTo>
                <a:lnTo>
                  <a:pt x="63500" y="655320"/>
                </a:lnTo>
                <a:lnTo>
                  <a:pt x="6531300" y="655320"/>
                </a:lnTo>
                <a:lnTo>
                  <a:pt x="6556030" y="650334"/>
                </a:lnTo>
                <a:lnTo>
                  <a:pt x="6576213" y="636733"/>
                </a:lnTo>
                <a:lnTo>
                  <a:pt x="6589814" y="616550"/>
                </a:lnTo>
                <a:lnTo>
                  <a:pt x="6594800" y="59182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E9F2F9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5" name="object 75">
            <a:extLst xmlns:a="http://schemas.openxmlformats.org/drawingml/2006/main">
              <a:ext uri="{FF2B5EF4-FFF2-40B4-BE49-F238E27FC236}">
                <a16:creationId xmlns:a16="http://schemas.microsoft.com/office/drawing/2014/main" id="{4F3C4F1D-D0B8-47D5-96C0-12A5D65DE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6535419"/>
            <a:ext cx="6595109" cy="655320"/>
          </a:xfrm>
          <a:custGeom xmlns:a="http://schemas.openxmlformats.org/drawingml/2006/main">
            <a:rect l="l" t="t" r="r" b="b"/>
            <a:pathLst>
              <a:path w="6595109" h="655320">
                <a:moveTo>
                  <a:pt x="63500" y="655320"/>
                </a:moveTo>
                <a:lnTo>
                  <a:pt x="6531300" y="655320"/>
                </a:lnTo>
                <a:lnTo>
                  <a:pt x="6556030" y="650334"/>
                </a:lnTo>
                <a:lnTo>
                  <a:pt x="6576213" y="636733"/>
                </a:lnTo>
                <a:lnTo>
                  <a:pt x="6589814" y="616550"/>
                </a:lnTo>
                <a:lnTo>
                  <a:pt x="6594800" y="59182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591820"/>
                </a:lnTo>
                <a:lnTo>
                  <a:pt x="4985" y="616550"/>
                </a:lnTo>
                <a:lnTo>
                  <a:pt x="18586" y="636733"/>
                </a:lnTo>
                <a:lnTo>
                  <a:pt x="38769" y="650334"/>
                </a:lnTo>
                <a:lnTo>
                  <a:pt x="63500" y="655320"/>
                </a:lnTo>
                <a:close/>
              </a:path>
            </a:pathLst>
          </a:custGeom>
          <a:ln xmlns:a="http://schemas.openxmlformats.org/drawingml/2006/main" w="6350">
            <a:solidFill>
              <a:srgbClr val="0877B8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6" name="object 76">
            <a:extLst xmlns:a="http://schemas.openxmlformats.org/drawingml/2006/main">
              <a:ext uri="{FF2B5EF4-FFF2-40B4-BE49-F238E27FC236}">
                <a16:creationId xmlns:a16="http://schemas.microsoft.com/office/drawing/2014/main" id="{DBD34500-A5B7-4894-8C58-B9AD737C7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6535419"/>
            <a:ext cx="63500" cy="655320"/>
          </a:xfrm>
          <a:custGeom xmlns:a="http://schemas.openxmlformats.org/drawingml/2006/main">
            <a:rect l="l" t="t" r="r" b="b"/>
            <a:pathLst>
              <a:path w="63500" h="655320">
                <a:moveTo>
                  <a:pt x="63500" y="0"/>
                </a:moveTo>
                <a:lnTo>
                  <a:pt x="0" y="0"/>
                </a:lnTo>
                <a:lnTo>
                  <a:pt x="0" y="655320"/>
                </a:lnTo>
                <a:lnTo>
                  <a:pt x="63500" y="655320"/>
                </a:lnTo>
                <a:lnTo>
                  <a:pt x="63500" y="0"/>
                </a:lnTo>
                <a:close/>
              </a:path>
            </a:pathLst>
          </a:custGeom>
          <a:solidFill xmlns:a="http://schemas.openxmlformats.org/drawingml/2006/main">
            <a:srgbClr val="0877B8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7" name="object 77">
            <a:extLst xmlns:a="http://schemas.openxmlformats.org/drawingml/2006/main">
              <a:ext uri="{FF2B5EF4-FFF2-40B4-BE49-F238E27FC236}">
                <a16:creationId xmlns:a16="http://schemas.microsoft.com/office/drawing/2014/main" id="{77FCE935-774A-41C8-B14B-585FE8A3F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512" y="6596132"/>
            <a:ext cx="6494145" cy="4686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27940" rIns="0" bIns="0">
            <a:spAutoFit/>
          </a:bodyPr>
          <a:lstStyle xmlns:a="http://schemas.openxmlformats.org/drawingml/2006/main"/>
          <a:p xmlns:a="http://schemas.openxmlformats.org/drawingml/2006/main">
            <a:pPr marL="128270">
              <a:lnSpc>
                <a:spcPct val="100000"/>
              </a:lnSpc>
              <a:spcBef>
                <a:spcPts val="220"/>
              </a:spcBef>
              <a:buNone/>
            </a:pPr>
            <a:r>
              <a:rPr sz="10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Controlled-copy </a:t>
            </a:r>
            <a:r>
              <a:rPr sz="10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rule</a:t>
            </a:r>
            <a:endParaRPr sz="1000">
              <a:latin typeface="Arial"/>
              <a:ea typeface="Arial"/>
              <a:cs typeface="Arial"/>
            </a:endParaRPr>
          </a:p>
          <a:p xmlns:a="http://schemas.openxmlformats.org/drawingml/2006/main">
            <a:pPr marL="128270" marR="419100">
              <a:lnSpc>
                <a:spcPct val="112500"/>
              </a:lnSpc>
              <a:buNone/>
            </a:pP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Screenshots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are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representative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of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current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portal.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Field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availability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and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administrative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actions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may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vary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by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role,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QMS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level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and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configured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library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category.</a:t>
            </a:r>
            <a:endParaRPr sz="800">
              <a:latin typeface="Arial MT"/>
              <a:ea typeface="Arial MT"/>
              <a:cs typeface="Arial MT"/>
            </a:endParaRPr>
          </a:p>
        </p:txBody>
      </p:sp>
      <p:sp>
        <p:nvSpPr>
          <p:cNvPr id="78" name="object 78">
            <a:extLst xmlns:a="http://schemas.openxmlformats.org/drawingml/2006/main">
              <a:ext uri="{FF2B5EF4-FFF2-40B4-BE49-F238E27FC236}">
                <a16:creationId xmlns:a16="http://schemas.microsoft.com/office/drawing/2014/main" id="{D70F856B-E097-47C5-A21B-84C60CB34E49}"/>
              </a:ext>
            </a:extLst>
          </p:cNvPr>
          <p:cNvSpPr>
            <a:spLocks xmlns:a="http://schemas.openxmlformats.org/drawingml/2006/main" noGrp="1"/>
          </p:cNvSpPr>
          <p:nvPr>
            <p:ph type="ft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6985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55"/>
              </a:spcBef>
              <a:buNone/>
            </a:pPr>
            <a:r>
              <a:t>Internal</a:t>
            </a:r>
            <a:r>
              <a:t> </a:t>
            </a:r>
            <a:r>
              <a:t>user</a:t>
            </a:r>
            <a:r>
              <a:t> </a:t>
            </a:r>
            <a:r>
              <a:t>guide</a:t>
            </a:r>
            <a:r>
              <a:t> </a:t>
            </a:r>
            <a:r>
              <a:t>-</a:t>
            </a:r>
            <a:r>
              <a:t> </a:t>
            </a:r>
            <a:r>
              <a:t>controlled</a:t>
            </a:r>
            <a:r>
              <a:t> </a:t>
            </a:r>
            <a:r>
              <a:t>copy</a:t>
            </a:r>
            <a:r>
              <a:t> </a:t>
            </a:r>
            <a:r>
              <a:t>when</a:t>
            </a:r>
            <a:r>
              <a:t> </a:t>
            </a:r>
            <a:r>
              <a:t>viewed</a:t>
            </a:r>
            <a:r>
              <a:t> </a:t>
            </a:r>
            <a:r>
              <a:t>in</a:t>
            </a:r>
            <a:r>
              <a:t> </a:t>
            </a:r>
            <a:r>
              <a:t>the</a:t>
            </a:r>
            <a:r>
              <a:t> </a:t>
            </a:r>
            <a:r>
              <a:t>DMS</a:t>
            </a:r>
            <a:r>
              <a:t> </a:t>
            </a:r>
            <a:r>
              <a:t>portal</a:t>
            </a:r>
          </a:p>
        </p:txBody>
      </p:sp>
      <p:sp>
        <p:nvSpPr>
          <p:cNvPr id="79" name="object 79">
            <a:extLst xmlns:a="http://schemas.openxmlformats.org/drawingml/2006/main">
              <a:ext uri="{FF2B5EF4-FFF2-40B4-BE49-F238E27FC236}">
                <a16:creationId xmlns:a16="http://schemas.microsoft.com/office/drawing/2014/main" id="{D654DA89-12CC-4088-B563-CC705E127F91}"/>
              </a:ext>
            </a:extLst>
          </p:cNvPr>
          <p:cNvSpPr>
            <a:spLocks xmlns:a="http://schemas.openxmlformats.org/drawingml/2006/main" noGrp="1"/>
          </p:cNvSpPr>
          <p:nvPr>
            <p:ph type="dt" idx="6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6985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55"/>
              </a:spcBef>
              <a:buNone/>
            </a:pPr>
            <a:r>
              <a:t>Smart</a:t>
            </a:r>
            <a:r>
              <a:t> </a:t>
            </a:r>
            <a:r>
              <a:t>DMS</a:t>
            </a:r>
            <a:r>
              <a:t> </a:t>
            </a:r>
            <a:r>
              <a:t>v2.0.0</a:t>
            </a:r>
          </a:p>
        </p:txBody>
      </p:sp>
    </p:spTree>
    <p:extLst>
      <p:ext uri="{BB962C8B-B14F-4D97-AF65-F5344CB8AC3E}">
        <p14:creationId xmlns:p14="http://schemas.microsoft.com/office/powerpoint/2010/main" val="1095622584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object 2">
            <a:extLst xmlns:a="http://schemas.openxmlformats.org/drawingml/2006/main">
              <a:ext uri="{FF2B5EF4-FFF2-40B4-BE49-F238E27FC236}">
                <a16:creationId xmlns:a16="http://schemas.microsoft.com/office/drawing/2014/main" id="{8E9BB3FB-D374-4E76-A6F5-3B9F73DA1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9100" y="156971"/>
            <a:ext cx="1671955" cy="330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065" rIns="0" bIns="0">
            <a:spAutoFit/>
          </a:bodyPr>
          <a:lstStyle xmlns:a="http://schemas.openxmlformats.org/drawingml/2006/main"/>
          <a:p xmlns:a="http://schemas.openxmlformats.org/drawingml/2006/main">
            <a:pPr marL="12700" marR="5080">
              <a:lnSpc>
                <a:spcPct val="153800"/>
              </a:lnSpc>
              <a:spcBef>
                <a:spcPts val="95"/>
              </a:spcBef>
              <a:buNone/>
            </a:pP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ZF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Rane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Automotive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India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PVT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LTD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-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SGD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Smart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DMS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Portal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User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Manual</a:t>
            </a:r>
            <a:endParaRPr sz="650">
              <a:latin typeface="Arial MT"/>
              <a:ea typeface="Arial MT"/>
              <a:cs typeface="Arial MT"/>
            </a:endParaRPr>
          </a:p>
        </p:txBody>
      </p:sp>
      <p:graphicFrame>
        <p:nvGraphicFramePr>
          <p:cNvPr id="32" name="object 3"/>
          <p:cNvGraphicFramePr/>
          <p:nvPr/>
        </p:nvGraphicFramePr>
        <p:xfrm>
          <a:off xmlns:a="http://schemas.openxmlformats.org/drawingml/2006/main" x="4178625" y="161924"/>
          <a:ext xmlns:a="http://schemas.openxmlformats.org/drawingml/2006/main" cx="2895600" cy="444500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47800"/>
                <a:gridCol w="1447800"/>
              </a:tblGrid>
              <a:tr h="222250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50"/>
                        </a:spcBef>
                        <a:buNone/>
                      </a:pP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Document: DMS-UM-001</a:t>
                      </a:r>
                      <a:endParaRPr sz="6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985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50"/>
                        </a:spcBef>
                        <a:buNone/>
                      </a:pP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Revision: 1.3</a:t>
                      </a:r>
                      <a:endParaRPr sz="6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985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</a:tr>
              <a:tr h="222250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00"/>
                        </a:spcBef>
                        <a:buNone/>
                      </a:pP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Effective: 10-Aug-2026</a:t>
                      </a:r>
                      <a:endParaRPr sz="6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350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00"/>
                        </a:spcBef>
                        <a:buNone/>
                      </a:pP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Page: 3 of 27</a:t>
                      </a:r>
                      <a:endParaRPr sz="6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350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5" name="object 5">
            <a:extLst xmlns:a="http://schemas.openxmlformats.org/drawingml/2006/main">
              <a:ext uri="{FF2B5EF4-FFF2-40B4-BE49-F238E27FC236}">
                <a16:creationId xmlns:a16="http://schemas.microsoft.com/office/drawing/2014/main" id="{BAAB3D4E-1655-42A8-960A-7BB362248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774699"/>
            <a:ext cx="7560309" cy="431800"/>
          </a:xfrm>
          <a:custGeom xmlns:a="http://schemas.openxmlformats.org/drawingml/2006/main">
            <a:rect l="l" t="t" r="r" b="b"/>
            <a:pathLst>
              <a:path w="7560309" h="431800">
                <a:moveTo>
                  <a:pt x="7560000" y="0"/>
                </a:moveTo>
                <a:lnTo>
                  <a:pt x="0" y="0"/>
                </a:lnTo>
                <a:lnTo>
                  <a:pt x="0" y="431800"/>
                </a:lnTo>
                <a:lnTo>
                  <a:pt x="7560000" y="431800"/>
                </a:lnTo>
                <a:lnTo>
                  <a:pt x="7560000" y="0"/>
                </a:lnTo>
                <a:close/>
              </a:path>
            </a:pathLst>
          </a:custGeom>
          <a:solidFill xmlns:a="http://schemas.openxmlformats.org/drawingml/2006/main">
            <a:srgbClr val="008A95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object 6">
            <a:extLst xmlns:a="http://schemas.openxmlformats.org/drawingml/2006/main">
              <a:ext uri="{FF2B5EF4-FFF2-40B4-BE49-F238E27FC236}">
                <a16:creationId xmlns:a16="http://schemas.microsoft.com/office/drawing/2014/main" id="{BFA135E7-583B-4BEC-9222-476C208A4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863599"/>
            <a:ext cx="533400" cy="254000"/>
          </a:xfrm>
          <a:custGeom xmlns:a="http://schemas.openxmlformats.org/drawingml/2006/main">
            <a:rect l="l" t="t" r="r" b="b"/>
            <a:pathLst>
              <a:path w="533400" h="254000">
                <a:moveTo>
                  <a:pt x="4699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190500"/>
                </a:lnTo>
                <a:lnTo>
                  <a:pt x="4985" y="215230"/>
                </a:lnTo>
                <a:lnTo>
                  <a:pt x="18586" y="235413"/>
                </a:lnTo>
                <a:lnTo>
                  <a:pt x="38769" y="249014"/>
                </a:lnTo>
                <a:lnTo>
                  <a:pt x="63500" y="254000"/>
                </a:lnTo>
                <a:lnTo>
                  <a:pt x="469900" y="254000"/>
                </a:lnTo>
                <a:lnTo>
                  <a:pt x="494630" y="249014"/>
                </a:lnTo>
                <a:lnTo>
                  <a:pt x="514813" y="235413"/>
                </a:lnTo>
                <a:lnTo>
                  <a:pt x="528414" y="215230"/>
                </a:lnTo>
                <a:lnTo>
                  <a:pt x="533400" y="190500"/>
                </a:lnTo>
                <a:lnTo>
                  <a:pt x="533400" y="63500"/>
                </a:lnTo>
                <a:lnTo>
                  <a:pt x="528414" y="38769"/>
                </a:lnTo>
                <a:lnTo>
                  <a:pt x="514813" y="18586"/>
                </a:lnTo>
                <a:lnTo>
                  <a:pt x="494630" y="4985"/>
                </a:lnTo>
                <a:lnTo>
                  <a:pt x="469900" y="0"/>
                </a:lnTo>
                <a:close/>
              </a:path>
            </a:pathLst>
          </a:custGeom>
          <a:solidFill xmlns:a="http://schemas.openxmlformats.org/drawingml/2006/main">
            <a:srgbClr val="F7B800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object 7">
            <a:extLst xmlns:a="http://schemas.openxmlformats.org/drawingml/2006/main">
              <a:ext uri="{FF2B5EF4-FFF2-40B4-BE49-F238E27FC236}">
                <a16:creationId xmlns:a16="http://schemas.microsoft.com/office/drawing/2014/main" id="{6ED57D6F-2D5D-4981-B580-B6D72AA09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981" y="920750"/>
            <a:ext cx="167005" cy="1473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8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2.0</a:t>
            </a:r>
            <a:endParaRPr sz="800">
              <a:latin typeface="Arial"/>
              <a:ea typeface="Arial"/>
              <a:cs typeface="Arial"/>
            </a:endParaRPr>
          </a:p>
        </p:txBody>
      </p:sp>
      <p:sp>
        <p:nvSpPr>
          <p:cNvPr id="8" name="object 8">
            <a:extLst xmlns:a="http://schemas.openxmlformats.org/drawingml/2006/main">
              <a:ext uri="{FF2B5EF4-FFF2-40B4-BE49-F238E27FC236}">
                <a16:creationId xmlns:a16="http://schemas.microsoft.com/office/drawing/2014/main" id="{5F7EBBFF-3924-4400-837E-BE78653AF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300" y="863600"/>
            <a:ext cx="3223260" cy="25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Purpose,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Scope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and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Access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Levels</a:t>
            </a:r>
            <a:endParaRPr sz="1500">
              <a:latin typeface="Arial"/>
              <a:ea typeface="Arial"/>
              <a:cs typeface="Arial"/>
            </a:endParaRPr>
          </a:p>
        </p:txBody>
      </p:sp>
      <p:sp>
        <p:nvSpPr>
          <p:cNvPr id="9" name="object 9">
            <a:extLst xmlns:a="http://schemas.openxmlformats.org/drawingml/2006/main">
              <a:ext uri="{FF2B5EF4-FFF2-40B4-BE49-F238E27FC236}">
                <a16:creationId xmlns:a16="http://schemas.microsoft.com/office/drawing/2014/main" id="{6D6AB63C-F1B9-495A-A86C-70DEC9AD5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600" y="10298300"/>
            <a:ext cx="6595109" cy="0"/>
          </a:xfrm>
          <a:custGeom xmlns:a="http://schemas.openxmlformats.org/drawingml/2006/main">
            <a:rect l="l" t="t" r="r" b="b"/>
            <a:pathLst>
              <a:path w="6595109" h="0">
                <a:moveTo>
                  <a:pt x="0" y="0"/>
                </a:moveTo>
                <a:lnTo>
                  <a:pt x="6594800" y="0"/>
                </a:lnTo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object 10">
            <a:extLst xmlns:a="http://schemas.openxmlformats.org/drawingml/2006/main">
              <a:ext uri="{FF2B5EF4-FFF2-40B4-BE49-F238E27FC236}">
                <a16:creationId xmlns:a16="http://schemas.microsoft.com/office/drawing/2014/main" id="{EA49CEB0-AA41-4273-AAC0-BD537AB6C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900" y="1358899"/>
            <a:ext cx="3799840" cy="15049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524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20"/>
              </a:spcBef>
              <a:buNone/>
            </a:pP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This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manual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enables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users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to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complete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routine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DMS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work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safely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and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consistently.</a:t>
            </a:r>
            <a:endParaRPr sz="800">
              <a:latin typeface="Arial MT"/>
              <a:ea typeface="Arial MT"/>
              <a:cs typeface="Arial MT"/>
            </a:endParaRPr>
          </a:p>
        </p:txBody>
      </p:sp>
      <p:sp>
        <p:nvSpPr>
          <p:cNvPr id="12" name="object 12">
            <a:extLst xmlns:a="http://schemas.openxmlformats.org/drawingml/2006/main">
              <a:ext uri="{FF2B5EF4-FFF2-40B4-BE49-F238E27FC236}">
                <a16:creationId xmlns:a16="http://schemas.microsoft.com/office/drawing/2014/main" id="{7756F64E-89FC-461B-955C-BD42F68D5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1712494"/>
            <a:ext cx="3221355" cy="1098309"/>
          </a:xfrm>
          <a:custGeom xmlns:a="http://schemas.openxmlformats.org/drawingml/2006/main">
            <a:rect l="l" t="t" r="r" b="b"/>
            <a:pathLst>
              <a:path w="3221354" h="939800">
                <a:moveTo>
                  <a:pt x="3145000" y="0"/>
                </a:moveTo>
                <a:lnTo>
                  <a:pt x="76200" y="0"/>
                </a:lnTo>
                <a:lnTo>
                  <a:pt x="46522" y="5982"/>
                </a:lnTo>
                <a:lnTo>
                  <a:pt x="22303" y="22303"/>
                </a:lnTo>
                <a:lnTo>
                  <a:pt x="5982" y="46522"/>
                </a:lnTo>
                <a:lnTo>
                  <a:pt x="0" y="76200"/>
                </a:lnTo>
                <a:lnTo>
                  <a:pt x="0" y="863600"/>
                </a:lnTo>
                <a:lnTo>
                  <a:pt x="5982" y="893277"/>
                </a:lnTo>
                <a:lnTo>
                  <a:pt x="22303" y="917496"/>
                </a:lnTo>
                <a:lnTo>
                  <a:pt x="46522" y="933817"/>
                </a:lnTo>
                <a:lnTo>
                  <a:pt x="76200" y="939800"/>
                </a:lnTo>
                <a:lnTo>
                  <a:pt x="3145000" y="939800"/>
                </a:lnTo>
                <a:lnTo>
                  <a:pt x="3174677" y="933817"/>
                </a:lnTo>
                <a:lnTo>
                  <a:pt x="3198896" y="917496"/>
                </a:lnTo>
                <a:lnTo>
                  <a:pt x="3215217" y="893277"/>
                </a:lnTo>
                <a:lnTo>
                  <a:pt x="3221200" y="863600"/>
                </a:lnTo>
                <a:lnTo>
                  <a:pt x="3221200" y="76200"/>
                </a:lnTo>
                <a:lnTo>
                  <a:pt x="3215217" y="46522"/>
                </a:lnTo>
                <a:lnTo>
                  <a:pt x="3198896" y="22303"/>
                </a:lnTo>
                <a:lnTo>
                  <a:pt x="3174677" y="5982"/>
                </a:lnTo>
                <a:lnTo>
                  <a:pt x="3145000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object 13">
            <a:extLst xmlns:a="http://schemas.openxmlformats.org/drawingml/2006/main">
              <a:ext uri="{FF2B5EF4-FFF2-40B4-BE49-F238E27FC236}">
                <a16:creationId xmlns:a16="http://schemas.microsoft.com/office/drawing/2014/main" id="{0764950C-4091-4B8A-B7C1-28CEDB27A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1712494"/>
            <a:ext cx="3221355" cy="1098309"/>
          </a:xfrm>
          <a:custGeom xmlns:a="http://schemas.openxmlformats.org/drawingml/2006/main">
            <a:rect l="l" t="t" r="r" b="b"/>
            <a:pathLst>
              <a:path w="3221354" h="939800">
                <a:moveTo>
                  <a:pt x="76200" y="939800"/>
                </a:moveTo>
                <a:lnTo>
                  <a:pt x="3145000" y="939800"/>
                </a:lnTo>
                <a:lnTo>
                  <a:pt x="3174677" y="933817"/>
                </a:lnTo>
                <a:lnTo>
                  <a:pt x="3198896" y="917496"/>
                </a:lnTo>
                <a:lnTo>
                  <a:pt x="3215217" y="893277"/>
                </a:lnTo>
                <a:lnTo>
                  <a:pt x="3221200" y="863600"/>
                </a:lnTo>
                <a:lnTo>
                  <a:pt x="3221200" y="76200"/>
                </a:lnTo>
                <a:lnTo>
                  <a:pt x="3215217" y="46522"/>
                </a:lnTo>
                <a:lnTo>
                  <a:pt x="3198896" y="22303"/>
                </a:lnTo>
                <a:lnTo>
                  <a:pt x="3174677" y="5982"/>
                </a:lnTo>
                <a:lnTo>
                  <a:pt x="3145000" y="0"/>
                </a:lnTo>
                <a:lnTo>
                  <a:pt x="76200" y="0"/>
                </a:lnTo>
                <a:lnTo>
                  <a:pt x="46522" y="5982"/>
                </a:lnTo>
                <a:lnTo>
                  <a:pt x="22303" y="22303"/>
                </a:lnTo>
                <a:lnTo>
                  <a:pt x="5982" y="46522"/>
                </a:lnTo>
                <a:lnTo>
                  <a:pt x="0" y="76200"/>
                </a:lnTo>
                <a:lnTo>
                  <a:pt x="0" y="863600"/>
                </a:lnTo>
                <a:lnTo>
                  <a:pt x="5982" y="893277"/>
                </a:lnTo>
                <a:lnTo>
                  <a:pt x="22303" y="917496"/>
                </a:lnTo>
                <a:lnTo>
                  <a:pt x="46522" y="933817"/>
                </a:lnTo>
                <a:lnTo>
                  <a:pt x="76200" y="939800"/>
                </a:lnTo>
                <a:close/>
              </a:path>
            </a:pathLst>
          </a:custGeom>
          <a:ln xmlns:a="http://schemas.openxmlformats.org/drawingml/2006/main" w="6349">
            <a:solidFill>
              <a:srgbClr val="0877B8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object 14">
            <a:extLst xmlns:a="http://schemas.openxmlformats.org/drawingml/2006/main">
              <a:ext uri="{FF2B5EF4-FFF2-40B4-BE49-F238E27FC236}">
                <a16:creationId xmlns:a16="http://schemas.microsoft.com/office/drawing/2014/main" id="{E73B1C70-5651-4B1A-81B8-B338879CE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1712494"/>
            <a:ext cx="63500" cy="1098309"/>
          </a:xfrm>
          <a:custGeom xmlns:a="http://schemas.openxmlformats.org/drawingml/2006/main">
            <a:rect l="l" t="t" r="r" b="b"/>
            <a:pathLst>
              <a:path w="63500" h="939800">
                <a:moveTo>
                  <a:pt x="63500" y="0"/>
                </a:moveTo>
                <a:lnTo>
                  <a:pt x="0" y="0"/>
                </a:lnTo>
                <a:lnTo>
                  <a:pt x="0" y="939800"/>
                </a:lnTo>
                <a:lnTo>
                  <a:pt x="63500" y="939800"/>
                </a:lnTo>
                <a:lnTo>
                  <a:pt x="63500" y="0"/>
                </a:lnTo>
                <a:close/>
              </a:path>
            </a:pathLst>
          </a:custGeom>
          <a:solidFill xmlns:a="http://schemas.openxmlformats.org/drawingml/2006/main">
            <a:srgbClr val="0877B8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object 15">
            <a:extLst xmlns:a="http://schemas.openxmlformats.org/drawingml/2006/main">
              <a:ext uri="{FF2B5EF4-FFF2-40B4-BE49-F238E27FC236}">
                <a16:creationId xmlns:a16="http://schemas.microsoft.com/office/drawing/2014/main" id="{E4EB2864-5C63-4D62-A512-058C373E9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360" y="1711959"/>
            <a:ext cx="3031334" cy="94320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3048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240"/>
              </a:spcBef>
              <a:buNone/>
            </a:pPr>
            <a:r>
              <a:rPr sz="1100">
                <a:solidFill>
                  <a:srgbClr val="13213D"/>
                </a:solidFill>
                <a:latin typeface="Arial MT"/>
                <a:ea typeface="Arial MT"/>
                <a:cs typeface="Arial MT"/>
              </a:rPr>
              <a:t>Purpose</a:t>
            </a:r>
            <a:endParaRPr sz="1100">
              <a:latin typeface="Arial MT"/>
              <a:ea typeface="Arial MT"/>
              <a:cs typeface="Arial MT"/>
            </a:endParaRPr>
          </a:p>
          <a:p xmlns:a="http://schemas.openxmlformats.org/drawingml/2006/main">
            <a:pPr marL="12700" marR="5080">
              <a:lnSpc>
                <a:spcPct val="112300"/>
              </a:lnSpc>
              <a:buNone/>
            </a:pPr>
            <a:r>
              <a:rPr sz="1100">
                <a:solidFill>
                  <a:srgbClr val="13213D"/>
                </a:solidFill>
                <a:latin typeface="Arial MT"/>
                <a:ea typeface="Arial MT"/>
                <a:cs typeface="Arial MT"/>
              </a:rPr>
              <a:t>To digitally centralize, control, and secure organizational documents through a standardized approval and version management system.</a:t>
            </a:r>
            <a:endParaRPr sz="1100">
              <a:latin typeface="Arial MT"/>
              <a:ea typeface="Arial MT"/>
              <a:cs typeface="Arial MT"/>
            </a:endParaRPr>
          </a:p>
        </p:txBody>
      </p:sp>
      <p:sp>
        <p:nvSpPr>
          <p:cNvPr id="17" name="object 17">
            <a:extLst xmlns:a="http://schemas.openxmlformats.org/drawingml/2006/main">
              <a:ext uri="{FF2B5EF4-FFF2-40B4-BE49-F238E27FC236}">
                <a16:creationId xmlns:a16="http://schemas.microsoft.com/office/drawing/2014/main" id="{23EA4A65-A7D8-4443-ADE1-6D2C20A92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856199" y="1712485"/>
            <a:ext cx="3221355" cy="1095723"/>
          </a:xfrm>
          <a:custGeom xmlns:a="http://schemas.openxmlformats.org/drawingml/2006/main">
            <a:rect l="l" t="t" r="r" b="b"/>
            <a:pathLst>
              <a:path w="3221354" h="939800">
                <a:moveTo>
                  <a:pt x="3145000" y="0"/>
                </a:moveTo>
                <a:lnTo>
                  <a:pt x="76200" y="0"/>
                </a:lnTo>
                <a:lnTo>
                  <a:pt x="46522" y="5982"/>
                </a:lnTo>
                <a:lnTo>
                  <a:pt x="22303" y="22303"/>
                </a:lnTo>
                <a:lnTo>
                  <a:pt x="5982" y="46522"/>
                </a:lnTo>
                <a:lnTo>
                  <a:pt x="0" y="76200"/>
                </a:lnTo>
                <a:lnTo>
                  <a:pt x="0" y="863600"/>
                </a:lnTo>
                <a:lnTo>
                  <a:pt x="5982" y="893277"/>
                </a:lnTo>
                <a:lnTo>
                  <a:pt x="22303" y="917496"/>
                </a:lnTo>
                <a:lnTo>
                  <a:pt x="46522" y="933817"/>
                </a:lnTo>
                <a:lnTo>
                  <a:pt x="76200" y="939800"/>
                </a:lnTo>
                <a:lnTo>
                  <a:pt x="3145000" y="939800"/>
                </a:lnTo>
                <a:lnTo>
                  <a:pt x="3174677" y="933817"/>
                </a:lnTo>
                <a:lnTo>
                  <a:pt x="3198896" y="917496"/>
                </a:lnTo>
                <a:lnTo>
                  <a:pt x="3215217" y="893277"/>
                </a:lnTo>
                <a:lnTo>
                  <a:pt x="3221200" y="863600"/>
                </a:lnTo>
                <a:lnTo>
                  <a:pt x="3221200" y="76200"/>
                </a:lnTo>
                <a:lnTo>
                  <a:pt x="3215217" y="46522"/>
                </a:lnTo>
                <a:lnTo>
                  <a:pt x="3198896" y="22303"/>
                </a:lnTo>
                <a:lnTo>
                  <a:pt x="3174677" y="5982"/>
                </a:lnTo>
                <a:lnTo>
                  <a:pt x="3145000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8" name="object 18">
            <a:extLst xmlns:a="http://schemas.openxmlformats.org/drawingml/2006/main">
              <a:ext uri="{FF2B5EF4-FFF2-40B4-BE49-F238E27FC236}">
                <a16:creationId xmlns:a16="http://schemas.microsoft.com/office/drawing/2014/main" id="{0FD472BA-513C-4541-A177-93B7D1EE6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856199" y="1712485"/>
            <a:ext cx="3221355" cy="1095723"/>
          </a:xfrm>
          <a:custGeom xmlns:a="http://schemas.openxmlformats.org/drawingml/2006/main">
            <a:rect l="l" t="t" r="r" b="b"/>
            <a:pathLst>
              <a:path w="3221354" h="939800">
                <a:moveTo>
                  <a:pt x="76200" y="939800"/>
                </a:moveTo>
                <a:lnTo>
                  <a:pt x="3145000" y="939800"/>
                </a:lnTo>
                <a:lnTo>
                  <a:pt x="3174677" y="933817"/>
                </a:lnTo>
                <a:lnTo>
                  <a:pt x="3198896" y="917496"/>
                </a:lnTo>
                <a:lnTo>
                  <a:pt x="3215217" y="893277"/>
                </a:lnTo>
                <a:lnTo>
                  <a:pt x="3221200" y="863600"/>
                </a:lnTo>
                <a:lnTo>
                  <a:pt x="3221200" y="76200"/>
                </a:lnTo>
                <a:lnTo>
                  <a:pt x="3215217" y="46522"/>
                </a:lnTo>
                <a:lnTo>
                  <a:pt x="3198896" y="22303"/>
                </a:lnTo>
                <a:lnTo>
                  <a:pt x="3174677" y="5982"/>
                </a:lnTo>
                <a:lnTo>
                  <a:pt x="3145000" y="0"/>
                </a:lnTo>
                <a:lnTo>
                  <a:pt x="76200" y="0"/>
                </a:lnTo>
                <a:lnTo>
                  <a:pt x="46522" y="5982"/>
                </a:lnTo>
                <a:lnTo>
                  <a:pt x="22303" y="22303"/>
                </a:lnTo>
                <a:lnTo>
                  <a:pt x="5982" y="46522"/>
                </a:lnTo>
                <a:lnTo>
                  <a:pt x="0" y="76200"/>
                </a:lnTo>
                <a:lnTo>
                  <a:pt x="0" y="863600"/>
                </a:lnTo>
                <a:lnTo>
                  <a:pt x="5982" y="893277"/>
                </a:lnTo>
                <a:lnTo>
                  <a:pt x="22303" y="917496"/>
                </a:lnTo>
                <a:lnTo>
                  <a:pt x="46522" y="933817"/>
                </a:lnTo>
                <a:lnTo>
                  <a:pt x="76200" y="939800"/>
                </a:lnTo>
                <a:close/>
              </a:path>
            </a:pathLst>
          </a:custGeom>
          <a:ln xmlns:a="http://schemas.openxmlformats.org/drawingml/2006/main" w="6349">
            <a:solidFill>
              <a:srgbClr val="008A95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9" name="object 19">
            <a:extLst xmlns:a="http://schemas.openxmlformats.org/drawingml/2006/main">
              <a:ext uri="{FF2B5EF4-FFF2-40B4-BE49-F238E27FC236}">
                <a16:creationId xmlns:a16="http://schemas.microsoft.com/office/drawing/2014/main" id="{9682F650-2657-4AB3-BD9D-8F29162CB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856199" y="1712485"/>
            <a:ext cx="63500" cy="1095723"/>
          </a:xfrm>
          <a:custGeom xmlns:a="http://schemas.openxmlformats.org/drawingml/2006/main">
            <a:rect l="l" t="t" r="r" b="b"/>
            <a:pathLst>
              <a:path w="63500" h="939800">
                <a:moveTo>
                  <a:pt x="63500" y="0"/>
                </a:moveTo>
                <a:lnTo>
                  <a:pt x="0" y="0"/>
                </a:lnTo>
                <a:lnTo>
                  <a:pt x="0" y="939800"/>
                </a:lnTo>
                <a:lnTo>
                  <a:pt x="63500" y="939800"/>
                </a:lnTo>
                <a:lnTo>
                  <a:pt x="63500" y="0"/>
                </a:lnTo>
                <a:close/>
              </a:path>
            </a:pathLst>
          </a:custGeom>
          <a:solidFill xmlns:a="http://schemas.openxmlformats.org/drawingml/2006/main">
            <a:srgbClr val="008A95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0" name="object 20">
            <a:extLst xmlns:a="http://schemas.openxmlformats.org/drawingml/2006/main">
              <a:ext uri="{FF2B5EF4-FFF2-40B4-BE49-F238E27FC236}">
                <a16:creationId xmlns:a16="http://schemas.microsoft.com/office/drawing/2014/main" id="{ADAD2030-8C1E-4FCC-B30E-92F0410E7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7331" y="1704767"/>
            <a:ext cx="3043394" cy="10464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3048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240"/>
              </a:spcBef>
              <a:buNone/>
            </a:pPr>
            <a:r>
              <a:rPr sz="1100">
                <a:solidFill>
                  <a:srgbClr val="13213D"/>
                </a:solidFill>
                <a:latin typeface="Arial MT"/>
                <a:ea typeface="Arial MT"/>
                <a:cs typeface="Arial MT"/>
              </a:rPr>
              <a:t>Scope</a:t>
            </a:r>
            <a:endParaRPr sz="1100">
              <a:latin typeface="Arial MT"/>
              <a:ea typeface="Arial MT"/>
              <a:cs typeface="Arial MT"/>
            </a:endParaRPr>
          </a:p>
          <a:p xmlns:a="http://schemas.openxmlformats.org/drawingml/2006/main">
            <a:r>
              <a:rPr sz="1100"/>
              <a:t>Covers the complete document lifecycle—including creation, approval, storage, retrieval, revision, archival, and audit traceability—for all quality and organizational documents across the enterprise.</a:t>
            </a:r>
          </a:p>
        </p:txBody>
      </p:sp>
      <p:graphicFrame>
        <p:nvGraphicFramePr>
          <p:cNvPr id="47" name="object 21"/>
          <p:cNvGraphicFramePr/>
          <p:nvPr/>
        </p:nvGraphicFramePr>
        <p:xfrm>
          <a:off xmlns:a="http://schemas.openxmlformats.org/drawingml/2006/main" x="479425" y="2877184"/>
          <a:ext xmlns:a="http://schemas.openxmlformats.org/drawingml/2006/main" cx="6591300" cy="2131695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76400"/>
                <a:gridCol w="2590800"/>
                <a:gridCol w="2324100"/>
              </a:tblGrid>
              <a:tr h="250825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30"/>
                        </a:spcBef>
                        <a:buNone/>
                      </a:pPr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Level</a:t>
                      </a:r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/</a:t>
                      </a:r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role</a:t>
                      </a:r>
                      <a:endParaRPr sz="75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6731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  <a:solidFill>
                      <a:srgbClr val="0A346B"/>
                    </a:solidFill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30"/>
                        </a:spcBef>
                        <a:buNone/>
                      </a:pPr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Primary</a:t>
                      </a:r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access</a:t>
                      </a:r>
                      <a:endParaRPr sz="75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6731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  <a:solidFill>
                      <a:srgbClr val="0A346B"/>
                    </a:solidFill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30"/>
                        </a:spcBef>
                        <a:buNone/>
                      </a:pPr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Approval</a:t>
                      </a:r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responsibility</a:t>
                      </a:r>
                      <a:endParaRPr sz="75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6731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  <a:solidFill>
                      <a:srgbClr val="0A346B"/>
                    </a:solidFill>
                  </a:tcPr>
                </a:tc>
              </a:tr>
              <a:tr h="375920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30"/>
                        </a:spcBef>
                        <a:buNone/>
                      </a:pP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L1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-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HOD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/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final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approver</a:t>
                      </a:r>
                      <a:endParaRPr sz="7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731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 marR="322580">
                        <a:lnSpc>
                          <a:spcPct val="108900"/>
                        </a:lnSpc>
                        <a:spcBef>
                          <a:spcPts val="450"/>
                        </a:spcBef>
                        <a:buNone/>
                      </a:pP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All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QMS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files;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final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review;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edit/delete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rights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where configured.</a:t>
                      </a:r>
                      <a:endParaRPr sz="7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5715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 marR="55880">
                        <a:lnSpc>
                          <a:spcPct val="108900"/>
                        </a:lnSpc>
                        <a:spcBef>
                          <a:spcPts val="450"/>
                        </a:spcBef>
                        <a:buNone/>
                      </a:pP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Approve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or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reject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after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L2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review.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Admin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is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treated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as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L1.</a:t>
                      </a:r>
                      <a:endParaRPr sz="7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5715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</a:tr>
              <a:tr h="375920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30"/>
                        </a:spcBef>
                        <a:buNone/>
                      </a:pP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L2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-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Assistant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Manager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/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Manager</a:t>
                      </a:r>
                      <a:endParaRPr sz="7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731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30"/>
                        </a:spcBef>
                        <a:buNone/>
                      </a:pP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All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QMS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files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and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first-stage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review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workspace.</a:t>
                      </a:r>
                      <a:endParaRPr sz="7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731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6675">
                        <a:lnSpc>
                          <a:spcPct val="108900"/>
                        </a:lnSpc>
                        <a:spcBef>
                          <a:spcPts val="450"/>
                        </a:spcBef>
                        <a:buNone/>
                      </a:pP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Review,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select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recipients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and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send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to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L1;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or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reject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with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comments.</a:t>
                      </a:r>
                      <a:endParaRPr sz="7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5715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</a:tr>
              <a:tr h="250825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30"/>
                        </a:spcBef>
                        <a:buNone/>
                      </a:pP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L3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-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Procedure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viewer</a:t>
                      </a:r>
                      <a:endParaRPr sz="7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731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30"/>
                        </a:spcBef>
                        <a:buNone/>
                      </a:pP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SOPs, IATF audit plans, Records and IATF Standards.</a:t>
                      </a:r>
                      <a:endParaRPr sz="7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731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30"/>
                        </a:spcBef>
                        <a:buNone/>
                      </a:pP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No approval decision.</a:t>
                      </a:r>
                      <a:endParaRPr sz="7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731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30"/>
                        </a:spcBef>
                        <a:buNone/>
                      </a:pP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L4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-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Checksheet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viewer</a:t>
                      </a:r>
                      <a:endParaRPr sz="7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731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30"/>
                        </a:spcBef>
                        <a:buNone/>
                      </a:pP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Records only.</a:t>
                      </a:r>
                      <a:endParaRPr sz="7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731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30"/>
                        </a:spcBef>
                        <a:buNone/>
                      </a:pP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No approval decision.</a:t>
                      </a:r>
                      <a:endParaRPr sz="7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731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</a:tr>
              <a:tr h="375285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30"/>
                        </a:spcBef>
                        <a:buNone/>
                      </a:pP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High-level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roles</a:t>
                      </a:r>
                      <a:endParaRPr sz="7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731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 marR="118745">
                        <a:lnSpc>
                          <a:spcPct val="108900"/>
                        </a:lnSpc>
                        <a:spcBef>
                          <a:spcPts val="450"/>
                        </a:spcBef>
                        <a:buNone/>
                      </a:pP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Admin,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Manager,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Supervisor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and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Approver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can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access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Archive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and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System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Log.</a:t>
                      </a:r>
                      <a:endParaRPr sz="7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5715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30"/>
                        </a:spcBef>
                        <a:buNone/>
                      </a:pP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Decision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rights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still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follow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QMS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level.</a:t>
                      </a:r>
                      <a:endParaRPr sz="7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731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30"/>
                        </a:spcBef>
                        <a:buNone/>
                      </a:pP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Admin</a:t>
                      </a:r>
                      <a:endParaRPr sz="7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731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30"/>
                        </a:spcBef>
                        <a:buNone/>
                      </a:pP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Full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system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access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including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People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directory.</a:t>
                      </a:r>
                      <a:endParaRPr sz="7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731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30"/>
                        </a:spcBef>
                        <a:buNone/>
                      </a:pP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Final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approval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capability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and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user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oversight.</a:t>
                      </a:r>
                      <a:endParaRPr sz="7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731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</a:tr>
            </a:tbl>
          </a:graphicData>
        </a:graphic>
      </p:graphicFrame>
      <p:sp>
        <p:nvSpPr>
          <p:cNvPr id="23" name="object 23">
            <a:extLst xmlns:a="http://schemas.openxmlformats.org/drawingml/2006/main">
              <a:ext uri="{FF2B5EF4-FFF2-40B4-BE49-F238E27FC236}">
                <a16:creationId xmlns:a16="http://schemas.microsoft.com/office/drawing/2014/main" id="{4CEA71C0-2056-49E4-A885-B4E33B78E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5179059"/>
            <a:ext cx="6595109" cy="518159"/>
          </a:xfrm>
          <a:custGeom xmlns:a="http://schemas.openxmlformats.org/drawingml/2006/main">
            <a:rect l="l" t="t" r="r" b="b"/>
            <a:pathLst>
              <a:path w="6595109" h="518160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454660"/>
                </a:lnTo>
                <a:lnTo>
                  <a:pt x="4985" y="479390"/>
                </a:lnTo>
                <a:lnTo>
                  <a:pt x="18586" y="499573"/>
                </a:lnTo>
                <a:lnTo>
                  <a:pt x="38769" y="513174"/>
                </a:lnTo>
                <a:lnTo>
                  <a:pt x="63500" y="518160"/>
                </a:lnTo>
                <a:lnTo>
                  <a:pt x="6531300" y="518160"/>
                </a:lnTo>
                <a:lnTo>
                  <a:pt x="6556030" y="513174"/>
                </a:lnTo>
                <a:lnTo>
                  <a:pt x="6576213" y="499573"/>
                </a:lnTo>
                <a:lnTo>
                  <a:pt x="6589814" y="479390"/>
                </a:lnTo>
                <a:lnTo>
                  <a:pt x="6594800" y="4546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FF6DA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4" name="object 24">
            <a:extLst xmlns:a="http://schemas.openxmlformats.org/drawingml/2006/main">
              <a:ext uri="{FF2B5EF4-FFF2-40B4-BE49-F238E27FC236}">
                <a16:creationId xmlns:a16="http://schemas.microsoft.com/office/drawing/2014/main" id="{59FA58E6-7B2D-4ED3-8865-153E3BABD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5179059"/>
            <a:ext cx="6595109" cy="518159"/>
          </a:xfrm>
          <a:custGeom xmlns:a="http://schemas.openxmlformats.org/drawingml/2006/main">
            <a:rect l="l" t="t" r="r" b="b"/>
            <a:pathLst>
              <a:path w="6595109" h="518160">
                <a:moveTo>
                  <a:pt x="63500" y="518160"/>
                </a:moveTo>
                <a:lnTo>
                  <a:pt x="6531300" y="518160"/>
                </a:lnTo>
                <a:lnTo>
                  <a:pt x="6556030" y="513174"/>
                </a:lnTo>
                <a:lnTo>
                  <a:pt x="6576213" y="499573"/>
                </a:lnTo>
                <a:lnTo>
                  <a:pt x="6589814" y="479390"/>
                </a:lnTo>
                <a:lnTo>
                  <a:pt x="6594800" y="4546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454660"/>
                </a:lnTo>
                <a:lnTo>
                  <a:pt x="4985" y="479390"/>
                </a:lnTo>
                <a:lnTo>
                  <a:pt x="18586" y="499573"/>
                </a:lnTo>
                <a:lnTo>
                  <a:pt x="38769" y="513174"/>
                </a:lnTo>
                <a:lnTo>
                  <a:pt x="63500" y="518160"/>
                </a:lnTo>
                <a:close/>
              </a:path>
            </a:pathLst>
          </a:custGeom>
          <a:ln xmlns:a="http://schemas.openxmlformats.org/drawingml/2006/main" w="6349">
            <a:solidFill>
              <a:srgbClr val="D88300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5" name="object 25">
            <a:extLst xmlns:a="http://schemas.openxmlformats.org/drawingml/2006/main">
              <a:ext uri="{FF2B5EF4-FFF2-40B4-BE49-F238E27FC236}">
                <a16:creationId xmlns:a16="http://schemas.microsoft.com/office/drawing/2014/main" id="{D9F3C9B8-8B55-4859-B68E-4A3660C6C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5179059"/>
            <a:ext cx="63500" cy="518159"/>
          </a:xfrm>
          <a:custGeom xmlns:a="http://schemas.openxmlformats.org/drawingml/2006/main">
            <a:rect l="l" t="t" r="r" b="b"/>
            <a:pathLst>
              <a:path w="63500" h="518160">
                <a:moveTo>
                  <a:pt x="63500" y="0"/>
                </a:moveTo>
                <a:lnTo>
                  <a:pt x="0" y="0"/>
                </a:lnTo>
                <a:lnTo>
                  <a:pt x="0" y="518160"/>
                </a:lnTo>
                <a:lnTo>
                  <a:pt x="63500" y="518160"/>
                </a:lnTo>
                <a:lnTo>
                  <a:pt x="63500" y="0"/>
                </a:lnTo>
                <a:close/>
              </a:path>
            </a:pathLst>
          </a:custGeom>
          <a:solidFill xmlns:a="http://schemas.openxmlformats.org/drawingml/2006/main">
            <a:srgbClr val="D88300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6" name="object 26">
            <a:extLst xmlns:a="http://schemas.openxmlformats.org/drawingml/2006/main">
              <a:ext uri="{FF2B5EF4-FFF2-40B4-BE49-F238E27FC236}">
                <a16:creationId xmlns:a16="http://schemas.microsoft.com/office/drawing/2014/main" id="{A720C004-E91D-4426-9D9A-E96E56F3A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100" y="5239771"/>
            <a:ext cx="6492875" cy="33147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27940" rIns="0" bIns="0">
            <a:spAutoFit/>
          </a:bodyPr>
          <a:lstStyle xmlns:a="http://schemas.openxmlformats.org/drawingml/2006/main"/>
          <a:p xmlns:a="http://schemas.openxmlformats.org/drawingml/2006/main">
            <a:pPr marL="127000">
              <a:lnSpc>
                <a:spcPct val="100000"/>
              </a:lnSpc>
              <a:spcBef>
                <a:spcPts val="220"/>
              </a:spcBef>
              <a:buNone/>
            </a:pPr>
            <a:r>
              <a:rPr sz="10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Key </a:t>
            </a:r>
            <a:r>
              <a:rPr sz="10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distinction</a:t>
            </a:r>
            <a:endParaRPr sz="1000">
              <a:latin typeface="Arial"/>
              <a:ea typeface="Arial"/>
              <a:cs typeface="Arial"/>
            </a:endParaRPr>
          </a:p>
          <a:p xmlns:a="http://schemas.openxmlformats.org/drawingml/2006/main">
            <a:pPr marL="127000">
              <a:lnSpc>
                <a:spcPct val="100000"/>
              </a:lnSpc>
              <a:spcBef>
                <a:spcPts val="120"/>
              </a:spcBef>
              <a:buNone/>
            </a:pP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Role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controls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administrative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pages.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QMS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level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controls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document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visibility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and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who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can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complete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each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approval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stage.</a:t>
            </a:r>
            <a:endParaRPr sz="800">
              <a:latin typeface="Arial MT"/>
              <a:ea typeface="Arial MT"/>
              <a:cs typeface="Arial MT"/>
            </a:endParaRPr>
          </a:p>
        </p:txBody>
      </p:sp>
      <p:sp>
        <p:nvSpPr>
          <p:cNvPr id="27" name="object 27">
            <a:extLst xmlns:a="http://schemas.openxmlformats.org/drawingml/2006/main">
              <a:ext uri="{FF2B5EF4-FFF2-40B4-BE49-F238E27FC236}">
                <a16:creationId xmlns:a16="http://schemas.microsoft.com/office/drawing/2014/main" id="{C248240C-B7EB-4427-BE3B-A9641EE9804D}"/>
              </a:ext>
            </a:extLst>
          </p:cNvPr>
          <p:cNvSpPr>
            <a:spLocks xmlns:a="http://schemas.openxmlformats.org/drawingml/2006/main" noGrp="1"/>
          </p:cNvSpPr>
          <p:nvPr>
            <p:ph type="ft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6985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55"/>
              </a:spcBef>
              <a:buNone/>
            </a:pPr>
            <a:r>
              <a:t>Internal</a:t>
            </a:r>
            <a:r>
              <a:t> </a:t>
            </a:r>
            <a:r>
              <a:t>user</a:t>
            </a:r>
            <a:r>
              <a:t> </a:t>
            </a:r>
            <a:r>
              <a:t>guide</a:t>
            </a:r>
            <a:r>
              <a:t> </a:t>
            </a:r>
            <a:r>
              <a:t>-</a:t>
            </a:r>
            <a:r>
              <a:t> </a:t>
            </a:r>
            <a:r>
              <a:t>controlled</a:t>
            </a:r>
            <a:r>
              <a:t> </a:t>
            </a:r>
            <a:r>
              <a:t>copy</a:t>
            </a:r>
            <a:r>
              <a:t> </a:t>
            </a:r>
            <a:r>
              <a:t>when</a:t>
            </a:r>
            <a:r>
              <a:t> </a:t>
            </a:r>
            <a:r>
              <a:t>viewed</a:t>
            </a:r>
            <a:r>
              <a:t> </a:t>
            </a:r>
            <a:r>
              <a:t>in</a:t>
            </a:r>
            <a:r>
              <a:t> </a:t>
            </a:r>
            <a:r>
              <a:t>the</a:t>
            </a:r>
            <a:r>
              <a:t> </a:t>
            </a:r>
            <a:r>
              <a:t>DMS</a:t>
            </a:r>
            <a:r>
              <a:t> </a:t>
            </a:r>
            <a:r>
              <a:t>portal</a:t>
            </a:r>
          </a:p>
        </p:txBody>
      </p:sp>
      <p:sp>
        <p:nvSpPr>
          <p:cNvPr id="28" name="object 28">
            <a:extLst xmlns:a="http://schemas.openxmlformats.org/drawingml/2006/main">
              <a:ext uri="{FF2B5EF4-FFF2-40B4-BE49-F238E27FC236}">
                <a16:creationId xmlns:a16="http://schemas.microsoft.com/office/drawing/2014/main" id="{6C11233E-1B2E-4176-BA31-C5D74F2CC2E0}"/>
              </a:ext>
            </a:extLst>
          </p:cNvPr>
          <p:cNvSpPr>
            <a:spLocks xmlns:a="http://schemas.openxmlformats.org/drawingml/2006/main" noGrp="1"/>
          </p:cNvSpPr>
          <p:nvPr>
            <p:ph type="dt" idx="6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6985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55"/>
              </a:spcBef>
              <a:buNone/>
            </a:pPr>
            <a:r>
              <a:t>Smart</a:t>
            </a:r>
            <a:r>
              <a:t> </a:t>
            </a:r>
            <a:r>
              <a:t>DMS</a:t>
            </a:r>
            <a:r>
              <a:t> </a:t>
            </a:r>
            <a:r>
              <a:t>v2.0.0</a:t>
            </a:r>
          </a:p>
        </p:txBody>
      </p:sp>
    </p:spTree>
    <p:extLst>
      <p:ext uri="{BB962C8B-B14F-4D97-AF65-F5344CB8AC3E}">
        <p14:creationId xmlns:p14="http://schemas.microsoft.com/office/powerpoint/2010/main" val="167792202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object 2">
            <a:extLst xmlns:a="http://schemas.openxmlformats.org/drawingml/2006/main">
              <a:ext uri="{FF2B5EF4-FFF2-40B4-BE49-F238E27FC236}">
                <a16:creationId xmlns:a16="http://schemas.microsoft.com/office/drawing/2014/main" id="{BAB79E8D-3CE1-426D-A818-6FAD929A3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9100" y="156971"/>
            <a:ext cx="1671955" cy="330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065" rIns="0" bIns="0">
            <a:spAutoFit/>
          </a:bodyPr>
          <a:lstStyle xmlns:a="http://schemas.openxmlformats.org/drawingml/2006/main"/>
          <a:p xmlns:a="http://schemas.openxmlformats.org/drawingml/2006/main">
            <a:pPr marL="12700" marR="5080">
              <a:lnSpc>
                <a:spcPct val="153800"/>
              </a:lnSpc>
              <a:spcBef>
                <a:spcPts val="95"/>
              </a:spcBef>
              <a:buNone/>
            </a:pP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ZF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Rane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Automotive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India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PVT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LTD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-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SGD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Smart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DMS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Portal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User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Manual</a:t>
            </a:r>
            <a:endParaRPr sz="650">
              <a:latin typeface="Arial MT"/>
              <a:ea typeface="Arial MT"/>
              <a:cs typeface="Arial MT"/>
            </a:endParaRPr>
          </a:p>
        </p:txBody>
      </p:sp>
      <p:graphicFrame>
        <p:nvGraphicFramePr>
          <p:cNvPr id="112" name="object 3"/>
          <p:cNvGraphicFramePr/>
          <p:nvPr/>
        </p:nvGraphicFramePr>
        <p:xfrm>
          <a:off xmlns:a="http://schemas.openxmlformats.org/drawingml/2006/main" x="4178625" y="161924"/>
          <a:ext xmlns:a="http://schemas.openxmlformats.org/drawingml/2006/main" cx="2895600" cy="444500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47800"/>
                <a:gridCol w="1447800"/>
              </a:tblGrid>
              <a:tr h="222250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50"/>
                        </a:spcBef>
                        <a:buNone/>
                      </a:pP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Document: DMS-UM-001</a:t>
                      </a:r>
                      <a:endParaRPr sz="6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985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50"/>
                        </a:spcBef>
                        <a:buNone/>
                      </a:pP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Revision: 1.3</a:t>
                      </a:r>
                      <a:endParaRPr sz="6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985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</a:tr>
              <a:tr h="222250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00"/>
                        </a:spcBef>
                        <a:buNone/>
                      </a:pP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Effective: 10-Aug-2026</a:t>
                      </a:r>
                      <a:endParaRPr sz="6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350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00"/>
                        </a:spcBef>
                        <a:buNone/>
                      </a:pP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Page: 4 of 27</a:t>
                      </a:r>
                      <a:endParaRPr sz="6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350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5" name="object 5">
            <a:extLst xmlns:a="http://schemas.openxmlformats.org/drawingml/2006/main">
              <a:ext uri="{FF2B5EF4-FFF2-40B4-BE49-F238E27FC236}">
                <a16:creationId xmlns:a16="http://schemas.microsoft.com/office/drawing/2014/main" id="{5094ED18-85F7-43C2-A0CD-EE54640CB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774699"/>
            <a:ext cx="7560309" cy="431800"/>
          </a:xfrm>
          <a:custGeom xmlns:a="http://schemas.openxmlformats.org/drawingml/2006/main">
            <a:rect l="l" t="t" r="r" b="b"/>
            <a:pathLst>
              <a:path w="7560309" h="431800">
                <a:moveTo>
                  <a:pt x="7560000" y="0"/>
                </a:moveTo>
                <a:lnTo>
                  <a:pt x="0" y="0"/>
                </a:lnTo>
                <a:lnTo>
                  <a:pt x="0" y="431800"/>
                </a:lnTo>
                <a:lnTo>
                  <a:pt x="7560000" y="431800"/>
                </a:lnTo>
                <a:lnTo>
                  <a:pt x="7560000" y="0"/>
                </a:lnTo>
                <a:close/>
              </a:path>
            </a:pathLst>
          </a:custGeom>
          <a:solidFill xmlns:a="http://schemas.openxmlformats.org/drawingml/2006/main">
            <a:srgbClr val="1A793A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object 6">
            <a:extLst xmlns:a="http://schemas.openxmlformats.org/drawingml/2006/main">
              <a:ext uri="{FF2B5EF4-FFF2-40B4-BE49-F238E27FC236}">
                <a16:creationId xmlns:a16="http://schemas.microsoft.com/office/drawing/2014/main" id="{0E7C581C-5845-41F2-85C2-77C21D9C2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863599"/>
            <a:ext cx="533400" cy="254000"/>
          </a:xfrm>
          <a:custGeom xmlns:a="http://schemas.openxmlformats.org/drawingml/2006/main">
            <a:rect l="l" t="t" r="r" b="b"/>
            <a:pathLst>
              <a:path w="533400" h="254000">
                <a:moveTo>
                  <a:pt x="4699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190500"/>
                </a:lnTo>
                <a:lnTo>
                  <a:pt x="4985" y="215230"/>
                </a:lnTo>
                <a:lnTo>
                  <a:pt x="18586" y="235413"/>
                </a:lnTo>
                <a:lnTo>
                  <a:pt x="38769" y="249014"/>
                </a:lnTo>
                <a:lnTo>
                  <a:pt x="63500" y="254000"/>
                </a:lnTo>
                <a:lnTo>
                  <a:pt x="469900" y="254000"/>
                </a:lnTo>
                <a:lnTo>
                  <a:pt x="494630" y="249014"/>
                </a:lnTo>
                <a:lnTo>
                  <a:pt x="514813" y="235413"/>
                </a:lnTo>
                <a:lnTo>
                  <a:pt x="528414" y="215230"/>
                </a:lnTo>
                <a:lnTo>
                  <a:pt x="533400" y="190500"/>
                </a:lnTo>
                <a:lnTo>
                  <a:pt x="533400" y="63500"/>
                </a:lnTo>
                <a:lnTo>
                  <a:pt x="528414" y="38769"/>
                </a:lnTo>
                <a:lnTo>
                  <a:pt x="514813" y="18586"/>
                </a:lnTo>
                <a:lnTo>
                  <a:pt x="494630" y="4985"/>
                </a:lnTo>
                <a:lnTo>
                  <a:pt x="469900" y="0"/>
                </a:lnTo>
                <a:close/>
              </a:path>
            </a:pathLst>
          </a:custGeom>
          <a:solidFill xmlns:a="http://schemas.openxmlformats.org/drawingml/2006/main">
            <a:srgbClr val="F7B800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object 7">
            <a:extLst xmlns:a="http://schemas.openxmlformats.org/drawingml/2006/main">
              <a:ext uri="{FF2B5EF4-FFF2-40B4-BE49-F238E27FC236}">
                <a16:creationId xmlns:a16="http://schemas.microsoft.com/office/drawing/2014/main" id="{D38FFECB-CEDC-49DF-B7D4-A4B374A99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981" y="920750"/>
            <a:ext cx="167005" cy="1473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8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3.0</a:t>
            </a:r>
            <a:endParaRPr sz="800">
              <a:latin typeface="Arial"/>
              <a:ea typeface="Arial"/>
              <a:cs typeface="Arial"/>
            </a:endParaRPr>
          </a:p>
        </p:txBody>
      </p:sp>
      <p:sp>
        <p:nvSpPr>
          <p:cNvPr id="8" name="object 8">
            <a:extLst xmlns:a="http://schemas.openxmlformats.org/drawingml/2006/main">
              <a:ext uri="{FF2B5EF4-FFF2-40B4-BE49-F238E27FC236}">
                <a16:creationId xmlns:a16="http://schemas.microsoft.com/office/drawing/2014/main" id="{9FA60044-5B70-4A0C-B11C-BB4CE190D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300" y="863600"/>
            <a:ext cx="2746375" cy="25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End-to-End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Process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Overview</a:t>
            </a:r>
            <a:endParaRPr sz="1500">
              <a:latin typeface="Arial"/>
              <a:ea typeface="Arial"/>
              <a:cs typeface="Arial"/>
            </a:endParaRPr>
          </a:p>
        </p:txBody>
      </p:sp>
      <p:sp>
        <p:nvSpPr>
          <p:cNvPr id="9" name="object 9">
            <a:extLst xmlns:a="http://schemas.openxmlformats.org/drawingml/2006/main">
              <a:ext uri="{FF2B5EF4-FFF2-40B4-BE49-F238E27FC236}">
                <a16:creationId xmlns:a16="http://schemas.microsoft.com/office/drawing/2014/main" id="{E863E0D8-F37F-4879-9372-D1807D9C8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600" y="10298300"/>
            <a:ext cx="6595109" cy="0"/>
          </a:xfrm>
          <a:custGeom xmlns:a="http://schemas.openxmlformats.org/drawingml/2006/main">
            <a:rect l="l" t="t" r="r" b="b"/>
            <a:pathLst>
              <a:path w="6595109" h="0">
                <a:moveTo>
                  <a:pt x="0" y="0"/>
                </a:moveTo>
                <a:lnTo>
                  <a:pt x="6594800" y="0"/>
                </a:lnTo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object 10">
            <a:extLst xmlns:a="http://schemas.openxmlformats.org/drawingml/2006/main">
              <a:ext uri="{FF2B5EF4-FFF2-40B4-BE49-F238E27FC236}">
                <a16:creationId xmlns:a16="http://schemas.microsoft.com/office/drawing/2014/main" id="{987C7499-46F9-486A-8A12-20F0225D9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900" y="1358899"/>
            <a:ext cx="3105150" cy="15049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524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20"/>
              </a:spcBef>
              <a:buNone/>
            </a:pP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workflow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below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reflects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current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two-stage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approval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design.</a:t>
            </a:r>
            <a:endParaRPr sz="800">
              <a:latin typeface="Arial MT"/>
              <a:ea typeface="Arial MT"/>
              <a:cs typeface="Arial MT"/>
            </a:endParaRPr>
          </a:p>
        </p:txBody>
      </p:sp>
      <p:sp>
        <p:nvSpPr>
          <p:cNvPr id="12" name="object 12">
            <a:extLst xmlns:a="http://schemas.openxmlformats.org/drawingml/2006/main">
              <a:ext uri="{FF2B5EF4-FFF2-40B4-BE49-F238E27FC236}">
                <a16:creationId xmlns:a16="http://schemas.microsoft.com/office/drawing/2014/main" id="{C782C512-ACCB-4F5F-925B-0B03E1B77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1610359"/>
            <a:ext cx="2096770" cy="1473200"/>
          </a:xfrm>
          <a:custGeom xmlns:a="http://schemas.openxmlformats.org/drawingml/2006/main">
            <a:rect l="l" t="t" r="r" b="b"/>
            <a:pathLst>
              <a:path w="2096770" h="1473200">
                <a:moveTo>
                  <a:pt x="1995067" y="0"/>
                </a:moveTo>
                <a:lnTo>
                  <a:pt x="101600" y="0"/>
                </a:lnTo>
                <a:lnTo>
                  <a:pt x="62030" y="7976"/>
                </a:lnTo>
                <a:lnTo>
                  <a:pt x="29738" y="29738"/>
                </a:lnTo>
                <a:lnTo>
                  <a:pt x="7976" y="62030"/>
                </a:lnTo>
                <a:lnTo>
                  <a:pt x="0" y="101600"/>
                </a:lnTo>
                <a:lnTo>
                  <a:pt x="0" y="1371600"/>
                </a:lnTo>
                <a:lnTo>
                  <a:pt x="7976" y="1411169"/>
                </a:lnTo>
                <a:lnTo>
                  <a:pt x="29738" y="1443461"/>
                </a:lnTo>
                <a:lnTo>
                  <a:pt x="62030" y="1465223"/>
                </a:lnTo>
                <a:lnTo>
                  <a:pt x="101600" y="1473200"/>
                </a:lnTo>
                <a:lnTo>
                  <a:pt x="1995067" y="1473200"/>
                </a:lnTo>
                <a:lnTo>
                  <a:pt x="2034636" y="1465223"/>
                </a:lnTo>
                <a:lnTo>
                  <a:pt x="2066928" y="1443461"/>
                </a:lnTo>
                <a:lnTo>
                  <a:pt x="2088690" y="1411169"/>
                </a:lnTo>
                <a:lnTo>
                  <a:pt x="2096667" y="1371600"/>
                </a:lnTo>
                <a:lnTo>
                  <a:pt x="2096667" y="101600"/>
                </a:lnTo>
                <a:lnTo>
                  <a:pt x="2088690" y="62030"/>
                </a:lnTo>
                <a:lnTo>
                  <a:pt x="2066928" y="29738"/>
                </a:lnTo>
                <a:lnTo>
                  <a:pt x="2034636" y="7976"/>
                </a:lnTo>
                <a:lnTo>
                  <a:pt x="1995067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object 13">
            <a:extLst xmlns:a="http://schemas.openxmlformats.org/drawingml/2006/main">
              <a:ext uri="{FF2B5EF4-FFF2-40B4-BE49-F238E27FC236}">
                <a16:creationId xmlns:a16="http://schemas.microsoft.com/office/drawing/2014/main" id="{5954F22E-998D-434F-BAB9-BDE9FC372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1610359"/>
            <a:ext cx="2096770" cy="1473200"/>
          </a:xfrm>
          <a:custGeom xmlns:a="http://schemas.openxmlformats.org/drawingml/2006/main">
            <a:rect l="l" t="t" r="r" b="b"/>
            <a:pathLst>
              <a:path w="2096770" h="1473200">
                <a:moveTo>
                  <a:pt x="101600" y="1473200"/>
                </a:moveTo>
                <a:lnTo>
                  <a:pt x="1995067" y="1473200"/>
                </a:lnTo>
                <a:lnTo>
                  <a:pt x="2034636" y="1465223"/>
                </a:lnTo>
                <a:lnTo>
                  <a:pt x="2066928" y="1443461"/>
                </a:lnTo>
                <a:lnTo>
                  <a:pt x="2088690" y="1411169"/>
                </a:lnTo>
                <a:lnTo>
                  <a:pt x="2096667" y="1371600"/>
                </a:lnTo>
                <a:lnTo>
                  <a:pt x="2096667" y="101600"/>
                </a:lnTo>
                <a:lnTo>
                  <a:pt x="2088690" y="62030"/>
                </a:lnTo>
                <a:lnTo>
                  <a:pt x="2066928" y="29738"/>
                </a:lnTo>
                <a:lnTo>
                  <a:pt x="2034636" y="7976"/>
                </a:lnTo>
                <a:lnTo>
                  <a:pt x="1995067" y="0"/>
                </a:lnTo>
                <a:lnTo>
                  <a:pt x="101600" y="0"/>
                </a:lnTo>
                <a:lnTo>
                  <a:pt x="62030" y="7976"/>
                </a:lnTo>
                <a:lnTo>
                  <a:pt x="29738" y="29738"/>
                </a:lnTo>
                <a:lnTo>
                  <a:pt x="7976" y="62030"/>
                </a:lnTo>
                <a:lnTo>
                  <a:pt x="0" y="101600"/>
                </a:lnTo>
                <a:lnTo>
                  <a:pt x="0" y="1371600"/>
                </a:lnTo>
                <a:lnTo>
                  <a:pt x="7976" y="1411169"/>
                </a:lnTo>
                <a:lnTo>
                  <a:pt x="29738" y="1443461"/>
                </a:lnTo>
                <a:lnTo>
                  <a:pt x="62030" y="1465223"/>
                </a:lnTo>
                <a:lnTo>
                  <a:pt x="101600" y="1473200"/>
                </a:lnTo>
                <a:close/>
              </a:path>
            </a:pathLst>
          </a:custGeom>
          <a:ln xmlns:a="http://schemas.openxmlformats.org/drawingml/2006/main" w="6349">
            <a:solidFill>
              <a:srgbClr val="0A346B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object 14">
            <a:extLst xmlns:a="http://schemas.openxmlformats.org/drawingml/2006/main">
              <a:ext uri="{FF2B5EF4-FFF2-40B4-BE49-F238E27FC236}">
                <a16:creationId xmlns:a16="http://schemas.microsoft.com/office/drawing/2014/main" id="{E94758EB-FD0D-4120-96E2-5805E6E49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1610369"/>
            <a:ext cx="2096770" cy="342900"/>
          </a:xfrm>
          <a:custGeom xmlns:a="http://schemas.openxmlformats.org/drawingml/2006/main">
            <a:rect l="l" t="t" r="r" b="b"/>
            <a:pathLst>
              <a:path w="2096770" h="342900">
                <a:moveTo>
                  <a:pt x="2096655" y="101600"/>
                </a:moveTo>
                <a:lnTo>
                  <a:pt x="2088680" y="62026"/>
                </a:lnTo>
                <a:lnTo>
                  <a:pt x="2066925" y="29730"/>
                </a:lnTo>
                <a:lnTo>
                  <a:pt x="2034628" y="7975"/>
                </a:lnTo>
                <a:lnTo>
                  <a:pt x="1995055" y="0"/>
                </a:lnTo>
                <a:lnTo>
                  <a:pt x="101600" y="0"/>
                </a:lnTo>
                <a:lnTo>
                  <a:pt x="62026" y="7975"/>
                </a:lnTo>
                <a:lnTo>
                  <a:pt x="29730" y="29730"/>
                </a:lnTo>
                <a:lnTo>
                  <a:pt x="7975" y="62026"/>
                </a:lnTo>
                <a:lnTo>
                  <a:pt x="0" y="101600"/>
                </a:lnTo>
                <a:lnTo>
                  <a:pt x="0" y="241300"/>
                </a:lnTo>
                <a:lnTo>
                  <a:pt x="0" y="342900"/>
                </a:lnTo>
                <a:lnTo>
                  <a:pt x="101600" y="342900"/>
                </a:lnTo>
                <a:lnTo>
                  <a:pt x="1995055" y="342900"/>
                </a:lnTo>
                <a:lnTo>
                  <a:pt x="2096655" y="342900"/>
                </a:lnTo>
                <a:lnTo>
                  <a:pt x="2096655" y="241300"/>
                </a:lnTo>
                <a:lnTo>
                  <a:pt x="2096655" y="101600"/>
                </a:lnTo>
                <a:close/>
              </a:path>
            </a:pathLst>
          </a:custGeom>
          <a:solidFill xmlns:a="http://schemas.openxmlformats.org/drawingml/2006/main">
            <a:srgbClr val="0A346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122" name="object 1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08aa0daba84c7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622300" y="1667509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16" name="object 16">
            <a:extLst xmlns:a="http://schemas.openxmlformats.org/drawingml/2006/main">
              <a:ext uri="{FF2B5EF4-FFF2-40B4-BE49-F238E27FC236}">
                <a16:creationId xmlns:a16="http://schemas.microsoft.com/office/drawing/2014/main" id="{BEF5DF28-FF9D-4050-8FE8-480AB815F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413" y="1705609"/>
            <a:ext cx="78740" cy="139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75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1</a:t>
            </a:r>
            <a:endParaRPr sz="750">
              <a:latin typeface="Arial"/>
              <a:ea typeface="Arial"/>
              <a:cs typeface="Arial"/>
            </a:endParaRPr>
          </a:p>
        </p:txBody>
      </p:sp>
      <p:sp>
        <p:nvSpPr>
          <p:cNvPr id="17" name="object 17">
            <a:extLst xmlns:a="http://schemas.openxmlformats.org/drawingml/2006/main">
              <a:ext uri="{FF2B5EF4-FFF2-40B4-BE49-F238E27FC236}">
                <a16:creationId xmlns:a16="http://schemas.microsoft.com/office/drawing/2014/main" id="{10880E61-DA08-4404-9EA1-84962B8A2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300" y="2143760"/>
            <a:ext cx="766445" cy="15049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524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20"/>
              </a:spcBef>
              <a:buNone/>
            </a:pP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Email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or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GENID</a:t>
            </a:r>
            <a:endParaRPr sz="800">
              <a:latin typeface="Arial MT"/>
              <a:ea typeface="Arial MT"/>
              <a:cs typeface="Arial MT"/>
            </a:endParaRPr>
          </a:p>
        </p:txBody>
      </p:sp>
      <p:sp>
        <p:nvSpPr>
          <p:cNvPr id="19" name="object 19">
            <a:extLst xmlns:a="http://schemas.openxmlformats.org/drawingml/2006/main">
              <a:ext uri="{FF2B5EF4-FFF2-40B4-BE49-F238E27FC236}">
                <a16:creationId xmlns:a16="http://schemas.microsoft.com/office/drawing/2014/main" id="{958AAC0C-2A74-4E5C-8686-92713E876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604667" y="2346959"/>
            <a:ext cx="88900" cy="0"/>
          </a:xfrm>
          <a:custGeom xmlns:a="http://schemas.openxmlformats.org/drawingml/2006/main">
            <a:rect l="l" t="t" r="r" b="b"/>
            <a:pathLst>
              <a:path w="88900" h="0">
                <a:moveTo>
                  <a:pt x="0" y="0"/>
                </a:moveTo>
                <a:lnTo>
                  <a:pt x="88900" y="0"/>
                </a:lnTo>
              </a:path>
            </a:pathLst>
          </a:custGeom>
          <a:ln xmlns:a="http://schemas.openxmlformats.org/drawingml/2006/main" w="12700">
            <a:solidFill>
              <a:srgbClr val="596B82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0" name="object 20">
            <a:extLst xmlns:a="http://schemas.openxmlformats.org/drawingml/2006/main">
              <a:ext uri="{FF2B5EF4-FFF2-40B4-BE49-F238E27FC236}">
                <a16:creationId xmlns:a16="http://schemas.microsoft.com/office/drawing/2014/main" id="{60E79ED3-265A-43E9-A3A4-5FCBFC2A3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706267" y="2308859"/>
            <a:ext cx="38100" cy="76200"/>
          </a:xfrm>
          <a:custGeom xmlns:a="http://schemas.openxmlformats.org/drawingml/2006/main">
            <a:rect l="l" t="t" r="r" b="b"/>
            <a:pathLst>
              <a:path w="38100" h="76200">
                <a:moveTo>
                  <a:pt x="0" y="0"/>
                </a:moveTo>
                <a:lnTo>
                  <a:pt x="0" y="38100"/>
                </a:lnTo>
                <a:lnTo>
                  <a:pt x="0" y="76200"/>
                </a:lnTo>
                <a:lnTo>
                  <a:pt x="14829" y="73205"/>
                </a:lnTo>
                <a:lnTo>
                  <a:pt x="26940" y="65040"/>
                </a:lnTo>
                <a:lnTo>
                  <a:pt x="35105" y="52930"/>
                </a:lnTo>
                <a:lnTo>
                  <a:pt x="38100" y="38100"/>
                </a:lnTo>
                <a:lnTo>
                  <a:pt x="35105" y="23270"/>
                </a:lnTo>
                <a:lnTo>
                  <a:pt x="26940" y="11159"/>
                </a:lnTo>
                <a:lnTo>
                  <a:pt x="14829" y="299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596B82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1" name="object 21">
            <a:extLst xmlns:a="http://schemas.openxmlformats.org/drawingml/2006/main">
              <a:ext uri="{FF2B5EF4-FFF2-40B4-BE49-F238E27FC236}">
                <a16:creationId xmlns:a16="http://schemas.microsoft.com/office/drawing/2014/main" id="{497B304A-AD00-403D-BB22-E8FCE7ECB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731667" y="1610359"/>
            <a:ext cx="2096770" cy="1473200"/>
          </a:xfrm>
          <a:custGeom xmlns:a="http://schemas.openxmlformats.org/drawingml/2006/main">
            <a:rect l="l" t="t" r="r" b="b"/>
            <a:pathLst>
              <a:path w="2096770" h="1473200">
                <a:moveTo>
                  <a:pt x="1995065" y="0"/>
                </a:moveTo>
                <a:lnTo>
                  <a:pt x="101600" y="0"/>
                </a:lnTo>
                <a:lnTo>
                  <a:pt x="62030" y="7976"/>
                </a:lnTo>
                <a:lnTo>
                  <a:pt x="29738" y="29738"/>
                </a:lnTo>
                <a:lnTo>
                  <a:pt x="7976" y="62030"/>
                </a:lnTo>
                <a:lnTo>
                  <a:pt x="0" y="101600"/>
                </a:lnTo>
                <a:lnTo>
                  <a:pt x="0" y="1371600"/>
                </a:lnTo>
                <a:lnTo>
                  <a:pt x="7976" y="1411169"/>
                </a:lnTo>
                <a:lnTo>
                  <a:pt x="29738" y="1443461"/>
                </a:lnTo>
                <a:lnTo>
                  <a:pt x="62030" y="1465223"/>
                </a:lnTo>
                <a:lnTo>
                  <a:pt x="101600" y="1473200"/>
                </a:lnTo>
                <a:lnTo>
                  <a:pt x="1995065" y="1473200"/>
                </a:lnTo>
                <a:lnTo>
                  <a:pt x="2034635" y="1465223"/>
                </a:lnTo>
                <a:lnTo>
                  <a:pt x="2066927" y="1443461"/>
                </a:lnTo>
                <a:lnTo>
                  <a:pt x="2088688" y="1411169"/>
                </a:lnTo>
                <a:lnTo>
                  <a:pt x="2096665" y="1371600"/>
                </a:lnTo>
                <a:lnTo>
                  <a:pt x="2096665" y="101600"/>
                </a:lnTo>
                <a:lnTo>
                  <a:pt x="2088688" y="62030"/>
                </a:lnTo>
                <a:lnTo>
                  <a:pt x="2066927" y="29738"/>
                </a:lnTo>
                <a:lnTo>
                  <a:pt x="2034635" y="7976"/>
                </a:lnTo>
                <a:lnTo>
                  <a:pt x="1995065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2" name="object 22">
            <a:extLst xmlns:a="http://schemas.openxmlformats.org/drawingml/2006/main">
              <a:ext uri="{FF2B5EF4-FFF2-40B4-BE49-F238E27FC236}">
                <a16:creationId xmlns:a16="http://schemas.microsoft.com/office/drawing/2014/main" id="{CCF02300-4B8F-445E-BB26-A36771BB5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731667" y="1610359"/>
            <a:ext cx="2096770" cy="1473200"/>
          </a:xfrm>
          <a:custGeom xmlns:a="http://schemas.openxmlformats.org/drawingml/2006/main">
            <a:rect l="l" t="t" r="r" b="b"/>
            <a:pathLst>
              <a:path w="2096770" h="1473200">
                <a:moveTo>
                  <a:pt x="101600" y="1473200"/>
                </a:moveTo>
                <a:lnTo>
                  <a:pt x="1995065" y="1473200"/>
                </a:lnTo>
                <a:lnTo>
                  <a:pt x="2034635" y="1465223"/>
                </a:lnTo>
                <a:lnTo>
                  <a:pt x="2066927" y="1443461"/>
                </a:lnTo>
                <a:lnTo>
                  <a:pt x="2088688" y="1411169"/>
                </a:lnTo>
                <a:lnTo>
                  <a:pt x="2096665" y="1371600"/>
                </a:lnTo>
                <a:lnTo>
                  <a:pt x="2096665" y="101600"/>
                </a:lnTo>
                <a:lnTo>
                  <a:pt x="2088688" y="62030"/>
                </a:lnTo>
                <a:lnTo>
                  <a:pt x="2066927" y="29738"/>
                </a:lnTo>
                <a:lnTo>
                  <a:pt x="2034635" y="7976"/>
                </a:lnTo>
                <a:lnTo>
                  <a:pt x="1995065" y="0"/>
                </a:lnTo>
                <a:lnTo>
                  <a:pt x="101600" y="0"/>
                </a:lnTo>
                <a:lnTo>
                  <a:pt x="62030" y="7976"/>
                </a:lnTo>
                <a:lnTo>
                  <a:pt x="29738" y="29738"/>
                </a:lnTo>
                <a:lnTo>
                  <a:pt x="7976" y="62030"/>
                </a:lnTo>
                <a:lnTo>
                  <a:pt x="0" y="101600"/>
                </a:lnTo>
                <a:lnTo>
                  <a:pt x="0" y="1371600"/>
                </a:lnTo>
                <a:lnTo>
                  <a:pt x="7976" y="1411169"/>
                </a:lnTo>
                <a:lnTo>
                  <a:pt x="29738" y="1443461"/>
                </a:lnTo>
                <a:lnTo>
                  <a:pt x="62030" y="1465223"/>
                </a:lnTo>
                <a:lnTo>
                  <a:pt x="101600" y="1473200"/>
                </a:lnTo>
                <a:close/>
              </a:path>
            </a:pathLst>
          </a:custGeom>
          <a:ln xmlns:a="http://schemas.openxmlformats.org/drawingml/2006/main" w="12700">
            <a:solidFill>
              <a:srgbClr val="0877B8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3" name="object 23">
            <a:extLst xmlns:a="http://schemas.openxmlformats.org/drawingml/2006/main">
              <a:ext uri="{FF2B5EF4-FFF2-40B4-BE49-F238E27FC236}">
                <a16:creationId xmlns:a16="http://schemas.microsoft.com/office/drawing/2014/main" id="{393B71AC-F2E6-432C-A7EA-80308651B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731655" y="1610369"/>
            <a:ext cx="2096770" cy="342900"/>
          </a:xfrm>
          <a:custGeom xmlns:a="http://schemas.openxmlformats.org/drawingml/2006/main">
            <a:rect l="l" t="t" r="r" b="b"/>
            <a:pathLst>
              <a:path w="2096770" h="342900">
                <a:moveTo>
                  <a:pt x="2096668" y="101600"/>
                </a:moveTo>
                <a:lnTo>
                  <a:pt x="2088692" y="62026"/>
                </a:lnTo>
                <a:lnTo>
                  <a:pt x="2066937" y="29730"/>
                </a:lnTo>
                <a:lnTo>
                  <a:pt x="2034641" y="7975"/>
                </a:lnTo>
                <a:lnTo>
                  <a:pt x="1995068" y="0"/>
                </a:lnTo>
                <a:lnTo>
                  <a:pt x="101600" y="0"/>
                </a:lnTo>
                <a:lnTo>
                  <a:pt x="62039" y="7975"/>
                </a:lnTo>
                <a:lnTo>
                  <a:pt x="29743" y="29730"/>
                </a:lnTo>
                <a:lnTo>
                  <a:pt x="7988" y="62026"/>
                </a:lnTo>
                <a:lnTo>
                  <a:pt x="0" y="101600"/>
                </a:lnTo>
                <a:lnTo>
                  <a:pt x="0" y="241300"/>
                </a:lnTo>
                <a:lnTo>
                  <a:pt x="0" y="342900"/>
                </a:lnTo>
                <a:lnTo>
                  <a:pt x="101600" y="342900"/>
                </a:lnTo>
                <a:lnTo>
                  <a:pt x="1995068" y="342900"/>
                </a:lnTo>
                <a:lnTo>
                  <a:pt x="2096668" y="342900"/>
                </a:lnTo>
                <a:lnTo>
                  <a:pt x="2096668" y="241300"/>
                </a:lnTo>
                <a:lnTo>
                  <a:pt x="2096668" y="101600"/>
                </a:lnTo>
                <a:close/>
              </a:path>
            </a:pathLst>
          </a:custGeom>
          <a:solidFill xmlns:a="http://schemas.openxmlformats.org/drawingml/2006/main">
            <a:srgbClr val="0877B8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130" name="object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08aa0daba84c7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2871367" y="1667509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25" name="object 25">
            <a:extLst xmlns:a="http://schemas.openxmlformats.org/drawingml/2006/main">
              <a:ext uri="{FF2B5EF4-FFF2-40B4-BE49-F238E27FC236}">
                <a16:creationId xmlns:a16="http://schemas.microsoft.com/office/drawing/2014/main" id="{CFAE3D0C-E5B2-4F9B-B884-E05F082B6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6480" y="1705609"/>
            <a:ext cx="78740" cy="139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75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2</a:t>
            </a:r>
            <a:endParaRPr sz="750">
              <a:latin typeface="Arial"/>
              <a:ea typeface="Arial"/>
              <a:cs typeface="Arial"/>
            </a:endParaRPr>
          </a:p>
        </p:txBody>
      </p:sp>
      <p:sp>
        <p:nvSpPr>
          <p:cNvPr id="26" name="object 26">
            <a:extLst xmlns:a="http://schemas.openxmlformats.org/drawingml/2006/main">
              <a:ext uri="{FF2B5EF4-FFF2-40B4-BE49-F238E27FC236}">
                <a16:creationId xmlns:a16="http://schemas.microsoft.com/office/drawing/2014/main" id="{F9E66C3F-9163-4E99-9AD7-9579E9B7D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99259"/>
            <a:ext cx="3100070" cy="162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  <a:tabLst>
                <a:tab pos="2261235" algn="l"/>
              </a:tabLst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Sign</a:t>
            </a: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 in</a:t>
            </a: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	Choose </a:t>
            </a: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upload</a:t>
            </a:r>
            <a:endParaRPr sz="900">
              <a:latin typeface="Arial"/>
              <a:ea typeface="Arial"/>
              <a:cs typeface="Arial"/>
            </a:endParaRPr>
          </a:p>
        </p:txBody>
      </p:sp>
      <p:sp>
        <p:nvSpPr>
          <p:cNvPr id="27" name="object 27">
            <a:extLst xmlns:a="http://schemas.openxmlformats.org/drawingml/2006/main">
              <a:ext uri="{FF2B5EF4-FFF2-40B4-BE49-F238E27FC236}">
                <a16:creationId xmlns:a16="http://schemas.microsoft.com/office/drawing/2014/main" id="{2880CBFA-04C4-481C-A712-E69EE676E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1367" y="2143760"/>
            <a:ext cx="1195070" cy="15049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524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20"/>
              </a:spcBef>
              <a:buNone/>
            </a:pP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Open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Upload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Documents</a:t>
            </a:r>
            <a:endParaRPr sz="800">
              <a:latin typeface="Arial MT"/>
              <a:ea typeface="Arial MT"/>
              <a:cs typeface="Arial MT"/>
            </a:endParaRPr>
          </a:p>
        </p:txBody>
      </p:sp>
      <p:sp>
        <p:nvSpPr>
          <p:cNvPr id="29" name="object 29">
            <a:extLst xmlns:a="http://schemas.openxmlformats.org/drawingml/2006/main">
              <a:ext uri="{FF2B5EF4-FFF2-40B4-BE49-F238E27FC236}">
                <a16:creationId xmlns:a16="http://schemas.microsoft.com/office/drawing/2014/main" id="{652551CC-DECA-46BA-8306-22788767D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53732" y="2346959"/>
            <a:ext cx="88900" cy="0"/>
          </a:xfrm>
          <a:custGeom xmlns:a="http://schemas.openxmlformats.org/drawingml/2006/main">
            <a:rect l="l" t="t" r="r" b="b"/>
            <a:pathLst>
              <a:path w="88900" h="0">
                <a:moveTo>
                  <a:pt x="0" y="0"/>
                </a:moveTo>
                <a:lnTo>
                  <a:pt x="88900" y="0"/>
                </a:lnTo>
              </a:path>
            </a:pathLst>
          </a:custGeom>
          <a:ln xmlns:a="http://schemas.openxmlformats.org/drawingml/2006/main" w="12700">
            <a:solidFill>
              <a:srgbClr val="596B82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0" name="object 30">
            <a:extLst xmlns:a="http://schemas.openxmlformats.org/drawingml/2006/main">
              <a:ext uri="{FF2B5EF4-FFF2-40B4-BE49-F238E27FC236}">
                <a16:creationId xmlns:a16="http://schemas.microsoft.com/office/drawing/2014/main" id="{3CE9FE81-60E1-4DBB-8F92-5D556AAF9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55332" y="2308859"/>
            <a:ext cx="38100" cy="76200"/>
          </a:xfrm>
          <a:custGeom xmlns:a="http://schemas.openxmlformats.org/drawingml/2006/main">
            <a:rect l="l" t="t" r="r" b="b"/>
            <a:pathLst>
              <a:path w="38100" h="76200">
                <a:moveTo>
                  <a:pt x="0" y="0"/>
                </a:moveTo>
                <a:lnTo>
                  <a:pt x="0" y="38100"/>
                </a:lnTo>
                <a:lnTo>
                  <a:pt x="0" y="76200"/>
                </a:lnTo>
                <a:lnTo>
                  <a:pt x="14830" y="73205"/>
                </a:lnTo>
                <a:lnTo>
                  <a:pt x="26940" y="65040"/>
                </a:lnTo>
                <a:lnTo>
                  <a:pt x="35105" y="52930"/>
                </a:lnTo>
                <a:lnTo>
                  <a:pt x="38100" y="38100"/>
                </a:lnTo>
                <a:lnTo>
                  <a:pt x="35105" y="23270"/>
                </a:lnTo>
                <a:lnTo>
                  <a:pt x="26940" y="11159"/>
                </a:lnTo>
                <a:lnTo>
                  <a:pt x="14830" y="299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596B82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1" name="object 31">
            <a:extLst xmlns:a="http://schemas.openxmlformats.org/drawingml/2006/main">
              <a:ext uri="{FF2B5EF4-FFF2-40B4-BE49-F238E27FC236}">
                <a16:creationId xmlns:a16="http://schemas.microsoft.com/office/drawing/2014/main" id="{1BFAEA14-A4B5-448F-BA94-B35D0B373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80732" y="1610359"/>
            <a:ext cx="2096770" cy="1473200"/>
          </a:xfrm>
          <a:custGeom xmlns:a="http://schemas.openxmlformats.org/drawingml/2006/main">
            <a:rect l="l" t="t" r="r" b="b"/>
            <a:pathLst>
              <a:path w="2096770" h="1473200">
                <a:moveTo>
                  <a:pt x="1995067" y="0"/>
                </a:moveTo>
                <a:lnTo>
                  <a:pt x="101600" y="0"/>
                </a:lnTo>
                <a:lnTo>
                  <a:pt x="62030" y="7976"/>
                </a:lnTo>
                <a:lnTo>
                  <a:pt x="29738" y="29738"/>
                </a:lnTo>
                <a:lnTo>
                  <a:pt x="7976" y="62030"/>
                </a:lnTo>
                <a:lnTo>
                  <a:pt x="0" y="101600"/>
                </a:lnTo>
                <a:lnTo>
                  <a:pt x="0" y="1371600"/>
                </a:lnTo>
                <a:lnTo>
                  <a:pt x="7976" y="1411169"/>
                </a:lnTo>
                <a:lnTo>
                  <a:pt x="29738" y="1443461"/>
                </a:lnTo>
                <a:lnTo>
                  <a:pt x="62030" y="1465223"/>
                </a:lnTo>
                <a:lnTo>
                  <a:pt x="101600" y="1473200"/>
                </a:lnTo>
                <a:lnTo>
                  <a:pt x="1995067" y="1473200"/>
                </a:lnTo>
                <a:lnTo>
                  <a:pt x="2034636" y="1465223"/>
                </a:lnTo>
                <a:lnTo>
                  <a:pt x="2066928" y="1443461"/>
                </a:lnTo>
                <a:lnTo>
                  <a:pt x="2088690" y="1411169"/>
                </a:lnTo>
                <a:lnTo>
                  <a:pt x="2096667" y="1371600"/>
                </a:lnTo>
                <a:lnTo>
                  <a:pt x="2096667" y="101600"/>
                </a:lnTo>
                <a:lnTo>
                  <a:pt x="2088690" y="62030"/>
                </a:lnTo>
                <a:lnTo>
                  <a:pt x="2066928" y="29738"/>
                </a:lnTo>
                <a:lnTo>
                  <a:pt x="2034636" y="7976"/>
                </a:lnTo>
                <a:lnTo>
                  <a:pt x="1995067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2" name="object 32">
            <a:extLst xmlns:a="http://schemas.openxmlformats.org/drawingml/2006/main">
              <a:ext uri="{FF2B5EF4-FFF2-40B4-BE49-F238E27FC236}">
                <a16:creationId xmlns:a16="http://schemas.microsoft.com/office/drawing/2014/main" id="{313D9C35-F0D1-4301-86C5-FECE31FC5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80732" y="1610359"/>
            <a:ext cx="2096770" cy="1473200"/>
          </a:xfrm>
          <a:custGeom xmlns:a="http://schemas.openxmlformats.org/drawingml/2006/main">
            <a:rect l="l" t="t" r="r" b="b"/>
            <a:pathLst>
              <a:path w="2096770" h="1473200">
                <a:moveTo>
                  <a:pt x="101600" y="1473200"/>
                </a:moveTo>
                <a:lnTo>
                  <a:pt x="1995067" y="1473200"/>
                </a:lnTo>
                <a:lnTo>
                  <a:pt x="2034636" y="1465223"/>
                </a:lnTo>
                <a:lnTo>
                  <a:pt x="2066928" y="1443461"/>
                </a:lnTo>
                <a:lnTo>
                  <a:pt x="2088690" y="1411169"/>
                </a:lnTo>
                <a:lnTo>
                  <a:pt x="2096667" y="1371600"/>
                </a:lnTo>
                <a:lnTo>
                  <a:pt x="2096667" y="101600"/>
                </a:lnTo>
                <a:lnTo>
                  <a:pt x="2088690" y="62030"/>
                </a:lnTo>
                <a:lnTo>
                  <a:pt x="2066928" y="29738"/>
                </a:lnTo>
                <a:lnTo>
                  <a:pt x="2034636" y="7976"/>
                </a:lnTo>
                <a:lnTo>
                  <a:pt x="1995067" y="0"/>
                </a:lnTo>
                <a:lnTo>
                  <a:pt x="101600" y="0"/>
                </a:lnTo>
                <a:lnTo>
                  <a:pt x="62030" y="7976"/>
                </a:lnTo>
                <a:lnTo>
                  <a:pt x="29738" y="29738"/>
                </a:lnTo>
                <a:lnTo>
                  <a:pt x="7976" y="62030"/>
                </a:lnTo>
                <a:lnTo>
                  <a:pt x="0" y="101600"/>
                </a:lnTo>
                <a:lnTo>
                  <a:pt x="0" y="1371600"/>
                </a:lnTo>
                <a:lnTo>
                  <a:pt x="7976" y="1411169"/>
                </a:lnTo>
                <a:lnTo>
                  <a:pt x="29738" y="1443461"/>
                </a:lnTo>
                <a:lnTo>
                  <a:pt x="62030" y="1465223"/>
                </a:lnTo>
                <a:lnTo>
                  <a:pt x="101600" y="1473200"/>
                </a:lnTo>
                <a:close/>
              </a:path>
            </a:pathLst>
          </a:custGeom>
          <a:ln xmlns:a="http://schemas.openxmlformats.org/drawingml/2006/main" w="12700">
            <a:solidFill>
              <a:srgbClr val="008A95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3" name="object 33">
            <a:extLst xmlns:a="http://schemas.openxmlformats.org/drawingml/2006/main">
              <a:ext uri="{FF2B5EF4-FFF2-40B4-BE49-F238E27FC236}">
                <a16:creationId xmlns:a16="http://schemas.microsoft.com/office/drawing/2014/main" id="{543DD6BB-7725-4895-A65F-BFDE31922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80724" y="1610369"/>
            <a:ext cx="2096770" cy="342900"/>
          </a:xfrm>
          <a:custGeom xmlns:a="http://schemas.openxmlformats.org/drawingml/2006/main">
            <a:rect l="l" t="t" r="r" b="b"/>
            <a:pathLst>
              <a:path w="2096770" h="342900">
                <a:moveTo>
                  <a:pt x="2096668" y="101600"/>
                </a:moveTo>
                <a:lnTo>
                  <a:pt x="2088692" y="62026"/>
                </a:lnTo>
                <a:lnTo>
                  <a:pt x="2066937" y="29730"/>
                </a:lnTo>
                <a:lnTo>
                  <a:pt x="2034641" y="7975"/>
                </a:lnTo>
                <a:lnTo>
                  <a:pt x="1995068" y="0"/>
                </a:lnTo>
                <a:lnTo>
                  <a:pt x="101600" y="0"/>
                </a:lnTo>
                <a:lnTo>
                  <a:pt x="62039" y="7975"/>
                </a:lnTo>
                <a:lnTo>
                  <a:pt x="29743" y="29730"/>
                </a:lnTo>
                <a:lnTo>
                  <a:pt x="7975" y="62026"/>
                </a:lnTo>
                <a:lnTo>
                  <a:pt x="0" y="101600"/>
                </a:lnTo>
                <a:lnTo>
                  <a:pt x="0" y="241300"/>
                </a:lnTo>
                <a:lnTo>
                  <a:pt x="0" y="342900"/>
                </a:lnTo>
                <a:lnTo>
                  <a:pt x="101600" y="342900"/>
                </a:lnTo>
                <a:lnTo>
                  <a:pt x="1995068" y="342900"/>
                </a:lnTo>
                <a:lnTo>
                  <a:pt x="2096668" y="342900"/>
                </a:lnTo>
                <a:lnTo>
                  <a:pt x="2096668" y="241300"/>
                </a:lnTo>
                <a:lnTo>
                  <a:pt x="2096668" y="101600"/>
                </a:lnTo>
                <a:close/>
              </a:path>
            </a:pathLst>
          </a:custGeom>
          <a:solidFill xmlns:a="http://schemas.openxmlformats.org/drawingml/2006/main">
            <a:srgbClr val="008A95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139" name="object 3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08aa0daba84c7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120432" y="1667509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35" name="object 35">
            <a:extLst xmlns:a="http://schemas.openxmlformats.org/drawingml/2006/main">
              <a:ext uri="{FF2B5EF4-FFF2-40B4-BE49-F238E27FC236}">
                <a16:creationId xmlns:a16="http://schemas.microsoft.com/office/drawing/2014/main" id="{2AE35208-301B-4B7D-A33B-C7883D9A6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5547" y="1705609"/>
            <a:ext cx="78740" cy="139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75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3</a:t>
            </a:r>
            <a:endParaRPr sz="750">
              <a:latin typeface="Arial"/>
              <a:ea typeface="Arial"/>
              <a:cs typeface="Arial"/>
            </a:endParaRPr>
          </a:p>
        </p:txBody>
      </p:sp>
      <p:sp>
        <p:nvSpPr>
          <p:cNvPr id="36" name="object 36">
            <a:extLst xmlns:a="http://schemas.openxmlformats.org/drawingml/2006/main">
              <a:ext uri="{FF2B5EF4-FFF2-40B4-BE49-F238E27FC236}">
                <a16:creationId xmlns:a16="http://schemas.microsoft.com/office/drawing/2014/main" id="{BFA24FA2-B809-428D-84B2-C56652990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2532" y="1699259"/>
            <a:ext cx="622935" cy="162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Select </a:t>
            </a: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files</a:t>
            </a:r>
            <a:endParaRPr sz="900">
              <a:latin typeface="Arial"/>
              <a:ea typeface="Arial"/>
              <a:cs typeface="Arial"/>
            </a:endParaRPr>
          </a:p>
        </p:txBody>
      </p:sp>
      <p:sp>
        <p:nvSpPr>
          <p:cNvPr id="37" name="object 37">
            <a:extLst xmlns:a="http://schemas.openxmlformats.org/drawingml/2006/main">
              <a:ext uri="{FF2B5EF4-FFF2-40B4-BE49-F238E27FC236}">
                <a16:creationId xmlns:a16="http://schemas.microsoft.com/office/drawing/2014/main" id="{941A4E3B-1DD0-4746-A662-D6FAC98F5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432" y="2143760"/>
            <a:ext cx="1385570" cy="15049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524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20"/>
              </a:spcBef>
              <a:buNone/>
            </a:pP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Approved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Office/PDF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formats</a:t>
            </a:r>
            <a:endParaRPr sz="800">
              <a:latin typeface="Arial MT"/>
              <a:ea typeface="Arial MT"/>
              <a:cs typeface="Arial MT"/>
            </a:endParaRPr>
          </a:p>
        </p:txBody>
      </p:sp>
      <p:sp>
        <p:nvSpPr>
          <p:cNvPr id="39" name="object 39">
            <a:extLst xmlns:a="http://schemas.openxmlformats.org/drawingml/2006/main">
              <a:ext uri="{FF2B5EF4-FFF2-40B4-BE49-F238E27FC236}">
                <a16:creationId xmlns:a16="http://schemas.microsoft.com/office/drawing/2014/main" id="{38A5627D-1002-4624-A088-083D43D90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3312159"/>
            <a:ext cx="2096770" cy="1473200"/>
          </a:xfrm>
          <a:custGeom xmlns:a="http://schemas.openxmlformats.org/drawingml/2006/main">
            <a:rect l="l" t="t" r="r" b="b"/>
            <a:pathLst>
              <a:path w="2096770" h="1473200">
                <a:moveTo>
                  <a:pt x="1995067" y="0"/>
                </a:moveTo>
                <a:lnTo>
                  <a:pt x="101600" y="0"/>
                </a:lnTo>
                <a:lnTo>
                  <a:pt x="62030" y="7976"/>
                </a:lnTo>
                <a:lnTo>
                  <a:pt x="29738" y="29738"/>
                </a:lnTo>
                <a:lnTo>
                  <a:pt x="7976" y="62030"/>
                </a:lnTo>
                <a:lnTo>
                  <a:pt x="0" y="101600"/>
                </a:lnTo>
                <a:lnTo>
                  <a:pt x="0" y="1371599"/>
                </a:lnTo>
                <a:lnTo>
                  <a:pt x="7976" y="1411169"/>
                </a:lnTo>
                <a:lnTo>
                  <a:pt x="29738" y="1443461"/>
                </a:lnTo>
                <a:lnTo>
                  <a:pt x="62030" y="1465223"/>
                </a:lnTo>
                <a:lnTo>
                  <a:pt x="101600" y="1473199"/>
                </a:lnTo>
                <a:lnTo>
                  <a:pt x="1995067" y="1473199"/>
                </a:lnTo>
                <a:lnTo>
                  <a:pt x="2034636" y="1465223"/>
                </a:lnTo>
                <a:lnTo>
                  <a:pt x="2066928" y="1443461"/>
                </a:lnTo>
                <a:lnTo>
                  <a:pt x="2088690" y="1411169"/>
                </a:lnTo>
                <a:lnTo>
                  <a:pt x="2096667" y="1371599"/>
                </a:lnTo>
                <a:lnTo>
                  <a:pt x="2096667" y="101600"/>
                </a:lnTo>
                <a:lnTo>
                  <a:pt x="2088690" y="62030"/>
                </a:lnTo>
                <a:lnTo>
                  <a:pt x="2066928" y="29738"/>
                </a:lnTo>
                <a:lnTo>
                  <a:pt x="2034636" y="7976"/>
                </a:lnTo>
                <a:lnTo>
                  <a:pt x="1995067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0" name="object 40">
            <a:extLst xmlns:a="http://schemas.openxmlformats.org/drawingml/2006/main">
              <a:ext uri="{FF2B5EF4-FFF2-40B4-BE49-F238E27FC236}">
                <a16:creationId xmlns:a16="http://schemas.microsoft.com/office/drawing/2014/main" id="{6484501C-9D6A-4A73-B6C7-60806713E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3312159"/>
            <a:ext cx="2096770" cy="1473200"/>
          </a:xfrm>
          <a:custGeom xmlns:a="http://schemas.openxmlformats.org/drawingml/2006/main">
            <a:rect l="l" t="t" r="r" b="b"/>
            <a:pathLst>
              <a:path w="2096770" h="1473200">
                <a:moveTo>
                  <a:pt x="101600" y="1473199"/>
                </a:moveTo>
                <a:lnTo>
                  <a:pt x="1995067" y="1473199"/>
                </a:lnTo>
                <a:lnTo>
                  <a:pt x="2034636" y="1465223"/>
                </a:lnTo>
                <a:lnTo>
                  <a:pt x="2066928" y="1443461"/>
                </a:lnTo>
                <a:lnTo>
                  <a:pt x="2088690" y="1411169"/>
                </a:lnTo>
                <a:lnTo>
                  <a:pt x="2096667" y="1371599"/>
                </a:lnTo>
                <a:lnTo>
                  <a:pt x="2096667" y="101600"/>
                </a:lnTo>
                <a:lnTo>
                  <a:pt x="2088690" y="62030"/>
                </a:lnTo>
                <a:lnTo>
                  <a:pt x="2066928" y="29738"/>
                </a:lnTo>
                <a:lnTo>
                  <a:pt x="2034636" y="7976"/>
                </a:lnTo>
                <a:lnTo>
                  <a:pt x="1995067" y="0"/>
                </a:lnTo>
                <a:lnTo>
                  <a:pt x="101600" y="0"/>
                </a:lnTo>
                <a:lnTo>
                  <a:pt x="62030" y="7976"/>
                </a:lnTo>
                <a:lnTo>
                  <a:pt x="29738" y="29738"/>
                </a:lnTo>
                <a:lnTo>
                  <a:pt x="7976" y="62030"/>
                </a:lnTo>
                <a:lnTo>
                  <a:pt x="0" y="101600"/>
                </a:lnTo>
                <a:lnTo>
                  <a:pt x="0" y="1371599"/>
                </a:lnTo>
                <a:lnTo>
                  <a:pt x="7976" y="1411169"/>
                </a:lnTo>
                <a:lnTo>
                  <a:pt x="29738" y="1443461"/>
                </a:lnTo>
                <a:lnTo>
                  <a:pt x="62030" y="1465223"/>
                </a:lnTo>
                <a:lnTo>
                  <a:pt x="101600" y="1473199"/>
                </a:lnTo>
                <a:close/>
              </a:path>
            </a:pathLst>
          </a:custGeom>
          <a:ln xmlns:a="http://schemas.openxmlformats.org/drawingml/2006/main" w="12700">
            <a:solidFill>
              <a:srgbClr val="D88300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1" name="object 41">
            <a:extLst xmlns:a="http://schemas.openxmlformats.org/drawingml/2006/main">
              <a:ext uri="{FF2B5EF4-FFF2-40B4-BE49-F238E27FC236}">
                <a16:creationId xmlns:a16="http://schemas.microsoft.com/office/drawing/2014/main" id="{AEAA1155-D537-47A4-A6F6-6A4EBAF3A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3312169"/>
            <a:ext cx="2096770" cy="342900"/>
          </a:xfrm>
          <a:custGeom xmlns:a="http://schemas.openxmlformats.org/drawingml/2006/main">
            <a:rect l="l" t="t" r="r" b="b"/>
            <a:pathLst>
              <a:path w="2096770" h="342900">
                <a:moveTo>
                  <a:pt x="2096655" y="101600"/>
                </a:moveTo>
                <a:lnTo>
                  <a:pt x="2088680" y="62026"/>
                </a:lnTo>
                <a:lnTo>
                  <a:pt x="2066925" y="29730"/>
                </a:lnTo>
                <a:lnTo>
                  <a:pt x="2034628" y="7975"/>
                </a:lnTo>
                <a:lnTo>
                  <a:pt x="1995055" y="0"/>
                </a:lnTo>
                <a:lnTo>
                  <a:pt x="101600" y="0"/>
                </a:lnTo>
                <a:lnTo>
                  <a:pt x="62026" y="7975"/>
                </a:lnTo>
                <a:lnTo>
                  <a:pt x="29730" y="29730"/>
                </a:lnTo>
                <a:lnTo>
                  <a:pt x="7975" y="62026"/>
                </a:lnTo>
                <a:lnTo>
                  <a:pt x="0" y="101600"/>
                </a:lnTo>
                <a:lnTo>
                  <a:pt x="0" y="241300"/>
                </a:lnTo>
                <a:lnTo>
                  <a:pt x="0" y="342900"/>
                </a:lnTo>
                <a:lnTo>
                  <a:pt x="101600" y="342900"/>
                </a:lnTo>
                <a:lnTo>
                  <a:pt x="1995055" y="342900"/>
                </a:lnTo>
                <a:lnTo>
                  <a:pt x="2096655" y="342900"/>
                </a:lnTo>
                <a:lnTo>
                  <a:pt x="2096655" y="241300"/>
                </a:lnTo>
                <a:lnTo>
                  <a:pt x="2096655" y="101600"/>
                </a:lnTo>
                <a:close/>
              </a:path>
            </a:pathLst>
          </a:custGeom>
          <a:solidFill xmlns:a="http://schemas.openxmlformats.org/drawingml/2006/main">
            <a:srgbClr val="D88300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146" name="object 4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08aa0daba84c7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622300" y="3369309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43" name="object 43">
            <a:extLst xmlns:a="http://schemas.openxmlformats.org/drawingml/2006/main">
              <a:ext uri="{FF2B5EF4-FFF2-40B4-BE49-F238E27FC236}">
                <a16:creationId xmlns:a16="http://schemas.microsoft.com/office/drawing/2014/main" id="{C169CB2E-A488-4A28-BAE5-B24504630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413" y="3407409"/>
            <a:ext cx="78740" cy="139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75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4</a:t>
            </a:r>
            <a:endParaRPr sz="750">
              <a:latin typeface="Arial"/>
              <a:ea typeface="Arial"/>
              <a:cs typeface="Arial"/>
            </a:endParaRPr>
          </a:p>
        </p:txBody>
      </p:sp>
      <p:sp>
        <p:nvSpPr>
          <p:cNvPr id="44" name="object 44">
            <a:extLst xmlns:a="http://schemas.openxmlformats.org/drawingml/2006/main">
              <a:ext uri="{FF2B5EF4-FFF2-40B4-BE49-F238E27FC236}">
                <a16:creationId xmlns:a16="http://schemas.microsoft.com/office/drawing/2014/main" id="{A5E8D04F-C64C-438B-8966-273D2D4DF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01059"/>
            <a:ext cx="781685" cy="162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Add</a:t>
            </a: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metadata</a:t>
            </a:r>
            <a:endParaRPr sz="900">
              <a:latin typeface="Arial"/>
              <a:ea typeface="Arial"/>
              <a:cs typeface="Arial"/>
            </a:endParaRPr>
          </a:p>
        </p:txBody>
      </p:sp>
      <p:sp>
        <p:nvSpPr>
          <p:cNvPr id="45" name="object 45">
            <a:extLst xmlns:a="http://schemas.openxmlformats.org/drawingml/2006/main">
              <a:ext uri="{FF2B5EF4-FFF2-40B4-BE49-F238E27FC236}">
                <a16:creationId xmlns:a16="http://schemas.microsoft.com/office/drawing/2014/main" id="{5ED6A798-4FB5-4ACA-B417-E5CE94FB8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300" y="3845559"/>
            <a:ext cx="1356995" cy="15049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524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20"/>
              </a:spcBef>
              <a:buNone/>
            </a:pP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Number,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revision,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plant,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path</a:t>
            </a:r>
            <a:endParaRPr sz="800">
              <a:latin typeface="Arial MT"/>
              <a:ea typeface="Arial MT"/>
              <a:cs typeface="Arial MT"/>
            </a:endParaRPr>
          </a:p>
        </p:txBody>
      </p:sp>
      <p:sp>
        <p:nvSpPr>
          <p:cNvPr id="47" name="object 47">
            <a:extLst xmlns:a="http://schemas.openxmlformats.org/drawingml/2006/main">
              <a:ext uri="{FF2B5EF4-FFF2-40B4-BE49-F238E27FC236}">
                <a16:creationId xmlns:a16="http://schemas.microsoft.com/office/drawing/2014/main" id="{6E8538EE-F81C-405E-9A4C-A586D169C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604667" y="4048759"/>
            <a:ext cx="88900" cy="0"/>
          </a:xfrm>
          <a:custGeom xmlns:a="http://schemas.openxmlformats.org/drawingml/2006/main">
            <a:rect l="l" t="t" r="r" b="b"/>
            <a:pathLst>
              <a:path w="88900" h="0">
                <a:moveTo>
                  <a:pt x="0" y="0"/>
                </a:moveTo>
                <a:lnTo>
                  <a:pt x="88900" y="0"/>
                </a:lnTo>
              </a:path>
            </a:pathLst>
          </a:custGeom>
          <a:ln xmlns:a="http://schemas.openxmlformats.org/drawingml/2006/main" w="12700">
            <a:solidFill>
              <a:srgbClr val="596B82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8" name="object 48">
            <a:extLst xmlns:a="http://schemas.openxmlformats.org/drawingml/2006/main">
              <a:ext uri="{FF2B5EF4-FFF2-40B4-BE49-F238E27FC236}">
                <a16:creationId xmlns:a16="http://schemas.microsoft.com/office/drawing/2014/main" id="{DFDE0C7B-0730-4B3C-BFC6-1F9C0E18A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706267" y="4010659"/>
            <a:ext cx="38100" cy="76200"/>
          </a:xfrm>
          <a:custGeom xmlns:a="http://schemas.openxmlformats.org/drawingml/2006/main">
            <a:rect l="l" t="t" r="r" b="b"/>
            <a:pathLst>
              <a:path w="38100" h="76200">
                <a:moveTo>
                  <a:pt x="0" y="0"/>
                </a:moveTo>
                <a:lnTo>
                  <a:pt x="0" y="38100"/>
                </a:lnTo>
                <a:lnTo>
                  <a:pt x="0" y="76200"/>
                </a:lnTo>
                <a:lnTo>
                  <a:pt x="14829" y="73205"/>
                </a:lnTo>
                <a:lnTo>
                  <a:pt x="26940" y="65040"/>
                </a:lnTo>
                <a:lnTo>
                  <a:pt x="35105" y="52930"/>
                </a:lnTo>
                <a:lnTo>
                  <a:pt x="38100" y="38100"/>
                </a:lnTo>
                <a:lnTo>
                  <a:pt x="35105" y="23270"/>
                </a:lnTo>
                <a:lnTo>
                  <a:pt x="26940" y="11159"/>
                </a:lnTo>
                <a:lnTo>
                  <a:pt x="14829" y="299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596B82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9" name="object 49">
            <a:extLst xmlns:a="http://schemas.openxmlformats.org/drawingml/2006/main">
              <a:ext uri="{FF2B5EF4-FFF2-40B4-BE49-F238E27FC236}">
                <a16:creationId xmlns:a16="http://schemas.microsoft.com/office/drawing/2014/main" id="{86B80C3B-5348-4365-8406-7E510608B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731667" y="3312159"/>
            <a:ext cx="2096770" cy="1473200"/>
          </a:xfrm>
          <a:custGeom xmlns:a="http://schemas.openxmlformats.org/drawingml/2006/main">
            <a:rect l="l" t="t" r="r" b="b"/>
            <a:pathLst>
              <a:path w="2096770" h="1473200">
                <a:moveTo>
                  <a:pt x="1995065" y="0"/>
                </a:moveTo>
                <a:lnTo>
                  <a:pt x="101600" y="0"/>
                </a:lnTo>
                <a:lnTo>
                  <a:pt x="62030" y="7976"/>
                </a:lnTo>
                <a:lnTo>
                  <a:pt x="29738" y="29738"/>
                </a:lnTo>
                <a:lnTo>
                  <a:pt x="7976" y="62030"/>
                </a:lnTo>
                <a:lnTo>
                  <a:pt x="0" y="101600"/>
                </a:lnTo>
                <a:lnTo>
                  <a:pt x="0" y="1371599"/>
                </a:lnTo>
                <a:lnTo>
                  <a:pt x="7976" y="1411169"/>
                </a:lnTo>
                <a:lnTo>
                  <a:pt x="29738" y="1443461"/>
                </a:lnTo>
                <a:lnTo>
                  <a:pt x="62030" y="1465223"/>
                </a:lnTo>
                <a:lnTo>
                  <a:pt x="101600" y="1473199"/>
                </a:lnTo>
                <a:lnTo>
                  <a:pt x="1995065" y="1473199"/>
                </a:lnTo>
                <a:lnTo>
                  <a:pt x="2034635" y="1465223"/>
                </a:lnTo>
                <a:lnTo>
                  <a:pt x="2066927" y="1443461"/>
                </a:lnTo>
                <a:lnTo>
                  <a:pt x="2088688" y="1411169"/>
                </a:lnTo>
                <a:lnTo>
                  <a:pt x="2096665" y="1371599"/>
                </a:lnTo>
                <a:lnTo>
                  <a:pt x="2096665" y="101600"/>
                </a:lnTo>
                <a:lnTo>
                  <a:pt x="2088688" y="62030"/>
                </a:lnTo>
                <a:lnTo>
                  <a:pt x="2066927" y="29738"/>
                </a:lnTo>
                <a:lnTo>
                  <a:pt x="2034635" y="7976"/>
                </a:lnTo>
                <a:lnTo>
                  <a:pt x="1995065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0" name="object 50">
            <a:extLst xmlns:a="http://schemas.openxmlformats.org/drawingml/2006/main">
              <a:ext uri="{FF2B5EF4-FFF2-40B4-BE49-F238E27FC236}">
                <a16:creationId xmlns:a16="http://schemas.microsoft.com/office/drawing/2014/main" id="{E4BC0DA9-B169-4FC7-AF25-8757BD79F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731667" y="3312159"/>
            <a:ext cx="2096770" cy="1473200"/>
          </a:xfrm>
          <a:custGeom xmlns:a="http://schemas.openxmlformats.org/drawingml/2006/main">
            <a:rect l="l" t="t" r="r" b="b"/>
            <a:pathLst>
              <a:path w="2096770" h="1473200">
                <a:moveTo>
                  <a:pt x="101600" y="1473199"/>
                </a:moveTo>
                <a:lnTo>
                  <a:pt x="1995065" y="1473199"/>
                </a:lnTo>
                <a:lnTo>
                  <a:pt x="2034635" y="1465223"/>
                </a:lnTo>
                <a:lnTo>
                  <a:pt x="2066927" y="1443461"/>
                </a:lnTo>
                <a:lnTo>
                  <a:pt x="2088688" y="1411169"/>
                </a:lnTo>
                <a:lnTo>
                  <a:pt x="2096665" y="1371599"/>
                </a:lnTo>
                <a:lnTo>
                  <a:pt x="2096665" y="101600"/>
                </a:lnTo>
                <a:lnTo>
                  <a:pt x="2088688" y="62030"/>
                </a:lnTo>
                <a:lnTo>
                  <a:pt x="2066927" y="29738"/>
                </a:lnTo>
                <a:lnTo>
                  <a:pt x="2034635" y="7976"/>
                </a:lnTo>
                <a:lnTo>
                  <a:pt x="1995065" y="0"/>
                </a:lnTo>
                <a:lnTo>
                  <a:pt x="101600" y="0"/>
                </a:lnTo>
                <a:lnTo>
                  <a:pt x="62030" y="7976"/>
                </a:lnTo>
                <a:lnTo>
                  <a:pt x="29738" y="29738"/>
                </a:lnTo>
                <a:lnTo>
                  <a:pt x="7976" y="62030"/>
                </a:lnTo>
                <a:lnTo>
                  <a:pt x="0" y="101600"/>
                </a:lnTo>
                <a:lnTo>
                  <a:pt x="0" y="1371599"/>
                </a:lnTo>
                <a:lnTo>
                  <a:pt x="7976" y="1411169"/>
                </a:lnTo>
                <a:lnTo>
                  <a:pt x="29738" y="1443461"/>
                </a:lnTo>
                <a:lnTo>
                  <a:pt x="62030" y="1465223"/>
                </a:lnTo>
                <a:lnTo>
                  <a:pt x="101600" y="1473199"/>
                </a:lnTo>
                <a:close/>
              </a:path>
            </a:pathLst>
          </a:custGeom>
          <a:ln xmlns:a="http://schemas.openxmlformats.org/drawingml/2006/main" w="12700">
            <a:solidFill>
              <a:srgbClr val="5D248C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1" name="object 51">
            <a:extLst xmlns:a="http://schemas.openxmlformats.org/drawingml/2006/main">
              <a:ext uri="{FF2B5EF4-FFF2-40B4-BE49-F238E27FC236}">
                <a16:creationId xmlns:a16="http://schemas.microsoft.com/office/drawing/2014/main" id="{8B032DAE-4FD7-4F39-9D90-67016E680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731655" y="3312169"/>
            <a:ext cx="2096770" cy="342900"/>
          </a:xfrm>
          <a:custGeom xmlns:a="http://schemas.openxmlformats.org/drawingml/2006/main">
            <a:rect l="l" t="t" r="r" b="b"/>
            <a:pathLst>
              <a:path w="2096770" h="342900">
                <a:moveTo>
                  <a:pt x="2096668" y="101600"/>
                </a:moveTo>
                <a:lnTo>
                  <a:pt x="2088692" y="62026"/>
                </a:lnTo>
                <a:lnTo>
                  <a:pt x="2066937" y="29730"/>
                </a:lnTo>
                <a:lnTo>
                  <a:pt x="2034641" y="7975"/>
                </a:lnTo>
                <a:lnTo>
                  <a:pt x="1995068" y="0"/>
                </a:lnTo>
                <a:lnTo>
                  <a:pt x="101600" y="0"/>
                </a:lnTo>
                <a:lnTo>
                  <a:pt x="62039" y="7975"/>
                </a:lnTo>
                <a:lnTo>
                  <a:pt x="29743" y="29730"/>
                </a:lnTo>
                <a:lnTo>
                  <a:pt x="7988" y="62026"/>
                </a:lnTo>
                <a:lnTo>
                  <a:pt x="0" y="101600"/>
                </a:lnTo>
                <a:lnTo>
                  <a:pt x="0" y="241300"/>
                </a:lnTo>
                <a:lnTo>
                  <a:pt x="0" y="342900"/>
                </a:lnTo>
                <a:lnTo>
                  <a:pt x="101600" y="342900"/>
                </a:lnTo>
                <a:lnTo>
                  <a:pt x="1995068" y="342900"/>
                </a:lnTo>
                <a:lnTo>
                  <a:pt x="2096668" y="342900"/>
                </a:lnTo>
                <a:lnTo>
                  <a:pt x="2096668" y="241300"/>
                </a:lnTo>
                <a:lnTo>
                  <a:pt x="2096668" y="101600"/>
                </a:lnTo>
                <a:close/>
              </a:path>
            </a:pathLst>
          </a:custGeom>
          <a:solidFill xmlns:a="http://schemas.openxmlformats.org/drawingml/2006/main">
            <a:srgbClr val="5D248C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155" name="object 5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08aa0daba84c7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2871367" y="3369309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53" name="object 53">
            <a:extLst xmlns:a="http://schemas.openxmlformats.org/drawingml/2006/main">
              <a:ext uri="{FF2B5EF4-FFF2-40B4-BE49-F238E27FC236}">
                <a16:creationId xmlns:a16="http://schemas.microsoft.com/office/drawing/2014/main" id="{EFA90818-C7E8-4D2A-8580-DEFD1ABCC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6480" y="3407409"/>
            <a:ext cx="78740" cy="139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75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5</a:t>
            </a:r>
            <a:endParaRPr sz="750">
              <a:latin typeface="Arial"/>
              <a:ea typeface="Arial"/>
              <a:cs typeface="Arial"/>
            </a:endParaRPr>
          </a:p>
        </p:txBody>
      </p:sp>
      <p:sp>
        <p:nvSpPr>
          <p:cNvPr id="54" name="object 54">
            <a:extLst xmlns:a="http://schemas.openxmlformats.org/drawingml/2006/main">
              <a:ext uri="{FF2B5EF4-FFF2-40B4-BE49-F238E27FC236}">
                <a16:creationId xmlns:a16="http://schemas.microsoft.com/office/drawing/2014/main" id="{55C3738F-FE92-412F-AC96-176D2D260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3467" y="3401059"/>
            <a:ext cx="412750" cy="162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Submit</a:t>
            </a:r>
            <a:endParaRPr sz="900">
              <a:latin typeface="Arial"/>
              <a:ea typeface="Arial"/>
              <a:cs typeface="Arial"/>
            </a:endParaRPr>
          </a:p>
        </p:txBody>
      </p:sp>
      <p:sp>
        <p:nvSpPr>
          <p:cNvPr id="55" name="object 55">
            <a:extLst xmlns:a="http://schemas.openxmlformats.org/drawingml/2006/main">
              <a:ext uri="{FF2B5EF4-FFF2-40B4-BE49-F238E27FC236}">
                <a16:creationId xmlns:a16="http://schemas.microsoft.com/office/drawing/2014/main" id="{DB68BF66-364D-418A-9D6E-A04DAB13F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1367" y="3845559"/>
            <a:ext cx="1183640" cy="15049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524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20"/>
              </a:spcBef>
              <a:buNone/>
            </a:pP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Status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becomes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Pending</a:t>
            </a:r>
            <a:endParaRPr sz="800">
              <a:latin typeface="Arial MT"/>
              <a:ea typeface="Arial MT"/>
              <a:cs typeface="Arial MT"/>
            </a:endParaRPr>
          </a:p>
        </p:txBody>
      </p:sp>
      <p:sp>
        <p:nvSpPr>
          <p:cNvPr id="57" name="object 57">
            <a:extLst xmlns:a="http://schemas.openxmlformats.org/drawingml/2006/main">
              <a:ext uri="{FF2B5EF4-FFF2-40B4-BE49-F238E27FC236}">
                <a16:creationId xmlns:a16="http://schemas.microsoft.com/office/drawing/2014/main" id="{0F32C0B0-DCE7-4163-A8AF-B57BD773B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53732" y="4048759"/>
            <a:ext cx="88900" cy="0"/>
          </a:xfrm>
          <a:custGeom xmlns:a="http://schemas.openxmlformats.org/drawingml/2006/main">
            <a:rect l="l" t="t" r="r" b="b"/>
            <a:pathLst>
              <a:path w="88900" h="0">
                <a:moveTo>
                  <a:pt x="0" y="0"/>
                </a:moveTo>
                <a:lnTo>
                  <a:pt x="88900" y="0"/>
                </a:lnTo>
              </a:path>
            </a:pathLst>
          </a:custGeom>
          <a:ln xmlns:a="http://schemas.openxmlformats.org/drawingml/2006/main" w="12700">
            <a:solidFill>
              <a:srgbClr val="596B82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8" name="object 58">
            <a:extLst xmlns:a="http://schemas.openxmlformats.org/drawingml/2006/main">
              <a:ext uri="{FF2B5EF4-FFF2-40B4-BE49-F238E27FC236}">
                <a16:creationId xmlns:a16="http://schemas.microsoft.com/office/drawing/2014/main" id="{63C92735-5C4B-469E-BA0D-E5188457E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55332" y="4010659"/>
            <a:ext cx="38100" cy="76200"/>
          </a:xfrm>
          <a:custGeom xmlns:a="http://schemas.openxmlformats.org/drawingml/2006/main">
            <a:rect l="l" t="t" r="r" b="b"/>
            <a:pathLst>
              <a:path w="38100" h="76200">
                <a:moveTo>
                  <a:pt x="0" y="0"/>
                </a:moveTo>
                <a:lnTo>
                  <a:pt x="0" y="38100"/>
                </a:lnTo>
                <a:lnTo>
                  <a:pt x="0" y="76200"/>
                </a:lnTo>
                <a:lnTo>
                  <a:pt x="14830" y="73205"/>
                </a:lnTo>
                <a:lnTo>
                  <a:pt x="26940" y="65040"/>
                </a:lnTo>
                <a:lnTo>
                  <a:pt x="35105" y="52930"/>
                </a:lnTo>
                <a:lnTo>
                  <a:pt x="38100" y="38100"/>
                </a:lnTo>
                <a:lnTo>
                  <a:pt x="35105" y="23270"/>
                </a:lnTo>
                <a:lnTo>
                  <a:pt x="26940" y="11159"/>
                </a:lnTo>
                <a:lnTo>
                  <a:pt x="14830" y="299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596B82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9" name="object 59">
            <a:extLst xmlns:a="http://schemas.openxmlformats.org/drawingml/2006/main">
              <a:ext uri="{FF2B5EF4-FFF2-40B4-BE49-F238E27FC236}">
                <a16:creationId xmlns:a16="http://schemas.microsoft.com/office/drawing/2014/main" id="{D0C0A9F3-3455-4738-9B8B-8BC34C65A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80732" y="3312159"/>
            <a:ext cx="2096770" cy="1473200"/>
          </a:xfrm>
          <a:custGeom xmlns:a="http://schemas.openxmlformats.org/drawingml/2006/main">
            <a:rect l="l" t="t" r="r" b="b"/>
            <a:pathLst>
              <a:path w="2096770" h="1473200">
                <a:moveTo>
                  <a:pt x="1995067" y="0"/>
                </a:moveTo>
                <a:lnTo>
                  <a:pt x="101600" y="0"/>
                </a:lnTo>
                <a:lnTo>
                  <a:pt x="62030" y="7976"/>
                </a:lnTo>
                <a:lnTo>
                  <a:pt x="29738" y="29738"/>
                </a:lnTo>
                <a:lnTo>
                  <a:pt x="7976" y="62030"/>
                </a:lnTo>
                <a:lnTo>
                  <a:pt x="0" y="101600"/>
                </a:lnTo>
                <a:lnTo>
                  <a:pt x="0" y="1371599"/>
                </a:lnTo>
                <a:lnTo>
                  <a:pt x="7976" y="1411169"/>
                </a:lnTo>
                <a:lnTo>
                  <a:pt x="29738" y="1443461"/>
                </a:lnTo>
                <a:lnTo>
                  <a:pt x="62030" y="1465223"/>
                </a:lnTo>
                <a:lnTo>
                  <a:pt x="101600" y="1473199"/>
                </a:lnTo>
                <a:lnTo>
                  <a:pt x="1995067" y="1473199"/>
                </a:lnTo>
                <a:lnTo>
                  <a:pt x="2034636" y="1465223"/>
                </a:lnTo>
                <a:lnTo>
                  <a:pt x="2066928" y="1443461"/>
                </a:lnTo>
                <a:lnTo>
                  <a:pt x="2088690" y="1411169"/>
                </a:lnTo>
                <a:lnTo>
                  <a:pt x="2096667" y="1371599"/>
                </a:lnTo>
                <a:lnTo>
                  <a:pt x="2096667" y="101600"/>
                </a:lnTo>
                <a:lnTo>
                  <a:pt x="2088690" y="62030"/>
                </a:lnTo>
                <a:lnTo>
                  <a:pt x="2066928" y="29738"/>
                </a:lnTo>
                <a:lnTo>
                  <a:pt x="2034636" y="7976"/>
                </a:lnTo>
                <a:lnTo>
                  <a:pt x="1995067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0" name="object 60">
            <a:extLst xmlns:a="http://schemas.openxmlformats.org/drawingml/2006/main">
              <a:ext uri="{FF2B5EF4-FFF2-40B4-BE49-F238E27FC236}">
                <a16:creationId xmlns:a16="http://schemas.microsoft.com/office/drawing/2014/main" id="{02368A11-AB0C-4AF7-AE9D-FCCDE8E43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80732" y="3312159"/>
            <a:ext cx="2096770" cy="1473200"/>
          </a:xfrm>
          <a:custGeom xmlns:a="http://schemas.openxmlformats.org/drawingml/2006/main">
            <a:rect l="l" t="t" r="r" b="b"/>
            <a:pathLst>
              <a:path w="2096770" h="1473200">
                <a:moveTo>
                  <a:pt x="101600" y="1473199"/>
                </a:moveTo>
                <a:lnTo>
                  <a:pt x="1995067" y="1473199"/>
                </a:lnTo>
                <a:lnTo>
                  <a:pt x="2034636" y="1465223"/>
                </a:lnTo>
                <a:lnTo>
                  <a:pt x="2066928" y="1443461"/>
                </a:lnTo>
                <a:lnTo>
                  <a:pt x="2088690" y="1411169"/>
                </a:lnTo>
                <a:lnTo>
                  <a:pt x="2096667" y="1371599"/>
                </a:lnTo>
                <a:lnTo>
                  <a:pt x="2096667" y="101600"/>
                </a:lnTo>
                <a:lnTo>
                  <a:pt x="2088690" y="62030"/>
                </a:lnTo>
                <a:lnTo>
                  <a:pt x="2066928" y="29738"/>
                </a:lnTo>
                <a:lnTo>
                  <a:pt x="2034636" y="7976"/>
                </a:lnTo>
                <a:lnTo>
                  <a:pt x="1995067" y="0"/>
                </a:lnTo>
                <a:lnTo>
                  <a:pt x="101600" y="0"/>
                </a:lnTo>
                <a:lnTo>
                  <a:pt x="62030" y="7976"/>
                </a:lnTo>
                <a:lnTo>
                  <a:pt x="29738" y="29738"/>
                </a:lnTo>
                <a:lnTo>
                  <a:pt x="7976" y="62030"/>
                </a:lnTo>
                <a:lnTo>
                  <a:pt x="0" y="101600"/>
                </a:lnTo>
                <a:lnTo>
                  <a:pt x="0" y="1371599"/>
                </a:lnTo>
                <a:lnTo>
                  <a:pt x="7976" y="1411169"/>
                </a:lnTo>
                <a:lnTo>
                  <a:pt x="29738" y="1443461"/>
                </a:lnTo>
                <a:lnTo>
                  <a:pt x="62030" y="1465223"/>
                </a:lnTo>
                <a:lnTo>
                  <a:pt x="101600" y="1473199"/>
                </a:lnTo>
                <a:close/>
              </a:path>
            </a:pathLst>
          </a:custGeom>
          <a:ln xmlns:a="http://schemas.openxmlformats.org/drawingml/2006/main" w="12700">
            <a:solidFill>
              <a:srgbClr val="1A793A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1" name="object 61">
            <a:extLst xmlns:a="http://schemas.openxmlformats.org/drawingml/2006/main">
              <a:ext uri="{FF2B5EF4-FFF2-40B4-BE49-F238E27FC236}">
                <a16:creationId xmlns:a16="http://schemas.microsoft.com/office/drawing/2014/main" id="{306E6561-5311-45BD-80C9-8915C6776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80724" y="3312169"/>
            <a:ext cx="2096770" cy="342900"/>
          </a:xfrm>
          <a:custGeom xmlns:a="http://schemas.openxmlformats.org/drawingml/2006/main">
            <a:rect l="l" t="t" r="r" b="b"/>
            <a:pathLst>
              <a:path w="2096770" h="342900">
                <a:moveTo>
                  <a:pt x="2096668" y="101600"/>
                </a:moveTo>
                <a:lnTo>
                  <a:pt x="2088692" y="62026"/>
                </a:lnTo>
                <a:lnTo>
                  <a:pt x="2066937" y="29730"/>
                </a:lnTo>
                <a:lnTo>
                  <a:pt x="2034641" y="7975"/>
                </a:lnTo>
                <a:lnTo>
                  <a:pt x="1995068" y="0"/>
                </a:lnTo>
                <a:lnTo>
                  <a:pt x="101600" y="0"/>
                </a:lnTo>
                <a:lnTo>
                  <a:pt x="62039" y="7975"/>
                </a:lnTo>
                <a:lnTo>
                  <a:pt x="29743" y="29730"/>
                </a:lnTo>
                <a:lnTo>
                  <a:pt x="7975" y="62026"/>
                </a:lnTo>
                <a:lnTo>
                  <a:pt x="0" y="101600"/>
                </a:lnTo>
                <a:lnTo>
                  <a:pt x="0" y="241300"/>
                </a:lnTo>
                <a:lnTo>
                  <a:pt x="0" y="342900"/>
                </a:lnTo>
                <a:lnTo>
                  <a:pt x="101600" y="342900"/>
                </a:lnTo>
                <a:lnTo>
                  <a:pt x="1995068" y="342900"/>
                </a:lnTo>
                <a:lnTo>
                  <a:pt x="2096668" y="342900"/>
                </a:lnTo>
                <a:lnTo>
                  <a:pt x="2096668" y="241300"/>
                </a:lnTo>
                <a:lnTo>
                  <a:pt x="2096668" y="101600"/>
                </a:lnTo>
                <a:close/>
              </a:path>
            </a:pathLst>
          </a:custGeom>
          <a:solidFill xmlns:a="http://schemas.openxmlformats.org/drawingml/2006/main">
            <a:srgbClr val="1A793A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164" name="object 6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08aa0daba84c7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120432" y="3369309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63" name="object 63">
            <a:extLst xmlns:a="http://schemas.openxmlformats.org/drawingml/2006/main">
              <a:ext uri="{FF2B5EF4-FFF2-40B4-BE49-F238E27FC236}">
                <a16:creationId xmlns:a16="http://schemas.microsoft.com/office/drawing/2014/main" id="{1BDCF055-DAF8-485F-B1F8-3DE3AE537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5547" y="3407409"/>
            <a:ext cx="78740" cy="139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75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6</a:t>
            </a:r>
            <a:endParaRPr sz="750">
              <a:latin typeface="Arial"/>
              <a:ea typeface="Arial"/>
              <a:cs typeface="Arial"/>
            </a:endParaRPr>
          </a:p>
        </p:txBody>
      </p:sp>
      <p:sp>
        <p:nvSpPr>
          <p:cNvPr id="64" name="object 64">
            <a:extLst xmlns:a="http://schemas.openxmlformats.org/drawingml/2006/main">
              <a:ext uri="{FF2B5EF4-FFF2-40B4-BE49-F238E27FC236}">
                <a16:creationId xmlns:a16="http://schemas.microsoft.com/office/drawing/2014/main" id="{F19ED221-4BE4-4DB2-A7B5-54F4FF99D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2532" y="3401059"/>
            <a:ext cx="546735" cy="162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L2 </a:t>
            </a: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review</a:t>
            </a:r>
            <a:endParaRPr sz="900">
              <a:latin typeface="Arial"/>
              <a:ea typeface="Arial"/>
              <a:cs typeface="Arial"/>
            </a:endParaRPr>
          </a:p>
        </p:txBody>
      </p:sp>
      <p:sp>
        <p:nvSpPr>
          <p:cNvPr id="65" name="object 65">
            <a:extLst xmlns:a="http://schemas.openxmlformats.org/drawingml/2006/main">
              <a:ext uri="{FF2B5EF4-FFF2-40B4-BE49-F238E27FC236}">
                <a16:creationId xmlns:a16="http://schemas.microsoft.com/office/drawing/2014/main" id="{DC312A5D-D877-4E81-9BF7-18BD67B8E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432" y="3845559"/>
            <a:ext cx="1594485" cy="15049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524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20"/>
              </a:spcBef>
              <a:buNone/>
            </a:pP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Select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recipients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and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first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approve</a:t>
            </a:r>
            <a:endParaRPr sz="800">
              <a:latin typeface="Arial MT"/>
              <a:ea typeface="Arial MT"/>
              <a:cs typeface="Arial MT"/>
            </a:endParaRPr>
          </a:p>
        </p:txBody>
      </p:sp>
      <p:sp>
        <p:nvSpPr>
          <p:cNvPr id="67" name="object 67">
            <a:extLst xmlns:a="http://schemas.openxmlformats.org/drawingml/2006/main">
              <a:ext uri="{FF2B5EF4-FFF2-40B4-BE49-F238E27FC236}">
                <a16:creationId xmlns:a16="http://schemas.microsoft.com/office/drawing/2014/main" id="{6EDF264D-1B8A-4535-9E71-ABC74609A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5013959"/>
            <a:ext cx="2096770" cy="1473200"/>
          </a:xfrm>
          <a:custGeom xmlns:a="http://schemas.openxmlformats.org/drawingml/2006/main">
            <a:rect l="l" t="t" r="r" b="b"/>
            <a:pathLst>
              <a:path w="2096770" h="1473200">
                <a:moveTo>
                  <a:pt x="1995067" y="0"/>
                </a:moveTo>
                <a:lnTo>
                  <a:pt x="101600" y="0"/>
                </a:lnTo>
                <a:lnTo>
                  <a:pt x="62030" y="7976"/>
                </a:lnTo>
                <a:lnTo>
                  <a:pt x="29738" y="29738"/>
                </a:lnTo>
                <a:lnTo>
                  <a:pt x="7976" y="62030"/>
                </a:lnTo>
                <a:lnTo>
                  <a:pt x="0" y="101600"/>
                </a:lnTo>
                <a:lnTo>
                  <a:pt x="0" y="1371600"/>
                </a:lnTo>
                <a:lnTo>
                  <a:pt x="7976" y="1411169"/>
                </a:lnTo>
                <a:lnTo>
                  <a:pt x="29738" y="1443461"/>
                </a:lnTo>
                <a:lnTo>
                  <a:pt x="62030" y="1465223"/>
                </a:lnTo>
                <a:lnTo>
                  <a:pt x="101600" y="1473200"/>
                </a:lnTo>
                <a:lnTo>
                  <a:pt x="1995067" y="1473200"/>
                </a:lnTo>
                <a:lnTo>
                  <a:pt x="2034636" y="1465223"/>
                </a:lnTo>
                <a:lnTo>
                  <a:pt x="2066928" y="1443461"/>
                </a:lnTo>
                <a:lnTo>
                  <a:pt x="2088690" y="1411169"/>
                </a:lnTo>
                <a:lnTo>
                  <a:pt x="2096667" y="1371600"/>
                </a:lnTo>
                <a:lnTo>
                  <a:pt x="2096667" y="101600"/>
                </a:lnTo>
                <a:lnTo>
                  <a:pt x="2088690" y="62030"/>
                </a:lnTo>
                <a:lnTo>
                  <a:pt x="2066928" y="29738"/>
                </a:lnTo>
                <a:lnTo>
                  <a:pt x="2034636" y="7976"/>
                </a:lnTo>
                <a:lnTo>
                  <a:pt x="1995067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8" name="object 68">
            <a:extLst xmlns:a="http://schemas.openxmlformats.org/drawingml/2006/main">
              <a:ext uri="{FF2B5EF4-FFF2-40B4-BE49-F238E27FC236}">
                <a16:creationId xmlns:a16="http://schemas.microsoft.com/office/drawing/2014/main" id="{65F283C8-216F-4E84-90B8-150774B6B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5013959"/>
            <a:ext cx="2096770" cy="1473200"/>
          </a:xfrm>
          <a:custGeom xmlns:a="http://schemas.openxmlformats.org/drawingml/2006/main">
            <a:rect l="l" t="t" r="r" b="b"/>
            <a:pathLst>
              <a:path w="2096770" h="1473200">
                <a:moveTo>
                  <a:pt x="101600" y="1473200"/>
                </a:moveTo>
                <a:lnTo>
                  <a:pt x="1995067" y="1473200"/>
                </a:lnTo>
                <a:lnTo>
                  <a:pt x="2034636" y="1465223"/>
                </a:lnTo>
                <a:lnTo>
                  <a:pt x="2066928" y="1443461"/>
                </a:lnTo>
                <a:lnTo>
                  <a:pt x="2088690" y="1411169"/>
                </a:lnTo>
                <a:lnTo>
                  <a:pt x="2096667" y="1371600"/>
                </a:lnTo>
                <a:lnTo>
                  <a:pt x="2096667" y="101600"/>
                </a:lnTo>
                <a:lnTo>
                  <a:pt x="2088690" y="62030"/>
                </a:lnTo>
                <a:lnTo>
                  <a:pt x="2066928" y="29738"/>
                </a:lnTo>
                <a:lnTo>
                  <a:pt x="2034636" y="7976"/>
                </a:lnTo>
                <a:lnTo>
                  <a:pt x="1995067" y="0"/>
                </a:lnTo>
                <a:lnTo>
                  <a:pt x="101600" y="0"/>
                </a:lnTo>
                <a:lnTo>
                  <a:pt x="62030" y="7976"/>
                </a:lnTo>
                <a:lnTo>
                  <a:pt x="29738" y="29738"/>
                </a:lnTo>
                <a:lnTo>
                  <a:pt x="7976" y="62030"/>
                </a:lnTo>
                <a:lnTo>
                  <a:pt x="0" y="101600"/>
                </a:lnTo>
                <a:lnTo>
                  <a:pt x="0" y="1371600"/>
                </a:lnTo>
                <a:lnTo>
                  <a:pt x="7976" y="1411169"/>
                </a:lnTo>
                <a:lnTo>
                  <a:pt x="29738" y="1443461"/>
                </a:lnTo>
                <a:lnTo>
                  <a:pt x="62030" y="1465223"/>
                </a:lnTo>
                <a:lnTo>
                  <a:pt x="101600" y="1473200"/>
                </a:lnTo>
                <a:close/>
              </a:path>
            </a:pathLst>
          </a:custGeom>
          <a:ln xmlns:a="http://schemas.openxmlformats.org/drawingml/2006/main" w="12699">
            <a:solidFill>
              <a:srgbClr val="0A346B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9" name="object 69">
            <a:extLst xmlns:a="http://schemas.openxmlformats.org/drawingml/2006/main">
              <a:ext uri="{FF2B5EF4-FFF2-40B4-BE49-F238E27FC236}">
                <a16:creationId xmlns:a16="http://schemas.microsoft.com/office/drawing/2014/main" id="{1C6B6B8C-3B79-4FE3-B8EA-3FDA6815F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5013969"/>
            <a:ext cx="2096770" cy="342900"/>
          </a:xfrm>
          <a:custGeom xmlns:a="http://schemas.openxmlformats.org/drawingml/2006/main">
            <a:rect l="l" t="t" r="r" b="b"/>
            <a:pathLst>
              <a:path w="2096770" h="342900">
                <a:moveTo>
                  <a:pt x="2096655" y="101600"/>
                </a:moveTo>
                <a:lnTo>
                  <a:pt x="2088680" y="62026"/>
                </a:lnTo>
                <a:lnTo>
                  <a:pt x="2066925" y="29730"/>
                </a:lnTo>
                <a:lnTo>
                  <a:pt x="2034628" y="7975"/>
                </a:lnTo>
                <a:lnTo>
                  <a:pt x="1995055" y="0"/>
                </a:lnTo>
                <a:lnTo>
                  <a:pt x="101600" y="0"/>
                </a:lnTo>
                <a:lnTo>
                  <a:pt x="62026" y="7975"/>
                </a:lnTo>
                <a:lnTo>
                  <a:pt x="29730" y="29730"/>
                </a:lnTo>
                <a:lnTo>
                  <a:pt x="7975" y="62026"/>
                </a:lnTo>
                <a:lnTo>
                  <a:pt x="0" y="101600"/>
                </a:lnTo>
                <a:lnTo>
                  <a:pt x="0" y="241300"/>
                </a:lnTo>
                <a:lnTo>
                  <a:pt x="0" y="342900"/>
                </a:lnTo>
                <a:lnTo>
                  <a:pt x="101600" y="342900"/>
                </a:lnTo>
                <a:lnTo>
                  <a:pt x="1995055" y="342900"/>
                </a:lnTo>
                <a:lnTo>
                  <a:pt x="2096655" y="342900"/>
                </a:lnTo>
                <a:lnTo>
                  <a:pt x="2096655" y="241300"/>
                </a:lnTo>
                <a:lnTo>
                  <a:pt x="2096655" y="101600"/>
                </a:lnTo>
                <a:close/>
              </a:path>
            </a:pathLst>
          </a:custGeom>
          <a:solidFill xmlns:a="http://schemas.openxmlformats.org/drawingml/2006/main">
            <a:srgbClr val="0A346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171" name="object 7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08aa0daba84c7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622300" y="5071109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71" name="object 71">
            <a:extLst xmlns:a="http://schemas.openxmlformats.org/drawingml/2006/main">
              <a:ext uri="{FF2B5EF4-FFF2-40B4-BE49-F238E27FC236}">
                <a16:creationId xmlns:a16="http://schemas.microsoft.com/office/drawing/2014/main" id="{56394539-2914-4611-A695-0F16026CB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413" y="5109209"/>
            <a:ext cx="78740" cy="139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75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7</a:t>
            </a:r>
            <a:endParaRPr sz="750">
              <a:latin typeface="Arial"/>
              <a:ea typeface="Arial"/>
              <a:cs typeface="Arial"/>
            </a:endParaRPr>
          </a:p>
        </p:txBody>
      </p:sp>
      <p:sp>
        <p:nvSpPr>
          <p:cNvPr id="72" name="object 72">
            <a:extLst xmlns:a="http://schemas.openxmlformats.org/drawingml/2006/main">
              <a:ext uri="{FF2B5EF4-FFF2-40B4-BE49-F238E27FC236}">
                <a16:creationId xmlns:a16="http://schemas.microsoft.com/office/drawing/2014/main" id="{B9992F13-2E51-496E-86E2-54069B241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102859"/>
            <a:ext cx="546735" cy="162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L1 </a:t>
            </a: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review</a:t>
            </a:r>
            <a:endParaRPr sz="900">
              <a:latin typeface="Arial"/>
              <a:ea typeface="Arial"/>
              <a:cs typeface="Arial"/>
            </a:endParaRPr>
          </a:p>
        </p:txBody>
      </p:sp>
      <p:sp>
        <p:nvSpPr>
          <p:cNvPr id="73" name="object 73">
            <a:extLst xmlns:a="http://schemas.openxmlformats.org/drawingml/2006/main">
              <a:ext uri="{FF2B5EF4-FFF2-40B4-BE49-F238E27FC236}">
                <a16:creationId xmlns:a16="http://schemas.microsoft.com/office/drawing/2014/main" id="{AA1E188C-6D00-4229-943A-878969CA4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300" y="5547359"/>
            <a:ext cx="1061720" cy="15049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524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20"/>
              </a:spcBef>
              <a:buNone/>
            </a:pP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Final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approve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or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reject</a:t>
            </a:r>
            <a:endParaRPr sz="800">
              <a:latin typeface="Arial MT"/>
              <a:ea typeface="Arial MT"/>
              <a:cs typeface="Arial MT"/>
            </a:endParaRPr>
          </a:p>
        </p:txBody>
      </p:sp>
      <p:sp>
        <p:nvSpPr>
          <p:cNvPr id="75" name="object 75">
            <a:extLst xmlns:a="http://schemas.openxmlformats.org/drawingml/2006/main">
              <a:ext uri="{FF2B5EF4-FFF2-40B4-BE49-F238E27FC236}">
                <a16:creationId xmlns:a16="http://schemas.microsoft.com/office/drawing/2014/main" id="{6576B4BA-86D4-4126-A8CD-9DABA7CC0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604667" y="5750559"/>
            <a:ext cx="88900" cy="0"/>
          </a:xfrm>
          <a:custGeom xmlns:a="http://schemas.openxmlformats.org/drawingml/2006/main">
            <a:rect l="l" t="t" r="r" b="b"/>
            <a:pathLst>
              <a:path w="88900" h="0">
                <a:moveTo>
                  <a:pt x="0" y="0"/>
                </a:moveTo>
                <a:lnTo>
                  <a:pt x="88900" y="0"/>
                </a:lnTo>
              </a:path>
            </a:pathLst>
          </a:custGeom>
          <a:ln xmlns:a="http://schemas.openxmlformats.org/drawingml/2006/main" w="12700">
            <a:solidFill>
              <a:srgbClr val="596B82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6" name="object 76">
            <a:extLst xmlns:a="http://schemas.openxmlformats.org/drawingml/2006/main">
              <a:ext uri="{FF2B5EF4-FFF2-40B4-BE49-F238E27FC236}">
                <a16:creationId xmlns:a16="http://schemas.microsoft.com/office/drawing/2014/main" id="{EB27D35A-986C-427A-BC8F-1217ECECE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706267" y="5712459"/>
            <a:ext cx="38100" cy="76200"/>
          </a:xfrm>
          <a:custGeom xmlns:a="http://schemas.openxmlformats.org/drawingml/2006/main">
            <a:rect l="l" t="t" r="r" b="b"/>
            <a:pathLst>
              <a:path w="38100" h="76200">
                <a:moveTo>
                  <a:pt x="0" y="0"/>
                </a:moveTo>
                <a:lnTo>
                  <a:pt x="0" y="38100"/>
                </a:lnTo>
                <a:lnTo>
                  <a:pt x="0" y="76200"/>
                </a:lnTo>
                <a:lnTo>
                  <a:pt x="14829" y="73205"/>
                </a:lnTo>
                <a:lnTo>
                  <a:pt x="26940" y="65040"/>
                </a:lnTo>
                <a:lnTo>
                  <a:pt x="35105" y="52930"/>
                </a:lnTo>
                <a:lnTo>
                  <a:pt x="38100" y="38100"/>
                </a:lnTo>
                <a:lnTo>
                  <a:pt x="35105" y="23270"/>
                </a:lnTo>
                <a:lnTo>
                  <a:pt x="26940" y="11159"/>
                </a:lnTo>
                <a:lnTo>
                  <a:pt x="14829" y="299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596B82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7" name="object 77">
            <a:extLst xmlns:a="http://schemas.openxmlformats.org/drawingml/2006/main">
              <a:ext uri="{FF2B5EF4-FFF2-40B4-BE49-F238E27FC236}">
                <a16:creationId xmlns:a16="http://schemas.microsoft.com/office/drawing/2014/main" id="{D8578821-FCB9-46BB-9E94-A2A33EE3A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731667" y="5013959"/>
            <a:ext cx="2096770" cy="1473200"/>
          </a:xfrm>
          <a:custGeom xmlns:a="http://schemas.openxmlformats.org/drawingml/2006/main">
            <a:rect l="l" t="t" r="r" b="b"/>
            <a:pathLst>
              <a:path w="2096770" h="1473200">
                <a:moveTo>
                  <a:pt x="1995065" y="0"/>
                </a:moveTo>
                <a:lnTo>
                  <a:pt x="101600" y="0"/>
                </a:lnTo>
                <a:lnTo>
                  <a:pt x="62030" y="7976"/>
                </a:lnTo>
                <a:lnTo>
                  <a:pt x="29738" y="29738"/>
                </a:lnTo>
                <a:lnTo>
                  <a:pt x="7976" y="62030"/>
                </a:lnTo>
                <a:lnTo>
                  <a:pt x="0" y="101600"/>
                </a:lnTo>
                <a:lnTo>
                  <a:pt x="0" y="1371600"/>
                </a:lnTo>
                <a:lnTo>
                  <a:pt x="7976" y="1411169"/>
                </a:lnTo>
                <a:lnTo>
                  <a:pt x="29738" y="1443461"/>
                </a:lnTo>
                <a:lnTo>
                  <a:pt x="62030" y="1465223"/>
                </a:lnTo>
                <a:lnTo>
                  <a:pt x="101600" y="1473200"/>
                </a:lnTo>
                <a:lnTo>
                  <a:pt x="1995065" y="1473200"/>
                </a:lnTo>
                <a:lnTo>
                  <a:pt x="2034635" y="1465223"/>
                </a:lnTo>
                <a:lnTo>
                  <a:pt x="2066927" y="1443461"/>
                </a:lnTo>
                <a:lnTo>
                  <a:pt x="2088688" y="1411169"/>
                </a:lnTo>
                <a:lnTo>
                  <a:pt x="2096665" y="1371600"/>
                </a:lnTo>
                <a:lnTo>
                  <a:pt x="2096665" y="101600"/>
                </a:lnTo>
                <a:lnTo>
                  <a:pt x="2088688" y="62030"/>
                </a:lnTo>
                <a:lnTo>
                  <a:pt x="2066927" y="29738"/>
                </a:lnTo>
                <a:lnTo>
                  <a:pt x="2034635" y="7976"/>
                </a:lnTo>
                <a:lnTo>
                  <a:pt x="1995065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8" name="object 78">
            <a:extLst xmlns:a="http://schemas.openxmlformats.org/drawingml/2006/main">
              <a:ext uri="{FF2B5EF4-FFF2-40B4-BE49-F238E27FC236}">
                <a16:creationId xmlns:a16="http://schemas.microsoft.com/office/drawing/2014/main" id="{5C094BA5-7EF3-4062-947C-690CD310E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731667" y="5013959"/>
            <a:ext cx="2096770" cy="1473200"/>
          </a:xfrm>
          <a:custGeom xmlns:a="http://schemas.openxmlformats.org/drawingml/2006/main">
            <a:rect l="l" t="t" r="r" b="b"/>
            <a:pathLst>
              <a:path w="2096770" h="1473200">
                <a:moveTo>
                  <a:pt x="101600" y="1473200"/>
                </a:moveTo>
                <a:lnTo>
                  <a:pt x="1995065" y="1473200"/>
                </a:lnTo>
                <a:lnTo>
                  <a:pt x="2034635" y="1465223"/>
                </a:lnTo>
                <a:lnTo>
                  <a:pt x="2066927" y="1443461"/>
                </a:lnTo>
                <a:lnTo>
                  <a:pt x="2088688" y="1411169"/>
                </a:lnTo>
                <a:lnTo>
                  <a:pt x="2096665" y="1371600"/>
                </a:lnTo>
                <a:lnTo>
                  <a:pt x="2096665" y="101600"/>
                </a:lnTo>
                <a:lnTo>
                  <a:pt x="2088688" y="62030"/>
                </a:lnTo>
                <a:lnTo>
                  <a:pt x="2066927" y="29738"/>
                </a:lnTo>
                <a:lnTo>
                  <a:pt x="2034635" y="7976"/>
                </a:lnTo>
                <a:lnTo>
                  <a:pt x="1995065" y="0"/>
                </a:lnTo>
                <a:lnTo>
                  <a:pt x="101600" y="0"/>
                </a:lnTo>
                <a:lnTo>
                  <a:pt x="62030" y="7976"/>
                </a:lnTo>
                <a:lnTo>
                  <a:pt x="29738" y="29738"/>
                </a:lnTo>
                <a:lnTo>
                  <a:pt x="7976" y="62030"/>
                </a:lnTo>
                <a:lnTo>
                  <a:pt x="0" y="101600"/>
                </a:lnTo>
                <a:lnTo>
                  <a:pt x="0" y="1371600"/>
                </a:lnTo>
                <a:lnTo>
                  <a:pt x="7976" y="1411169"/>
                </a:lnTo>
                <a:lnTo>
                  <a:pt x="29738" y="1443461"/>
                </a:lnTo>
                <a:lnTo>
                  <a:pt x="62030" y="1465223"/>
                </a:lnTo>
                <a:lnTo>
                  <a:pt x="101600" y="1473200"/>
                </a:lnTo>
                <a:close/>
              </a:path>
            </a:pathLst>
          </a:custGeom>
          <a:ln xmlns:a="http://schemas.openxmlformats.org/drawingml/2006/main" w="12700">
            <a:solidFill>
              <a:srgbClr val="0877B8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9" name="object 79">
            <a:extLst xmlns:a="http://schemas.openxmlformats.org/drawingml/2006/main">
              <a:ext uri="{FF2B5EF4-FFF2-40B4-BE49-F238E27FC236}">
                <a16:creationId xmlns:a16="http://schemas.microsoft.com/office/drawing/2014/main" id="{36529D0F-3DD3-43D3-83E5-E48869098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731655" y="5013969"/>
            <a:ext cx="2096770" cy="342900"/>
          </a:xfrm>
          <a:custGeom xmlns:a="http://schemas.openxmlformats.org/drawingml/2006/main">
            <a:rect l="l" t="t" r="r" b="b"/>
            <a:pathLst>
              <a:path w="2096770" h="342900">
                <a:moveTo>
                  <a:pt x="2096668" y="101600"/>
                </a:moveTo>
                <a:lnTo>
                  <a:pt x="2088692" y="62026"/>
                </a:lnTo>
                <a:lnTo>
                  <a:pt x="2066937" y="29730"/>
                </a:lnTo>
                <a:lnTo>
                  <a:pt x="2034641" y="7975"/>
                </a:lnTo>
                <a:lnTo>
                  <a:pt x="1995068" y="0"/>
                </a:lnTo>
                <a:lnTo>
                  <a:pt x="101600" y="0"/>
                </a:lnTo>
                <a:lnTo>
                  <a:pt x="62039" y="7975"/>
                </a:lnTo>
                <a:lnTo>
                  <a:pt x="29743" y="29730"/>
                </a:lnTo>
                <a:lnTo>
                  <a:pt x="7988" y="62026"/>
                </a:lnTo>
                <a:lnTo>
                  <a:pt x="0" y="101600"/>
                </a:lnTo>
                <a:lnTo>
                  <a:pt x="0" y="241300"/>
                </a:lnTo>
                <a:lnTo>
                  <a:pt x="0" y="342900"/>
                </a:lnTo>
                <a:lnTo>
                  <a:pt x="101600" y="342900"/>
                </a:lnTo>
                <a:lnTo>
                  <a:pt x="1995068" y="342900"/>
                </a:lnTo>
                <a:lnTo>
                  <a:pt x="2096668" y="342900"/>
                </a:lnTo>
                <a:lnTo>
                  <a:pt x="2096668" y="241300"/>
                </a:lnTo>
                <a:lnTo>
                  <a:pt x="2096668" y="101600"/>
                </a:lnTo>
                <a:close/>
              </a:path>
            </a:pathLst>
          </a:custGeom>
          <a:solidFill xmlns:a="http://schemas.openxmlformats.org/drawingml/2006/main">
            <a:srgbClr val="0877B8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180" name="object 8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08aa0daba84c7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2871367" y="5071109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81" name="object 81">
            <a:extLst xmlns:a="http://schemas.openxmlformats.org/drawingml/2006/main">
              <a:ext uri="{FF2B5EF4-FFF2-40B4-BE49-F238E27FC236}">
                <a16:creationId xmlns:a16="http://schemas.microsoft.com/office/drawing/2014/main" id="{F857BF10-AA02-4CAB-B766-65EB7BCF8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6480" y="5109209"/>
            <a:ext cx="78740" cy="139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75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8</a:t>
            </a:r>
            <a:endParaRPr sz="750">
              <a:latin typeface="Arial"/>
              <a:ea typeface="Arial"/>
              <a:cs typeface="Arial"/>
            </a:endParaRPr>
          </a:p>
        </p:txBody>
      </p:sp>
      <p:sp>
        <p:nvSpPr>
          <p:cNvPr id="82" name="object 82">
            <a:extLst xmlns:a="http://schemas.openxmlformats.org/drawingml/2006/main">
              <a:ext uri="{FF2B5EF4-FFF2-40B4-BE49-F238E27FC236}">
                <a16:creationId xmlns:a16="http://schemas.microsoft.com/office/drawing/2014/main" id="{E9B529E8-B9A8-4440-88BB-934C907A8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3467" y="5102859"/>
            <a:ext cx="832485" cy="162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Use and </a:t>
            </a: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report</a:t>
            </a:r>
            <a:endParaRPr sz="900">
              <a:latin typeface="Arial"/>
              <a:ea typeface="Arial"/>
              <a:cs typeface="Arial"/>
            </a:endParaRPr>
          </a:p>
        </p:txBody>
      </p:sp>
      <p:sp>
        <p:nvSpPr>
          <p:cNvPr id="83" name="object 83">
            <a:extLst xmlns:a="http://schemas.openxmlformats.org/drawingml/2006/main">
              <a:ext uri="{FF2B5EF4-FFF2-40B4-BE49-F238E27FC236}">
                <a16:creationId xmlns:a16="http://schemas.microsoft.com/office/drawing/2014/main" id="{D70F3774-EC30-4D08-909B-31C61F4BB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1367" y="5547359"/>
            <a:ext cx="1455420" cy="15049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524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20"/>
              </a:spcBef>
              <a:buNone/>
            </a:pP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View,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download,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track,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analyze</a:t>
            </a:r>
            <a:endParaRPr sz="800">
              <a:latin typeface="Arial MT"/>
              <a:ea typeface="Arial MT"/>
              <a:cs typeface="Arial MT"/>
            </a:endParaRPr>
          </a:p>
        </p:txBody>
      </p:sp>
      <p:sp>
        <p:nvSpPr>
          <p:cNvPr id="85" name="object 85">
            <a:extLst xmlns:a="http://schemas.openxmlformats.org/drawingml/2006/main">
              <a:ext uri="{FF2B5EF4-FFF2-40B4-BE49-F238E27FC236}">
                <a16:creationId xmlns:a16="http://schemas.microsoft.com/office/drawing/2014/main" id="{989B11FE-7CE8-493E-9665-CCC13E139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53732" y="5750559"/>
            <a:ext cx="88900" cy="0"/>
          </a:xfrm>
          <a:custGeom xmlns:a="http://schemas.openxmlformats.org/drawingml/2006/main">
            <a:rect l="l" t="t" r="r" b="b"/>
            <a:pathLst>
              <a:path w="88900" h="0">
                <a:moveTo>
                  <a:pt x="0" y="0"/>
                </a:moveTo>
                <a:lnTo>
                  <a:pt x="88900" y="0"/>
                </a:lnTo>
              </a:path>
            </a:pathLst>
          </a:custGeom>
          <a:ln xmlns:a="http://schemas.openxmlformats.org/drawingml/2006/main" w="12700">
            <a:solidFill>
              <a:srgbClr val="596B82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6" name="object 86">
            <a:extLst xmlns:a="http://schemas.openxmlformats.org/drawingml/2006/main">
              <a:ext uri="{FF2B5EF4-FFF2-40B4-BE49-F238E27FC236}">
                <a16:creationId xmlns:a16="http://schemas.microsoft.com/office/drawing/2014/main" id="{CE40B2D6-A0B1-442B-8BB3-9C4B02231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55332" y="5712459"/>
            <a:ext cx="38100" cy="76200"/>
          </a:xfrm>
          <a:custGeom xmlns:a="http://schemas.openxmlformats.org/drawingml/2006/main">
            <a:rect l="l" t="t" r="r" b="b"/>
            <a:pathLst>
              <a:path w="38100" h="76200">
                <a:moveTo>
                  <a:pt x="0" y="0"/>
                </a:moveTo>
                <a:lnTo>
                  <a:pt x="0" y="38100"/>
                </a:lnTo>
                <a:lnTo>
                  <a:pt x="0" y="76200"/>
                </a:lnTo>
                <a:lnTo>
                  <a:pt x="14830" y="73205"/>
                </a:lnTo>
                <a:lnTo>
                  <a:pt x="26940" y="65040"/>
                </a:lnTo>
                <a:lnTo>
                  <a:pt x="35105" y="52930"/>
                </a:lnTo>
                <a:lnTo>
                  <a:pt x="38100" y="38100"/>
                </a:lnTo>
                <a:lnTo>
                  <a:pt x="35105" y="23270"/>
                </a:lnTo>
                <a:lnTo>
                  <a:pt x="26940" y="11159"/>
                </a:lnTo>
                <a:lnTo>
                  <a:pt x="14830" y="299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596B82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7" name="object 87">
            <a:extLst xmlns:a="http://schemas.openxmlformats.org/drawingml/2006/main">
              <a:ext uri="{FF2B5EF4-FFF2-40B4-BE49-F238E27FC236}">
                <a16:creationId xmlns:a16="http://schemas.microsoft.com/office/drawing/2014/main" id="{99AC0566-3FFE-4CDE-87A2-4D4106683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80732" y="5013959"/>
            <a:ext cx="2096770" cy="1473200"/>
          </a:xfrm>
          <a:custGeom xmlns:a="http://schemas.openxmlformats.org/drawingml/2006/main">
            <a:rect l="l" t="t" r="r" b="b"/>
            <a:pathLst>
              <a:path w="2096770" h="1473200">
                <a:moveTo>
                  <a:pt x="1995067" y="0"/>
                </a:moveTo>
                <a:lnTo>
                  <a:pt x="101600" y="0"/>
                </a:lnTo>
                <a:lnTo>
                  <a:pt x="62030" y="7976"/>
                </a:lnTo>
                <a:lnTo>
                  <a:pt x="29738" y="29738"/>
                </a:lnTo>
                <a:lnTo>
                  <a:pt x="7976" y="62030"/>
                </a:lnTo>
                <a:lnTo>
                  <a:pt x="0" y="101600"/>
                </a:lnTo>
                <a:lnTo>
                  <a:pt x="0" y="1371600"/>
                </a:lnTo>
                <a:lnTo>
                  <a:pt x="7976" y="1411169"/>
                </a:lnTo>
                <a:lnTo>
                  <a:pt x="29738" y="1443461"/>
                </a:lnTo>
                <a:lnTo>
                  <a:pt x="62030" y="1465223"/>
                </a:lnTo>
                <a:lnTo>
                  <a:pt x="101600" y="1473200"/>
                </a:lnTo>
                <a:lnTo>
                  <a:pt x="1995067" y="1473200"/>
                </a:lnTo>
                <a:lnTo>
                  <a:pt x="2034636" y="1465223"/>
                </a:lnTo>
                <a:lnTo>
                  <a:pt x="2066928" y="1443461"/>
                </a:lnTo>
                <a:lnTo>
                  <a:pt x="2088690" y="1411169"/>
                </a:lnTo>
                <a:lnTo>
                  <a:pt x="2096667" y="1371600"/>
                </a:lnTo>
                <a:lnTo>
                  <a:pt x="2096667" y="101600"/>
                </a:lnTo>
                <a:lnTo>
                  <a:pt x="2088690" y="62030"/>
                </a:lnTo>
                <a:lnTo>
                  <a:pt x="2066928" y="29738"/>
                </a:lnTo>
                <a:lnTo>
                  <a:pt x="2034636" y="7976"/>
                </a:lnTo>
                <a:lnTo>
                  <a:pt x="1995067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8" name="object 88">
            <a:extLst xmlns:a="http://schemas.openxmlformats.org/drawingml/2006/main">
              <a:ext uri="{FF2B5EF4-FFF2-40B4-BE49-F238E27FC236}">
                <a16:creationId xmlns:a16="http://schemas.microsoft.com/office/drawing/2014/main" id="{8A2294F7-69C4-4F0A-8A4D-795747ADF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80732" y="5013959"/>
            <a:ext cx="2096770" cy="1473200"/>
          </a:xfrm>
          <a:custGeom xmlns:a="http://schemas.openxmlformats.org/drawingml/2006/main">
            <a:rect l="l" t="t" r="r" b="b"/>
            <a:pathLst>
              <a:path w="2096770" h="1473200">
                <a:moveTo>
                  <a:pt x="101600" y="1473200"/>
                </a:moveTo>
                <a:lnTo>
                  <a:pt x="1995067" y="1473200"/>
                </a:lnTo>
                <a:lnTo>
                  <a:pt x="2034636" y="1465223"/>
                </a:lnTo>
                <a:lnTo>
                  <a:pt x="2066928" y="1443461"/>
                </a:lnTo>
                <a:lnTo>
                  <a:pt x="2088690" y="1411169"/>
                </a:lnTo>
                <a:lnTo>
                  <a:pt x="2096667" y="1371600"/>
                </a:lnTo>
                <a:lnTo>
                  <a:pt x="2096667" y="101600"/>
                </a:lnTo>
                <a:lnTo>
                  <a:pt x="2088690" y="62030"/>
                </a:lnTo>
                <a:lnTo>
                  <a:pt x="2066928" y="29738"/>
                </a:lnTo>
                <a:lnTo>
                  <a:pt x="2034636" y="7976"/>
                </a:lnTo>
                <a:lnTo>
                  <a:pt x="1995067" y="0"/>
                </a:lnTo>
                <a:lnTo>
                  <a:pt x="101600" y="0"/>
                </a:lnTo>
                <a:lnTo>
                  <a:pt x="62030" y="7976"/>
                </a:lnTo>
                <a:lnTo>
                  <a:pt x="29738" y="29738"/>
                </a:lnTo>
                <a:lnTo>
                  <a:pt x="7976" y="62030"/>
                </a:lnTo>
                <a:lnTo>
                  <a:pt x="0" y="101600"/>
                </a:lnTo>
                <a:lnTo>
                  <a:pt x="0" y="1371600"/>
                </a:lnTo>
                <a:lnTo>
                  <a:pt x="7976" y="1411169"/>
                </a:lnTo>
                <a:lnTo>
                  <a:pt x="29738" y="1443461"/>
                </a:lnTo>
                <a:lnTo>
                  <a:pt x="62030" y="1465223"/>
                </a:lnTo>
                <a:lnTo>
                  <a:pt x="101600" y="1473200"/>
                </a:lnTo>
                <a:close/>
              </a:path>
            </a:pathLst>
          </a:custGeom>
          <a:ln xmlns:a="http://schemas.openxmlformats.org/drawingml/2006/main" w="12700">
            <a:solidFill>
              <a:srgbClr val="008A95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9" name="object 89">
            <a:extLst xmlns:a="http://schemas.openxmlformats.org/drawingml/2006/main">
              <a:ext uri="{FF2B5EF4-FFF2-40B4-BE49-F238E27FC236}">
                <a16:creationId xmlns:a16="http://schemas.microsoft.com/office/drawing/2014/main" id="{59FF9936-7408-4DA2-B761-CBA4B96AF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80724" y="5013969"/>
            <a:ext cx="2096770" cy="342900"/>
          </a:xfrm>
          <a:custGeom xmlns:a="http://schemas.openxmlformats.org/drawingml/2006/main">
            <a:rect l="l" t="t" r="r" b="b"/>
            <a:pathLst>
              <a:path w="2096770" h="342900">
                <a:moveTo>
                  <a:pt x="2096668" y="101600"/>
                </a:moveTo>
                <a:lnTo>
                  <a:pt x="2088692" y="62026"/>
                </a:lnTo>
                <a:lnTo>
                  <a:pt x="2066937" y="29730"/>
                </a:lnTo>
                <a:lnTo>
                  <a:pt x="2034641" y="7975"/>
                </a:lnTo>
                <a:lnTo>
                  <a:pt x="1995068" y="0"/>
                </a:lnTo>
                <a:lnTo>
                  <a:pt x="101600" y="0"/>
                </a:lnTo>
                <a:lnTo>
                  <a:pt x="62039" y="7975"/>
                </a:lnTo>
                <a:lnTo>
                  <a:pt x="29743" y="29730"/>
                </a:lnTo>
                <a:lnTo>
                  <a:pt x="7975" y="62026"/>
                </a:lnTo>
                <a:lnTo>
                  <a:pt x="0" y="101600"/>
                </a:lnTo>
                <a:lnTo>
                  <a:pt x="0" y="241300"/>
                </a:lnTo>
                <a:lnTo>
                  <a:pt x="0" y="342900"/>
                </a:lnTo>
                <a:lnTo>
                  <a:pt x="101600" y="342900"/>
                </a:lnTo>
                <a:lnTo>
                  <a:pt x="1995068" y="342900"/>
                </a:lnTo>
                <a:lnTo>
                  <a:pt x="2096668" y="342900"/>
                </a:lnTo>
                <a:lnTo>
                  <a:pt x="2096668" y="241300"/>
                </a:lnTo>
                <a:lnTo>
                  <a:pt x="2096668" y="101600"/>
                </a:lnTo>
                <a:close/>
              </a:path>
            </a:pathLst>
          </a:custGeom>
          <a:solidFill xmlns:a="http://schemas.openxmlformats.org/drawingml/2006/main">
            <a:srgbClr val="008A95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189" name="object 9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08aa0daba84c7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120432" y="5071109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91" name="object 91">
            <a:extLst xmlns:a="http://schemas.openxmlformats.org/drawingml/2006/main">
              <a:ext uri="{FF2B5EF4-FFF2-40B4-BE49-F238E27FC236}">
                <a16:creationId xmlns:a16="http://schemas.microsoft.com/office/drawing/2014/main" id="{01B335FA-5D59-4BA8-A9A0-0D15D665B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5547" y="5109209"/>
            <a:ext cx="78740" cy="139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75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9</a:t>
            </a:r>
            <a:endParaRPr sz="750">
              <a:latin typeface="Arial"/>
              <a:ea typeface="Arial"/>
              <a:cs typeface="Arial"/>
            </a:endParaRPr>
          </a:p>
        </p:txBody>
      </p:sp>
      <p:sp>
        <p:nvSpPr>
          <p:cNvPr id="92" name="object 92">
            <a:extLst xmlns:a="http://schemas.openxmlformats.org/drawingml/2006/main">
              <a:ext uri="{FF2B5EF4-FFF2-40B4-BE49-F238E27FC236}">
                <a16:creationId xmlns:a16="http://schemas.microsoft.com/office/drawing/2014/main" id="{5236A962-67B8-4D84-B2E3-111A73BDE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2532" y="5102859"/>
            <a:ext cx="915035" cy="162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Retain and </a:t>
            </a: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audit</a:t>
            </a:r>
            <a:endParaRPr sz="900">
              <a:latin typeface="Arial"/>
              <a:ea typeface="Arial"/>
              <a:cs typeface="Arial"/>
            </a:endParaRPr>
          </a:p>
        </p:txBody>
      </p:sp>
      <p:sp>
        <p:nvSpPr>
          <p:cNvPr id="93" name="object 93">
            <a:extLst xmlns:a="http://schemas.openxmlformats.org/drawingml/2006/main">
              <a:ext uri="{FF2B5EF4-FFF2-40B4-BE49-F238E27FC236}">
                <a16:creationId xmlns:a16="http://schemas.microsoft.com/office/drawing/2014/main" id="{12488739-2926-48D2-98D1-36B83E333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432" y="5547359"/>
            <a:ext cx="1287780" cy="15049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524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20"/>
              </a:spcBef>
              <a:buNone/>
            </a:pP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Revise,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archive,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restore/log</a:t>
            </a:r>
            <a:endParaRPr sz="800">
              <a:latin typeface="Arial MT"/>
              <a:ea typeface="Arial MT"/>
              <a:cs typeface="Arial MT"/>
            </a:endParaRPr>
          </a:p>
        </p:txBody>
      </p:sp>
      <p:sp>
        <p:nvSpPr>
          <p:cNvPr id="95" name="object 95">
            <a:extLst xmlns:a="http://schemas.openxmlformats.org/drawingml/2006/main">
              <a:ext uri="{FF2B5EF4-FFF2-40B4-BE49-F238E27FC236}">
                <a16:creationId xmlns:a16="http://schemas.microsoft.com/office/drawing/2014/main" id="{D4F99E7B-96F5-4BC8-8120-7A6326AD3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6677659"/>
            <a:ext cx="6595109" cy="655320"/>
          </a:xfrm>
          <a:custGeom xmlns:a="http://schemas.openxmlformats.org/drawingml/2006/main">
            <a:rect l="l" t="t" r="r" b="b"/>
            <a:pathLst>
              <a:path w="6595109" h="655320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499"/>
                </a:lnTo>
                <a:lnTo>
                  <a:pt x="0" y="591819"/>
                </a:lnTo>
                <a:lnTo>
                  <a:pt x="4985" y="616550"/>
                </a:lnTo>
                <a:lnTo>
                  <a:pt x="18586" y="636733"/>
                </a:lnTo>
                <a:lnTo>
                  <a:pt x="38769" y="650334"/>
                </a:lnTo>
                <a:lnTo>
                  <a:pt x="63500" y="655319"/>
                </a:lnTo>
                <a:lnTo>
                  <a:pt x="6531300" y="655319"/>
                </a:lnTo>
                <a:lnTo>
                  <a:pt x="6556030" y="650334"/>
                </a:lnTo>
                <a:lnTo>
                  <a:pt x="6576213" y="636733"/>
                </a:lnTo>
                <a:lnTo>
                  <a:pt x="6589814" y="616550"/>
                </a:lnTo>
                <a:lnTo>
                  <a:pt x="6594800" y="591819"/>
                </a:lnTo>
                <a:lnTo>
                  <a:pt x="6594800" y="63499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E9F2F9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6" name="object 96">
            <a:extLst xmlns:a="http://schemas.openxmlformats.org/drawingml/2006/main">
              <a:ext uri="{FF2B5EF4-FFF2-40B4-BE49-F238E27FC236}">
                <a16:creationId xmlns:a16="http://schemas.microsoft.com/office/drawing/2014/main" id="{55B1B817-E955-4751-A8E6-85BD6FBE1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6677659"/>
            <a:ext cx="6595109" cy="655320"/>
          </a:xfrm>
          <a:custGeom xmlns:a="http://schemas.openxmlformats.org/drawingml/2006/main">
            <a:rect l="l" t="t" r="r" b="b"/>
            <a:pathLst>
              <a:path w="6595109" h="655320">
                <a:moveTo>
                  <a:pt x="63500" y="655319"/>
                </a:moveTo>
                <a:lnTo>
                  <a:pt x="6531300" y="655319"/>
                </a:lnTo>
                <a:lnTo>
                  <a:pt x="6556030" y="650334"/>
                </a:lnTo>
                <a:lnTo>
                  <a:pt x="6576213" y="636733"/>
                </a:lnTo>
                <a:lnTo>
                  <a:pt x="6589814" y="616550"/>
                </a:lnTo>
                <a:lnTo>
                  <a:pt x="6594800" y="591819"/>
                </a:lnTo>
                <a:lnTo>
                  <a:pt x="6594800" y="63499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499"/>
                </a:lnTo>
                <a:lnTo>
                  <a:pt x="0" y="591819"/>
                </a:lnTo>
                <a:lnTo>
                  <a:pt x="4985" y="616550"/>
                </a:lnTo>
                <a:lnTo>
                  <a:pt x="18586" y="636733"/>
                </a:lnTo>
                <a:lnTo>
                  <a:pt x="38769" y="650334"/>
                </a:lnTo>
                <a:lnTo>
                  <a:pt x="63500" y="655319"/>
                </a:lnTo>
                <a:close/>
              </a:path>
            </a:pathLst>
          </a:custGeom>
          <a:ln xmlns:a="http://schemas.openxmlformats.org/drawingml/2006/main" w="12700">
            <a:solidFill>
              <a:srgbClr val="0877B8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7" name="object 97">
            <a:extLst xmlns:a="http://schemas.openxmlformats.org/drawingml/2006/main">
              <a:ext uri="{FF2B5EF4-FFF2-40B4-BE49-F238E27FC236}">
                <a16:creationId xmlns:a16="http://schemas.microsoft.com/office/drawing/2014/main" id="{19586FFB-A8FF-448C-B8E0-58EE16C1E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6677659"/>
            <a:ext cx="63500" cy="655320"/>
          </a:xfrm>
          <a:custGeom xmlns:a="http://schemas.openxmlformats.org/drawingml/2006/main">
            <a:rect l="l" t="t" r="r" b="b"/>
            <a:pathLst>
              <a:path w="63500" h="655320">
                <a:moveTo>
                  <a:pt x="63500" y="0"/>
                </a:moveTo>
                <a:lnTo>
                  <a:pt x="0" y="0"/>
                </a:lnTo>
                <a:lnTo>
                  <a:pt x="0" y="655319"/>
                </a:lnTo>
                <a:lnTo>
                  <a:pt x="63500" y="655319"/>
                </a:lnTo>
                <a:lnTo>
                  <a:pt x="63500" y="0"/>
                </a:lnTo>
                <a:close/>
              </a:path>
            </a:pathLst>
          </a:custGeom>
          <a:solidFill xmlns:a="http://schemas.openxmlformats.org/drawingml/2006/main">
            <a:srgbClr val="0877B8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8" name="object 98">
            <a:extLst xmlns:a="http://schemas.openxmlformats.org/drawingml/2006/main">
              <a:ext uri="{FF2B5EF4-FFF2-40B4-BE49-F238E27FC236}">
                <a16:creationId xmlns:a16="http://schemas.microsoft.com/office/drawing/2014/main" id="{AF65E1CE-F672-4919-B4D3-DFA19A4C6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6738371"/>
            <a:ext cx="6496050" cy="4686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27940" rIns="0" bIns="0">
            <a:spAutoFit/>
          </a:bodyPr>
          <a:lstStyle xmlns:a="http://schemas.openxmlformats.org/drawingml/2006/main"/>
          <a:p xmlns:a="http://schemas.openxmlformats.org/drawingml/2006/main">
            <a:pPr marL="130175">
              <a:lnSpc>
                <a:spcPct val="100000"/>
              </a:lnSpc>
              <a:spcBef>
                <a:spcPts val="220"/>
              </a:spcBef>
              <a:buNone/>
            </a:pPr>
            <a:r>
              <a:rPr sz="10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Status </a:t>
            </a:r>
            <a:r>
              <a:rPr sz="10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path</a:t>
            </a:r>
            <a:endParaRPr sz="1000">
              <a:latin typeface="Arial"/>
              <a:ea typeface="Arial"/>
              <a:cs typeface="Arial"/>
            </a:endParaRPr>
          </a:p>
          <a:p xmlns:a="http://schemas.openxmlformats.org/drawingml/2006/main">
            <a:pPr marL="130175" marR="360045">
              <a:lnSpc>
                <a:spcPct val="112500"/>
              </a:lnSpc>
              <a:buNone/>
            </a:pP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Pending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-&gt;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Pending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Final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Approval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-&gt;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Approved.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rejection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can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occur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at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either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approval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stage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and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must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include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comments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so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uploader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knows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what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to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correct.</a:t>
            </a:r>
            <a:endParaRPr sz="800">
              <a:latin typeface="Arial MT"/>
              <a:ea typeface="Arial MT"/>
              <a:cs typeface="Arial MT"/>
            </a:endParaRPr>
          </a:p>
        </p:txBody>
      </p:sp>
      <p:sp>
        <p:nvSpPr>
          <p:cNvPr id="99" name="object 99">
            <a:extLst xmlns:a="http://schemas.openxmlformats.org/drawingml/2006/main">
              <a:ext uri="{FF2B5EF4-FFF2-40B4-BE49-F238E27FC236}">
                <a16:creationId xmlns:a16="http://schemas.microsoft.com/office/drawing/2014/main" id="{A6AB7D32-DFCA-4CE1-B515-BD4BA5F76A47}"/>
              </a:ext>
            </a:extLst>
          </p:cNvPr>
          <p:cNvSpPr>
            <a:spLocks xmlns:a="http://schemas.openxmlformats.org/drawingml/2006/main" noGrp="1"/>
          </p:cNvSpPr>
          <p:nvPr>
            <p:ph type="ft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6985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55"/>
              </a:spcBef>
              <a:buNone/>
            </a:pPr>
            <a:r>
              <a:t>Internal</a:t>
            </a:r>
            <a:r>
              <a:t> </a:t>
            </a:r>
            <a:r>
              <a:t>user</a:t>
            </a:r>
            <a:r>
              <a:t> </a:t>
            </a:r>
            <a:r>
              <a:t>guide</a:t>
            </a:r>
            <a:r>
              <a:t> </a:t>
            </a:r>
            <a:r>
              <a:t>-</a:t>
            </a:r>
            <a:r>
              <a:t> </a:t>
            </a:r>
            <a:r>
              <a:t>controlled</a:t>
            </a:r>
            <a:r>
              <a:t> </a:t>
            </a:r>
            <a:r>
              <a:t>copy</a:t>
            </a:r>
            <a:r>
              <a:t> </a:t>
            </a:r>
            <a:r>
              <a:t>when</a:t>
            </a:r>
            <a:r>
              <a:t> </a:t>
            </a:r>
            <a:r>
              <a:t>viewed</a:t>
            </a:r>
            <a:r>
              <a:t> </a:t>
            </a:r>
            <a:r>
              <a:t>in</a:t>
            </a:r>
            <a:r>
              <a:t> </a:t>
            </a:r>
            <a:r>
              <a:t>the</a:t>
            </a:r>
            <a:r>
              <a:t> </a:t>
            </a:r>
            <a:r>
              <a:t>DMS</a:t>
            </a:r>
            <a:r>
              <a:t> </a:t>
            </a:r>
            <a:r>
              <a:t>portal</a:t>
            </a:r>
          </a:p>
        </p:txBody>
      </p:sp>
      <p:sp>
        <p:nvSpPr>
          <p:cNvPr id="100" name="object 100">
            <a:extLst xmlns:a="http://schemas.openxmlformats.org/drawingml/2006/main">
              <a:ext uri="{FF2B5EF4-FFF2-40B4-BE49-F238E27FC236}">
                <a16:creationId xmlns:a16="http://schemas.microsoft.com/office/drawing/2014/main" id="{F0A00BBE-907A-4697-B01D-1EA869D6088B}"/>
              </a:ext>
            </a:extLst>
          </p:cNvPr>
          <p:cNvSpPr>
            <a:spLocks xmlns:a="http://schemas.openxmlformats.org/drawingml/2006/main" noGrp="1"/>
          </p:cNvSpPr>
          <p:nvPr>
            <p:ph type="dt" idx="6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6985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55"/>
              </a:spcBef>
              <a:buNone/>
            </a:pPr>
            <a:r>
              <a:t>Smart</a:t>
            </a:r>
            <a:r>
              <a:t> </a:t>
            </a:r>
            <a:r>
              <a:t>DMS</a:t>
            </a:r>
            <a:r>
              <a:t> </a:t>
            </a:r>
            <a:r>
              <a:t>v2.0.0</a:t>
            </a:r>
          </a:p>
        </p:txBody>
      </p:sp>
    </p:spTree>
    <p:extLst>
      <p:ext uri="{BB962C8B-B14F-4D97-AF65-F5344CB8AC3E}">
        <p14:creationId xmlns:p14="http://schemas.microsoft.com/office/powerpoint/2010/main" val="1289673998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object 2">
            <a:extLst xmlns:a="http://schemas.openxmlformats.org/drawingml/2006/main">
              <a:ext uri="{FF2B5EF4-FFF2-40B4-BE49-F238E27FC236}">
                <a16:creationId xmlns:a16="http://schemas.microsoft.com/office/drawing/2014/main" id="{13EE1AB8-C6F2-4B83-9FBF-46E95B410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9100" y="156971"/>
            <a:ext cx="1671955" cy="330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065" rIns="0" bIns="0">
            <a:spAutoFit/>
          </a:bodyPr>
          <a:lstStyle xmlns:a="http://schemas.openxmlformats.org/drawingml/2006/main"/>
          <a:p xmlns:a="http://schemas.openxmlformats.org/drawingml/2006/main">
            <a:pPr marL="12700" marR="5080">
              <a:lnSpc>
                <a:spcPct val="153800"/>
              </a:lnSpc>
              <a:spcBef>
                <a:spcPts val="95"/>
              </a:spcBef>
              <a:buNone/>
            </a:pP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ZF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Rane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Automotive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India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PVT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LTD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-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SGD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Smart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DMS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Portal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User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Manual</a:t>
            </a:r>
            <a:endParaRPr sz="650">
              <a:latin typeface="Arial MT"/>
              <a:ea typeface="Arial MT"/>
              <a:cs typeface="Arial MT"/>
            </a:endParaRPr>
          </a:p>
        </p:txBody>
      </p:sp>
      <p:graphicFrame>
        <p:nvGraphicFramePr>
          <p:cNvPr id="55" name="object 3"/>
          <p:cNvGraphicFramePr/>
          <p:nvPr/>
        </p:nvGraphicFramePr>
        <p:xfrm>
          <a:off xmlns:a="http://schemas.openxmlformats.org/drawingml/2006/main" x="4178625" y="161924"/>
          <a:ext xmlns:a="http://schemas.openxmlformats.org/drawingml/2006/main" cx="2895600" cy="444500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47800"/>
                <a:gridCol w="1447800"/>
              </a:tblGrid>
              <a:tr h="222250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50"/>
                        </a:spcBef>
                        <a:buNone/>
                      </a:pP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Document: DMS-UM-001</a:t>
                      </a:r>
                      <a:endParaRPr sz="6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985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50"/>
                        </a:spcBef>
                        <a:buNone/>
                      </a:pP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Revision: 1.3</a:t>
                      </a:r>
                      <a:endParaRPr sz="6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985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</a:tr>
              <a:tr h="222250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00"/>
                        </a:spcBef>
                        <a:buNone/>
                      </a:pP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Effective: 10-Aug-2026</a:t>
                      </a:r>
                      <a:endParaRPr sz="6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350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00"/>
                        </a:spcBef>
                        <a:buNone/>
                      </a:pP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Page: 5 of 27</a:t>
                      </a:r>
                      <a:endParaRPr sz="6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350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5" name="object 5">
            <a:extLst xmlns:a="http://schemas.openxmlformats.org/drawingml/2006/main">
              <a:ext uri="{FF2B5EF4-FFF2-40B4-BE49-F238E27FC236}">
                <a16:creationId xmlns:a16="http://schemas.microsoft.com/office/drawing/2014/main" id="{A3541196-730E-4691-9563-0E14E7BBA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774699"/>
            <a:ext cx="7560309" cy="431800"/>
          </a:xfrm>
          <a:custGeom xmlns:a="http://schemas.openxmlformats.org/drawingml/2006/main">
            <a:rect l="l" t="t" r="r" b="b"/>
            <a:pathLst>
              <a:path w="7560309" h="431800">
                <a:moveTo>
                  <a:pt x="7560000" y="0"/>
                </a:moveTo>
                <a:lnTo>
                  <a:pt x="0" y="0"/>
                </a:lnTo>
                <a:lnTo>
                  <a:pt x="0" y="431800"/>
                </a:lnTo>
                <a:lnTo>
                  <a:pt x="7560000" y="431800"/>
                </a:lnTo>
                <a:lnTo>
                  <a:pt x="7560000" y="0"/>
                </a:lnTo>
                <a:close/>
              </a:path>
            </a:pathLst>
          </a:custGeom>
          <a:solidFill xmlns:a="http://schemas.openxmlformats.org/drawingml/2006/main">
            <a:srgbClr val="0A346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object 6">
            <a:extLst xmlns:a="http://schemas.openxmlformats.org/drawingml/2006/main">
              <a:ext uri="{FF2B5EF4-FFF2-40B4-BE49-F238E27FC236}">
                <a16:creationId xmlns:a16="http://schemas.microsoft.com/office/drawing/2014/main" id="{4D61C831-634B-4F89-B82A-CD44B6427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863599"/>
            <a:ext cx="533400" cy="254000"/>
          </a:xfrm>
          <a:custGeom xmlns:a="http://schemas.openxmlformats.org/drawingml/2006/main">
            <a:rect l="l" t="t" r="r" b="b"/>
            <a:pathLst>
              <a:path w="533400" h="254000">
                <a:moveTo>
                  <a:pt x="4699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190500"/>
                </a:lnTo>
                <a:lnTo>
                  <a:pt x="4985" y="215230"/>
                </a:lnTo>
                <a:lnTo>
                  <a:pt x="18586" y="235413"/>
                </a:lnTo>
                <a:lnTo>
                  <a:pt x="38769" y="249014"/>
                </a:lnTo>
                <a:lnTo>
                  <a:pt x="63500" y="254000"/>
                </a:lnTo>
                <a:lnTo>
                  <a:pt x="469900" y="254000"/>
                </a:lnTo>
                <a:lnTo>
                  <a:pt x="494630" y="249014"/>
                </a:lnTo>
                <a:lnTo>
                  <a:pt x="514813" y="235413"/>
                </a:lnTo>
                <a:lnTo>
                  <a:pt x="528414" y="215230"/>
                </a:lnTo>
                <a:lnTo>
                  <a:pt x="533400" y="190500"/>
                </a:lnTo>
                <a:lnTo>
                  <a:pt x="533400" y="63500"/>
                </a:lnTo>
                <a:lnTo>
                  <a:pt x="528414" y="38769"/>
                </a:lnTo>
                <a:lnTo>
                  <a:pt x="514813" y="18586"/>
                </a:lnTo>
                <a:lnTo>
                  <a:pt x="494630" y="4985"/>
                </a:lnTo>
                <a:lnTo>
                  <a:pt x="469900" y="0"/>
                </a:lnTo>
                <a:close/>
              </a:path>
            </a:pathLst>
          </a:custGeom>
          <a:solidFill xmlns:a="http://schemas.openxmlformats.org/drawingml/2006/main">
            <a:srgbClr val="F7B800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object 7">
            <a:extLst xmlns:a="http://schemas.openxmlformats.org/drawingml/2006/main">
              <a:ext uri="{FF2B5EF4-FFF2-40B4-BE49-F238E27FC236}">
                <a16:creationId xmlns:a16="http://schemas.microsoft.com/office/drawing/2014/main" id="{F3FAFBAE-44DD-4B05-8758-323995CF1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981" y="920750"/>
            <a:ext cx="167005" cy="1473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8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4.1</a:t>
            </a:r>
            <a:endParaRPr sz="800">
              <a:latin typeface="Arial"/>
              <a:ea typeface="Arial"/>
              <a:cs typeface="Arial"/>
            </a:endParaRPr>
          </a:p>
        </p:txBody>
      </p:sp>
      <p:sp>
        <p:nvSpPr>
          <p:cNvPr id="8" name="object 8">
            <a:extLst xmlns:a="http://schemas.openxmlformats.org/drawingml/2006/main">
              <a:ext uri="{FF2B5EF4-FFF2-40B4-BE49-F238E27FC236}">
                <a16:creationId xmlns:a16="http://schemas.microsoft.com/office/drawing/2014/main" id="{041148BD-28CF-4FD7-B178-8D2CE138C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300" y="863600"/>
            <a:ext cx="1708150" cy="25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Login to the 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Portal</a:t>
            </a:r>
            <a:endParaRPr sz="1500">
              <a:latin typeface="Arial"/>
              <a:ea typeface="Arial"/>
              <a:cs typeface="Arial"/>
            </a:endParaRPr>
          </a:p>
        </p:txBody>
      </p:sp>
      <p:sp>
        <p:nvSpPr>
          <p:cNvPr id="9" name="object 9">
            <a:extLst xmlns:a="http://schemas.openxmlformats.org/drawingml/2006/main">
              <a:ext uri="{FF2B5EF4-FFF2-40B4-BE49-F238E27FC236}">
                <a16:creationId xmlns:a16="http://schemas.microsoft.com/office/drawing/2014/main" id="{58C435C4-8110-44C4-A24E-92E06807A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600" y="10298300"/>
            <a:ext cx="6595109" cy="0"/>
          </a:xfrm>
          <a:custGeom xmlns:a="http://schemas.openxmlformats.org/drawingml/2006/main">
            <a:rect l="l" t="t" r="r" b="b"/>
            <a:pathLst>
              <a:path w="6595109" h="0">
                <a:moveTo>
                  <a:pt x="0" y="0"/>
                </a:moveTo>
                <a:lnTo>
                  <a:pt x="6594800" y="0"/>
                </a:lnTo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object 10">
            <a:extLst xmlns:a="http://schemas.openxmlformats.org/drawingml/2006/main">
              <a:ext uri="{FF2B5EF4-FFF2-40B4-BE49-F238E27FC236}">
                <a16:creationId xmlns:a16="http://schemas.microsoft.com/office/drawing/2014/main" id="{74A0F1E1-1F61-40A0-94CE-7C047B46A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900" y="1358899"/>
            <a:ext cx="2618740" cy="15049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524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20"/>
              </a:spcBef>
              <a:buNone/>
            </a:pP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Use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portal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URL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supplied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by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your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DMS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administrator.</a:t>
            </a:r>
            <a:endParaRPr sz="800">
              <a:latin typeface="Arial MT"/>
              <a:ea typeface="Arial MT"/>
              <a:cs typeface="Arial MT"/>
            </a:endParaRPr>
          </a:p>
        </p:txBody>
      </p:sp>
      <p:sp>
        <p:nvSpPr>
          <p:cNvPr id="12" name="object 12">
            <a:extLst xmlns:a="http://schemas.openxmlformats.org/drawingml/2006/main">
              <a:ext uri="{FF2B5EF4-FFF2-40B4-BE49-F238E27FC236}">
                <a16:creationId xmlns:a16="http://schemas.microsoft.com/office/drawing/2014/main" id="{E0AC800F-981D-4372-BAA5-00FBB389E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0700" y="1648459"/>
            <a:ext cx="6595109" cy="2840990"/>
          </a:xfrm>
          <a:custGeom xmlns:a="http://schemas.openxmlformats.org/drawingml/2006/main">
            <a:rect l="l" t="t" r="r" b="b"/>
            <a:pathLst>
              <a:path w="6595109" h="2840990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2777073"/>
                </a:lnTo>
                <a:lnTo>
                  <a:pt x="4985" y="2801804"/>
                </a:lnTo>
                <a:lnTo>
                  <a:pt x="18586" y="2821986"/>
                </a:lnTo>
                <a:lnTo>
                  <a:pt x="38769" y="2835587"/>
                </a:lnTo>
                <a:lnTo>
                  <a:pt x="63500" y="2840573"/>
                </a:lnTo>
                <a:lnTo>
                  <a:pt x="6531300" y="2840573"/>
                </a:lnTo>
                <a:lnTo>
                  <a:pt x="6556030" y="2835587"/>
                </a:lnTo>
                <a:lnTo>
                  <a:pt x="6576213" y="2821986"/>
                </a:lnTo>
                <a:lnTo>
                  <a:pt x="6589814" y="2801804"/>
                </a:lnTo>
                <a:lnTo>
                  <a:pt x="6594800" y="2777073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D6E1ED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object 13">
            <a:extLst xmlns:a="http://schemas.openxmlformats.org/drawingml/2006/main">
              <a:ext uri="{FF2B5EF4-FFF2-40B4-BE49-F238E27FC236}">
                <a16:creationId xmlns:a16="http://schemas.microsoft.com/office/drawing/2014/main" id="{6F1E0294-65A5-49D1-A0F4-993DC21A2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1610359"/>
            <a:ext cx="6595109" cy="2840990"/>
          </a:xfrm>
          <a:custGeom xmlns:a="http://schemas.openxmlformats.org/drawingml/2006/main">
            <a:rect l="l" t="t" r="r" b="b"/>
            <a:pathLst>
              <a:path w="6595109" h="2840990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2777073"/>
                </a:lnTo>
                <a:lnTo>
                  <a:pt x="4985" y="2801804"/>
                </a:lnTo>
                <a:lnTo>
                  <a:pt x="18586" y="2821986"/>
                </a:lnTo>
                <a:lnTo>
                  <a:pt x="38769" y="2835587"/>
                </a:lnTo>
                <a:lnTo>
                  <a:pt x="63500" y="2840573"/>
                </a:lnTo>
                <a:lnTo>
                  <a:pt x="6531300" y="2840573"/>
                </a:lnTo>
                <a:lnTo>
                  <a:pt x="6556030" y="2835587"/>
                </a:lnTo>
                <a:lnTo>
                  <a:pt x="6576213" y="2821986"/>
                </a:lnTo>
                <a:lnTo>
                  <a:pt x="6589814" y="2801804"/>
                </a:lnTo>
                <a:lnTo>
                  <a:pt x="6594800" y="2777073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object 14">
            <a:extLst xmlns:a="http://schemas.openxmlformats.org/drawingml/2006/main">
              <a:ext uri="{FF2B5EF4-FFF2-40B4-BE49-F238E27FC236}">
                <a16:creationId xmlns:a16="http://schemas.microsoft.com/office/drawing/2014/main" id="{013436F3-F845-44FB-A4B4-1582657EF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1610359"/>
            <a:ext cx="6595109" cy="2840990"/>
          </a:xfrm>
          <a:custGeom xmlns:a="http://schemas.openxmlformats.org/drawingml/2006/main">
            <a:rect l="l" t="t" r="r" b="b"/>
            <a:pathLst>
              <a:path w="6595109" h="2840990">
                <a:moveTo>
                  <a:pt x="63500" y="2840573"/>
                </a:moveTo>
                <a:lnTo>
                  <a:pt x="6531300" y="2840573"/>
                </a:lnTo>
                <a:lnTo>
                  <a:pt x="6556030" y="2835587"/>
                </a:lnTo>
                <a:lnTo>
                  <a:pt x="6576213" y="2821986"/>
                </a:lnTo>
                <a:lnTo>
                  <a:pt x="6589814" y="2801804"/>
                </a:lnTo>
                <a:lnTo>
                  <a:pt x="6594800" y="2777073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2777073"/>
                </a:lnTo>
                <a:lnTo>
                  <a:pt x="4985" y="2801804"/>
                </a:lnTo>
                <a:lnTo>
                  <a:pt x="18586" y="2821986"/>
                </a:lnTo>
                <a:lnTo>
                  <a:pt x="38769" y="2835587"/>
                </a:lnTo>
                <a:lnTo>
                  <a:pt x="63500" y="2840573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65" name="object 1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81a5d12c6542f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12084" y="1623060"/>
            <a:ext cx="6535830" cy="2815172"/>
          </a:xfrm>
          <a:prstGeom xmlns:a="http://schemas.openxmlformats.org/drawingml/2006/main" prst="rect">
            <a:avLst/>
          </a:prstGeom>
        </p:spPr>
      </p:pic>
      <p:sp>
        <p:nvSpPr>
          <p:cNvPr id="16" name="object 16">
            <a:extLst xmlns:a="http://schemas.openxmlformats.org/drawingml/2006/main">
              <a:ext uri="{FF2B5EF4-FFF2-40B4-BE49-F238E27FC236}">
                <a16:creationId xmlns:a16="http://schemas.microsoft.com/office/drawing/2014/main" id="{A6B2EF87-BA6E-42B8-91B1-E8FAC28D6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7544" y="4501732"/>
            <a:ext cx="1784985" cy="14160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397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10"/>
              </a:spcBef>
              <a:buNone/>
            </a:pP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Figure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1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-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Current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Smart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DMS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login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page</a:t>
            </a:r>
            <a:endParaRPr sz="750">
              <a:latin typeface="Arial"/>
              <a:ea typeface="Arial"/>
              <a:cs typeface="Arial"/>
            </a:endParaRPr>
          </a:p>
        </p:txBody>
      </p:sp>
      <p:sp>
        <p:nvSpPr>
          <p:cNvPr id="18" name="object 18">
            <a:extLst xmlns:a="http://schemas.openxmlformats.org/drawingml/2006/main">
              <a:ext uri="{FF2B5EF4-FFF2-40B4-BE49-F238E27FC236}">
                <a16:creationId xmlns:a16="http://schemas.microsoft.com/office/drawing/2014/main" id="{CD46CB46-45A4-4C9B-BE1D-6E8F132FA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4758273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9" name="object 19">
            <a:extLst xmlns:a="http://schemas.openxmlformats.org/drawingml/2006/main">
              <a:ext uri="{FF2B5EF4-FFF2-40B4-BE49-F238E27FC236}">
                <a16:creationId xmlns:a16="http://schemas.microsoft.com/office/drawing/2014/main" id="{8EDF1342-6DDA-4978-9F5F-CBEE9D136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4758273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3500" y="403860"/>
                </a:move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69" name="object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af16f585724aa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71500" y="4845903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21" name="object 21">
            <a:extLst xmlns:a="http://schemas.openxmlformats.org/drawingml/2006/main">
              <a:ext uri="{FF2B5EF4-FFF2-40B4-BE49-F238E27FC236}">
                <a16:creationId xmlns:a16="http://schemas.microsoft.com/office/drawing/2014/main" id="{BAB77A81-61D1-496C-91D6-6AAB71E84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15" y="4873843"/>
            <a:ext cx="89535" cy="162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  <a:endParaRPr sz="900">
              <a:latin typeface="Arial"/>
              <a:ea typeface="Arial"/>
              <a:cs typeface="Arial"/>
            </a:endParaRPr>
          </a:p>
        </p:txBody>
      </p:sp>
      <p:sp>
        <p:nvSpPr>
          <p:cNvPr id="22" name="object 22">
            <a:extLst xmlns:a="http://schemas.openxmlformats.org/drawingml/2006/main">
              <a:ext uri="{FF2B5EF4-FFF2-40B4-BE49-F238E27FC236}">
                <a16:creationId xmlns:a16="http://schemas.microsoft.com/office/drawing/2014/main" id="{8F98B2A7-5B83-4C0B-B17E-25D26D1F0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90917"/>
            <a:ext cx="2504440" cy="3086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3175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250"/>
              </a:spcBef>
              <a:buNone/>
            </a:pP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Open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the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Smart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DMS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portal</a:t>
            </a:r>
            <a:endParaRPr sz="850">
              <a:latin typeface="Arial"/>
              <a:ea typeface="Arial"/>
              <a:cs typeface="Arial"/>
            </a:endParaRPr>
          </a:p>
          <a:p xmlns:a="http://schemas.openxmlformats.org/drawingml/2006/main">
            <a:pPr marL="12700">
              <a:lnSpc>
                <a:spcPct val="100000"/>
              </a:lnSpc>
              <a:spcBef>
                <a:spcPts val="150"/>
              </a:spcBef>
              <a:buNone/>
            </a:pP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Use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supported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browser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and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approved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internal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URL.</a:t>
            </a:r>
            <a:endParaRPr sz="750">
              <a:latin typeface="Arial MT"/>
              <a:ea typeface="Arial MT"/>
              <a:cs typeface="Arial MT"/>
            </a:endParaRPr>
          </a:p>
        </p:txBody>
      </p:sp>
      <p:sp>
        <p:nvSpPr>
          <p:cNvPr id="24" name="object 24">
            <a:extLst xmlns:a="http://schemas.openxmlformats.org/drawingml/2006/main">
              <a:ext uri="{FF2B5EF4-FFF2-40B4-BE49-F238E27FC236}">
                <a16:creationId xmlns:a16="http://schemas.microsoft.com/office/drawing/2014/main" id="{091634E4-6C5F-4D63-BDDD-B46285D93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5238332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5" name="object 25">
            <a:extLst xmlns:a="http://schemas.openxmlformats.org/drawingml/2006/main">
              <a:ext uri="{FF2B5EF4-FFF2-40B4-BE49-F238E27FC236}">
                <a16:creationId xmlns:a16="http://schemas.microsoft.com/office/drawing/2014/main" id="{B2F295B3-647D-4176-B1F7-B4D6CBC8A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5238332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3500" y="403860"/>
                </a:move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74" name="object 2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af16f585724aa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71500" y="5325962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27" name="object 27">
            <a:extLst xmlns:a="http://schemas.openxmlformats.org/drawingml/2006/main">
              <a:ext uri="{FF2B5EF4-FFF2-40B4-BE49-F238E27FC236}">
                <a16:creationId xmlns:a16="http://schemas.microsoft.com/office/drawing/2014/main" id="{7D64EDCD-4876-4E54-959B-6C40444E9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15" y="5353903"/>
            <a:ext cx="89535" cy="162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  <a:endParaRPr sz="900">
              <a:latin typeface="Arial"/>
              <a:ea typeface="Arial"/>
              <a:cs typeface="Arial"/>
            </a:endParaRPr>
          </a:p>
        </p:txBody>
      </p:sp>
      <p:sp>
        <p:nvSpPr>
          <p:cNvPr id="28" name="object 28">
            <a:extLst xmlns:a="http://schemas.openxmlformats.org/drawingml/2006/main">
              <a:ext uri="{FF2B5EF4-FFF2-40B4-BE49-F238E27FC236}">
                <a16:creationId xmlns:a16="http://schemas.microsoft.com/office/drawing/2014/main" id="{A8C8F05B-F4C3-4BC5-8DEB-4EF29B09F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70976"/>
            <a:ext cx="2444115" cy="3086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3175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250"/>
              </a:spcBef>
              <a:buNone/>
            </a:pP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Enter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your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identity</a:t>
            </a:r>
            <a:endParaRPr sz="850">
              <a:latin typeface="Arial"/>
              <a:ea typeface="Arial"/>
              <a:cs typeface="Arial"/>
            </a:endParaRPr>
          </a:p>
          <a:p xmlns:a="http://schemas.openxmlformats.org/drawingml/2006/main">
            <a:pPr marL="12700">
              <a:lnSpc>
                <a:spcPct val="100000"/>
              </a:lnSpc>
              <a:spcBef>
                <a:spcPts val="150"/>
              </a:spcBef>
              <a:buNone/>
            </a:pP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Use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your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registered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email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address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or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employee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GENID.</a:t>
            </a:r>
            <a:endParaRPr sz="750">
              <a:latin typeface="Arial MT"/>
              <a:ea typeface="Arial MT"/>
              <a:cs typeface="Arial MT"/>
            </a:endParaRPr>
          </a:p>
        </p:txBody>
      </p:sp>
      <p:sp>
        <p:nvSpPr>
          <p:cNvPr id="30" name="object 30">
            <a:extLst xmlns:a="http://schemas.openxmlformats.org/drawingml/2006/main">
              <a:ext uri="{FF2B5EF4-FFF2-40B4-BE49-F238E27FC236}">
                <a16:creationId xmlns:a16="http://schemas.microsoft.com/office/drawing/2014/main" id="{2BE9A5E4-43B0-4874-825C-85C10F6FE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5718393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59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59"/>
                </a:lnTo>
                <a:lnTo>
                  <a:pt x="6531300" y="403859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59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1" name="object 31">
            <a:extLst xmlns:a="http://schemas.openxmlformats.org/drawingml/2006/main">
              <a:ext uri="{FF2B5EF4-FFF2-40B4-BE49-F238E27FC236}">
                <a16:creationId xmlns:a16="http://schemas.microsoft.com/office/drawing/2014/main" id="{30C0148A-90D6-45E0-AD09-6929BBF10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5718393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3500" y="403859"/>
                </a:moveTo>
                <a:lnTo>
                  <a:pt x="6531300" y="403859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59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59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59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79" name="object 3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af16f585724aa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71500" y="5806023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33" name="object 33">
            <a:extLst xmlns:a="http://schemas.openxmlformats.org/drawingml/2006/main">
              <a:ext uri="{FF2B5EF4-FFF2-40B4-BE49-F238E27FC236}">
                <a16:creationId xmlns:a16="http://schemas.microsoft.com/office/drawing/2014/main" id="{479C54DB-CBFC-468A-9B2A-568BE7BDF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15" y="5833962"/>
            <a:ext cx="89535" cy="162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  <a:endParaRPr sz="900">
              <a:latin typeface="Arial"/>
              <a:ea typeface="Arial"/>
              <a:cs typeface="Arial"/>
            </a:endParaRPr>
          </a:p>
        </p:txBody>
      </p:sp>
      <p:sp>
        <p:nvSpPr>
          <p:cNvPr id="34" name="object 34">
            <a:extLst xmlns:a="http://schemas.openxmlformats.org/drawingml/2006/main">
              <a:ext uri="{FF2B5EF4-FFF2-40B4-BE49-F238E27FC236}">
                <a16:creationId xmlns:a16="http://schemas.microsoft.com/office/drawing/2014/main" id="{944BB269-B062-433D-957F-EDDBB66A6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751036"/>
            <a:ext cx="2460625" cy="3086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3175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250"/>
              </a:spcBef>
              <a:buNone/>
            </a:pP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Enter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your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password</a:t>
            </a:r>
            <a:endParaRPr sz="850">
              <a:latin typeface="Arial"/>
              <a:ea typeface="Arial"/>
              <a:cs typeface="Arial"/>
            </a:endParaRPr>
          </a:p>
          <a:p xmlns:a="http://schemas.openxmlformats.org/drawingml/2006/main">
            <a:pPr marL="12700">
              <a:lnSpc>
                <a:spcPct val="100000"/>
              </a:lnSpc>
              <a:spcBef>
                <a:spcPts val="150"/>
              </a:spcBef>
              <a:buNone/>
            </a:pP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Passwords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are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case-sensitive.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Do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not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share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credentials.</a:t>
            </a:r>
            <a:endParaRPr sz="750">
              <a:latin typeface="Arial MT"/>
              <a:ea typeface="Arial MT"/>
              <a:cs typeface="Arial MT"/>
            </a:endParaRPr>
          </a:p>
        </p:txBody>
      </p:sp>
      <p:sp>
        <p:nvSpPr>
          <p:cNvPr id="36" name="object 36">
            <a:extLst xmlns:a="http://schemas.openxmlformats.org/drawingml/2006/main">
              <a:ext uri="{FF2B5EF4-FFF2-40B4-BE49-F238E27FC236}">
                <a16:creationId xmlns:a16="http://schemas.microsoft.com/office/drawing/2014/main" id="{C308518B-D521-4F6E-A87C-21890A5D2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6198453"/>
            <a:ext cx="6595109" cy="403860"/>
          </a:xfrm>
          <a:custGeom xmlns:a="http://schemas.openxmlformats.org/drawingml/2006/main">
            <a:rect l="l" t="t" r="r" b="b"/>
            <a:pathLst>
              <a:path w="6595109" h="403859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7" name="object 37">
            <a:extLst xmlns:a="http://schemas.openxmlformats.org/drawingml/2006/main">
              <a:ext uri="{FF2B5EF4-FFF2-40B4-BE49-F238E27FC236}">
                <a16:creationId xmlns:a16="http://schemas.microsoft.com/office/drawing/2014/main" id="{FEF03846-1209-4B99-83D4-592A375A0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6198453"/>
            <a:ext cx="6595109" cy="403860"/>
          </a:xfrm>
          <a:custGeom xmlns:a="http://schemas.openxmlformats.org/drawingml/2006/main">
            <a:rect l="l" t="t" r="r" b="b"/>
            <a:pathLst>
              <a:path w="6595109" h="403859">
                <a:moveTo>
                  <a:pt x="63500" y="403860"/>
                </a:move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84" name="object 3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af16f585724aa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71500" y="6286083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39" name="object 39">
            <a:extLst xmlns:a="http://schemas.openxmlformats.org/drawingml/2006/main">
              <a:ext uri="{FF2B5EF4-FFF2-40B4-BE49-F238E27FC236}">
                <a16:creationId xmlns:a16="http://schemas.microsoft.com/office/drawing/2014/main" id="{9A530B0D-C5E7-4DDB-B7F1-B3CEA3AC9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15" y="6314023"/>
            <a:ext cx="89535" cy="162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  <a:endParaRPr sz="900">
              <a:latin typeface="Arial"/>
              <a:ea typeface="Arial"/>
              <a:cs typeface="Arial"/>
            </a:endParaRPr>
          </a:p>
        </p:txBody>
      </p:sp>
      <p:sp>
        <p:nvSpPr>
          <p:cNvPr id="40" name="object 40">
            <a:extLst xmlns:a="http://schemas.openxmlformats.org/drawingml/2006/main">
              <a:ext uri="{FF2B5EF4-FFF2-40B4-BE49-F238E27FC236}">
                <a16:creationId xmlns:a16="http://schemas.microsoft.com/office/drawing/2014/main" id="{5DD691D8-87E0-4AD2-BF4E-1AD3596F9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231097"/>
            <a:ext cx="3238500" cy="3086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3175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250"/>
              </a:spcBef>
              <a:buNone/>
            </a:pP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Select Sign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in</a:t>
            </a:r>
            <a:endParaRPr sz="850">
              <a:latin typeface="Arial"/>
              <a:ea typeface="Arial"/>
              <a:cs typeface="Arial"/>
            </a:endParaRPr>
          </a:p>
          <a:p xmlns:a="http://schemas.openxmlformats.org/drawingml/2006/main">
            <a:pPr marL="12700">
              <a:lnSpc>
                <a:spcPct val="100000"/>
              </a:lnSpc>
              <a:spcBef>
                <a:spcPts val="150"/>
              </a:spcBef>
              <a:buNone/>
            </a:pP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Successful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login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opens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Master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Dashboard.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An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audit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event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is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recorded.</a:t>
            </a:r>
            <a:endParaRPr sz="750">
              <a:latin typeface="Arial MT"/>
              <a:ea typeface="Arial MT"/>
              <a:cs typeface="Arial MT"/>
            </a:endParaRPr>
          </a:p>
        </p:txBody>
      </p:sp>
      <p:sp>
        <p:nvSpPr>
          <p:cNvPr id="42" name="object 42">
            <a:extLst xmlns:a="http://schemas.openxmlformats.org/drawingml/2006/main">
              <a:ext uri="{FF2B5EF4-FFF2-40B4-BE49-F238E27FC236}">
                <a16:creationId xmlns:a16="http://schemas.microsoft.com/office/drawing/2014/main" id="{1D466C8B-D676-4336-BFDB-51C7A7E45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6678513"/>
            <a:ext cx="6595109" cy="518159"/>
          </a:xfrm>
          <a:custGeom xmlns:a="http://schemas.openxmlformats.org/drawingml/2006/main">
            <a:rect l="l" t="t" r="r" b="b"/>
            <a:pathLst>
              <a:path w="6595109" h="518159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454660"/>
                </a:lnTo>
                <a:lnTo>
                  <a:pt x="4985" y="479390"/>
                </a:lnTo>
                <a:lnTo>
                  <a:pt x="18586" y="499573"/>
                </a:lnTo>
                <a:lnTo>
                  <a:pt x="38769" y="513174"/>
                </a:lnTo>
                <a:lnTo>
                  <a:pt x="63500" y="518160"/>
                </a:lnTo>
                <a:lnTo>
                  <a:pt x="6531300" y="518160"/>
                </a:lnTo>
                <a:lnTo>
                  <a:pt x="6556030" y="513174"/>
                </a:lnTo>
                <a:lnTo>
                  <a:pt x="6576213" y="499573"/>
                </a:lnTo>
                <a:lnTo>
                  <a:pt x="6589814" y="479390"/>
                </a:lnTo>
                <a:lnTo>
                  <a:pt x="6594800" y="4546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FF6DA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3" name="object 43">
            <a:extLst xmlns:a="http://schemas.openxmlformats.org/drawingml/2006/main">
              <a:ext uri="{FF2B5EF4-FFF2-40B4-BE49-F238E27FC236}">
                <a16:creationId xmlns:a16="http://schemas.microsoft.com/office/drawing/2014/main" id="{584C6B4E-EDA4-4020-B655-A9053609E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6678513"/>
            <a:ext cx="6595109" cy="518159"/>
          </a:xfrm>
          <a:custGeom xmlns:a="http://schemas.openxmlformats.org/drawingml/2006/main">
            <a:rect l="l" t="t" r="r" b="b"/>
            <a:pathLst>
              <a:path w="6595109" h="518159">
                <a:moveTo>
                  <a:pt x="63500" y="518160"/>
                </a:moveTo>
                <a:lnTo>
                  <a:pt x="6531300" y="518160"/>
                </a:lnTo>
                <a:lnTo>
                  <a:pt x="6556030" y="513174"/>
                </a:lnTo>
                <a:lnTo>
                  <a:pt x="6576213" y="499573"/>
                </a:lnTo>
                <a:lnTo>
                  <a:pt x="6589814" y="479390"/>
                </a:lnTo>
                <a:lnTo>
                  <a:pt x="6594800" y="4546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454660"/>
                </a:lnTo>
                <a:lnTo>
                  <a:pt x="4985" y="479390"/>
                </a:lnTo>
                <a:lnTo>
                  <a:pt x="18586" y="499573"/>
                </a:lnTo>
                <a:lnTo>
                  <a:pt x="38769" y="513174"/>
                </a:lnTo>
                <a:lnTo>
                  <a:pt x="63500" y="518160"/>
                </a:lnTo>
                <a:close/>
              </a:path>
            </a:pathLst>
          </a:custGeom>
          <a:ln xmlns:a="http://schemas.openxmlformats.org/drawingml/2006/main" w="6349">
            <a:solidFill>
              <a:srgbClr val="D88300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4" name="object 44">
            <a:extLst xmlns:a="http://schemas.openxmlformats.org/drawingml/2006/main">
              <a:ext uri="{FF2B5EF4-FFF2-40B4-BE49-F238E27FC236}">
                <a16:creationId xmlns:a16="http://schemas.microsoft.com/office/drawing/2014/main" id="{284789CB-060B-4658-9B0E-EA5FD8C16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6678513"/>
            <a:ext cx="63500" cy="518159"/>
          </a:xfrm>
          <a:custGeom xmlns:a="http://schemas.openxmlformats.org/drawingml/2006/main">
            <a:rect l="l" t="t" r="r" b="b"/>
            <a:pathLst>
              <a:path w="63500" h="518159">
                <a:moveTo>
                  <a:pt x="63500" y="0"/>
                </a:moveTo>
                <a:lnTo>
                  <a:pt x="0" y="0"/>
                </a:lnTo>
                <a:lnTo>
                  <a:pt x="0" y="518160"/>
                </a:lnTo>
                <a:lnTo>
                  <a:pt x="63500" y="518160"/>
                </a:lnTo>
                <a:lnTo>
                  <a:pt x="63500" y="0"/>
                </a:lnTo>
                <a:close/>
              </a:path>
            </a:pathLst>
          </a:custGeom>
          <a:solidFill xmlns:a="http://schemas.openxmlformats.org/drawingml/2006/main">
            <a:srgbClr val="D88300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5" name="object 45">
            <a:extLst xmlns:a="http://schemas.openxmlformats.org/drawingml/2006/main">
              <a:ext uri="{FF2B5EF4-FFF2-40B4-BE49-F238E27FC236}">
                <a16:creationId xmlns:a16="http://schemas.microsoft.com/office/drawing/2014/main" id="{D86E6FD6-BD12-463B-96AA-605934C87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512" y="6739225"/>
            <a:ext cx="6494145" cy="33147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27940" rIns="0" bIns="0">
            <a:spAutoFit/>
          </a:bodyPr>
          <a:lstStyle xmlns:a="http://schemas.openxmlformats.org/drawingml/2006/main"/>
          <a:p xmlns:a="http://schemas.openxmlformats.org/drawingml/2006/main">
            <a:pPr marL="128270">
              <a:lnSpc>
                <a:spcPct val="100000"/>
              </a:lnSpc>
              <a:spcBef>
                <a:spcPts val="220"/>
              </a:spcBef>
              <a:buNone/>
            </a:pPr>
            <a:r>
              <a:rPr sz="10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Access </a:t>
            </a:r>
            <a:r>
              <a:rPr sz="10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problem?</a:t>
            </a:r>
            <a:endParaRPr sz="1000">
              <a:latin typeface="Arial"/>
              <a:ea typeface="Arial"/>
              <a:cs typeface="Arial"/>
            </a:endParaRPr>
          </a:p>
          <a:p xmlns:a="http://schemas.openxmlformats.org/drawingml/2006/main">
            <a:pPr marL="128270">
              <a:lnSpc>
                <a:spcPct val="100000"/>
              </a:lnSpc>
              <a:spcBef>
                <a:spcPts val="120"/>
              </a:spcBef>
              <a:buNone/>
            </a:pP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Use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Forgot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password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for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registered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email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address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or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contact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DMS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administrator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if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account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is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not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active.</a:t>
            </a:r>
            <a:endParaRPr sz="800">
              <a:latin typeface="Arial MT"/>
              <a:ea typeface="Arial MT"/>
              <a:cs typeface="Arial MT"/>
            </a:endParaRPr>
          </a:p>
        </p:txBody>
      </p:sp>
      <p:sp>
        <p:nvSpPr>
          <p:cNvPr id="46" name="object 46">
            <a:extLst xmlns:a="http://schemas.openxmlformats.org/drawingml/2006/main">
              <a:ext uri="{FF2B5EF4-FFF2-40B4-BE49-F238E27FC236}">
                <a16:creationId xmlns:a16="http://schemas.microsoft.com/office/drawing/2014/main" id="{040516F4-FA85-4083-8F02-D4FE8DF4A798}"/>
              </a:ext>
            </a:extLst>
          </p:cNvPr>
          <p:cNvSpPr>
            <a:spLocks xmlns:a="http://schemas.openxmlformats.org/drawingml/2006/main" noGrp="1"/>
          </p:cNvSpPr>
          <p:nvPr>
            <p:ph type="ft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6985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55"/>
              </a:spcBef>
              <a:buNone/>
            </a:pPr>
            <a:r>
              <a:t>Internal</a:t>
            </a:r>
            <a:r>
              <a:t> </a:t>
            </a:r>
            <a:r>
              <a:t>user</a:t>
            </a:r>
            <a:r>
              <a:t> </a:t>
            </a:r>
            <a:r>
              <a:t>guide</a:t>
            </a:r>
            <a:r>
              <a:t> </a:t>
            </a:r>
            <a:r>
              <a:t>-</a:t>
            </a:r>
            <a:r>
              <a:t> </a:t>
            </a:r>
            <a:r>
              <a:t>controlled</a:t>
            </a:r>
            <a:r>
              <a:t> </a:t>
            </a:r>
            <a:r>
              <a:t>copy</a:t>
            </a:r>
            <a:r>
              <a:t> </a:t>
            </a:r>
            <a:r>
              <a:t>when</a:t>
            </a:r>
            <a:r>
              <a:t> </a:t>
            </a:r>
            <a:r>
              <a:t>viewed</a:t>
            </a:r>
            <a:r>
              <a:t> </a:t>
            </a:r>
            <a:r>
              <a:t>in</a:t>
            </a:r>
            <a:r>
              <a:t> </a:t>
            </a:r>
            <a:r>
              <a:t>the</a:t>
            </a:r>
            <a:r>
              <a:t> </a:t>
            </a:r>
            <a:r>
              <a:t>DMS</a:t>
            </a:r>
            <a:r>
              <a:t> </a:t>
            </a:r>
            <a:r>
              <a:t>portal</a:t>
            </a:r>
          </a:p>
        </p:txBody>
      </p:sp>
      <p:sp>
        <p:nvSpPr>
          <p:cNvPr id="47" name="object 47">
            <a:extLst xmlns:a="http://schemas.openxmlformats.org/drawingml/2006/main">
              <a:ext uri="{FF2B5EF4-FFF2-40B4-BE49-F238E27FC236}">
                <a16:creationId xmlns:a16="http://schemas.microsoft.com/office/drawing/2014/main" id="{F18E3CE1-EB48-411F-B3A7-8AFC7619E40E}"/>
              </a:ext>
            </a:extLst>
          </p:cNvPr>
          <p:cNvSpPr>
            <a:spLocks xmlns:a="http://schemas.openxmlformats.org/drawingml/2006/main" noGrp="1"/>
          </p:cNvSpPr>
          <p:nvPr>
            <p:ph type="dt" idx="6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6985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55"/>
              </a:spcBef>
              <a:buNone/>
            </a:pPr>
            <a:r>
              <a:t>Smart</a:t>
            </a:r>
            <a:r>
              <a:t> </a:t>
            </a:r>
            <a:r>
              <a:t>DMS</a:t>
            </a:r>
            <a:r>
              <a:t> </a:t>
            </a:r>
            <a:r>
              <a:t>v2.0.0</a:t>
            </a:r>
          </a:p>
        </p:txBody>
      </p:sp>
    </p:spTree>
    <p:extLst>
      <p:ext uri="{BB962C8B-B14F-4D97-AF65-F5344CB8AC3E}">
        <p14:creationId xmlns:p14="http://schemas.microsoft.com/office/powerpoint/2010/main" val="1847098192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object 2">
            <a:extLst xmlns:a="http://schemas.openxmlformats.org/drawingml/2006/main">
              <a:ext uri="{FF2B5EF4-FFF2-40B4-BE49-F238E27FC236}">
                <a16:creationId xmlns:a16="http://schemas.microsoft.com/office/drawing/2014/main" id="{E2EB8C50-3EF4-41C5-90B8-2AB5CFDCD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9100" y="156971"/>
            <a:ext cx="1671955" cy="330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065" rIns="0" bIns="0">
            <a:spAutoFit/>
          </a:bodyPr>
          <a:lstStyle xmlns:a="http://schemas.openxmlformats.org/drawingml/2006/main"/>
          <a:p xmlns:a="http://schemas.openxmlformats.org/drawingml/2006/main">
            <a:pPr marL="12700" marR="5080">
              <a:lnSpc>
                <a:spcPct val="153800"/>
              </a:lnSpc>
              <a:spcBef>
                <a:spcPts val="95"/>
              </a:spcBef>
              <a:buNone/>
            </a:pP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ZF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Rane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Automotive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India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PVT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LTD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-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SGD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Smart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DMS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Portal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User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Manual</a:t>
            </a:r>
            <a:endParaRPr sz="650">
              <a:latin typeface="Arial MT"/>
              <a:ea typeface="Arial MT"/>
              <a:cs typeface="Arial MT"/>
            </a:endParaRPr>
          </a:p>
        </p:txBody>
      </p:sp>
      <p:graphicFrame>
        <p:nvGraphicFramePr>
          <p:cNvPr id="54" name="object 3"/>
          <p:cNvGraphicFramePr/>
          <p:nvPr/>
        </p:nvGraphicFramePr>
        <p:xfrm>
          <a:off xmlns:a="http://schemas.openxmlformats.org/drawingml/2006/main" x="4178625" y="161924"/>
          <a:ext xmlns:a="http://schemas.openxmlformats.org/drawingml/2006/main" cx="2895600" cy="444500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47800"/>
                <a:gridCol w="1447800"/>
              </a:tblGrid>
              <a:tr h="222250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50"/>
                        </a:spcBef>
                        <a:buNone/>
                      </a:pP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Document: DMS-UM-001</a:t>
                      </a:r>
                      <a:endParaRPr sz="6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985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50"/>
                        </a:spcBef>
                        <a:buNone/>
                      </a:pP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Revision: 1.3</a:t>
                      </a:r>
                      <a:endParaRPr sz="6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985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</a:tr>
              <a:tr h="222250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00"/>
                        </a:spcBef>
                        <a:buNone/>
                      </a:pP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Effective: 10-Aug-2026</a:t>
                      </a:r>
                      <a:endParaRPr sz="6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350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00"/>
                        </a:spcBef>
                        <a:buNone/>
                      </a:pP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Page: 6 of 27</a:t>
                      </a:r>
                      <a:endParaRPr sz="6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350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5" name="object 5">
            <a:extLst xmlns:a="http://schemas.openxmlformats.org/drawingml/2006/main">
              <a:ext uri="{FF2B5EF4-FFF2-40B4-BE49-F238E27FC236}">
                <a16:creationId xmlns:a16="http://schemas.microsoft.com/office/drawing/2014/main" id="{26E5771B-7FB8-432E-B893-E469B40CE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774699"/>
            <a:ext cx="7560309" cy="431800"/>
          </a:xfrm>
          <a:custGeom xmlns:a="http://schemas.openxmlformats.org/drawingml/2006/main">
            <a:rect l="l" t="t" r="r" b="b"/>
            <a:pathLst>
              <a:path w="7560309" h="431800">
                <a:moveTo>
                  <a:pt x="7560000" y="0"/>
                </a:moveTo>
                <a:lnTo>
                  <a:pt x="0" y="0"/>
                </a:lnTo>
                <a:lnTo>
                  <a:pt x="0" y="431800"/>
                </a:lnTo>
                <a:lnTo>
                  <a:pt x="7560000" y="431800"/>
                </a:lnTo>
                <a:lnTo>
                  <a:pt x="7560000" y="0"/>
                </a:lnTo>
                <a:close/>
              </a:path>
            </a:pathLst>
          </a:custGeom>
          <a:solidFill xmlns:a="http://schemas.openxmlformats.org/drawingml/2006/main">
            <a:srgbClr val="0877B8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object 6">
            <a:extLst xmlns:a="http://schemas.openxmlformats.org/drawingml/2006/main">
              <a:ext uri="{FF2B5EF4-FFF2-40B4-BE49-F238E27FC236}">
                <a16:creationId xmlns:a16="http://schemas.microsoft.com/office/drawing/2014/main" id="{09380439-FF79-4944-BADF-43B6ABAF8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863599"/>
            <a:ext cx="533400" cy="254000"/>
          </a:xfrm>
          <a:custGeom xmlns:a="http://schemas.openxmlformats.org/drawingml/2006/main">
            <a:rect l="l" t="t" r="r" b="b"/>
            <a:pathLst>
              <a:path w="533400" h="254000">
                <a:moveTo>
                  <a:pt x="4699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190500"/>
                </a:lnTo>
                <a:lnTo>
                  <a:pt x="4985" y="215230"/>
                </a:lnTo>
                <a:lnTo>
                  <a:pt x="18586" y="235413"/>
                </a:lnTo>
                <a:lnTo>
                  <a:pt x="38769" y="249014"/>
                </a:lnTo>
                <a:lnTo>
                  <a:pt x="63500" y="254000"/>
                </a:lnTo>
                <a:lnTo>
                  <a:pt x="469900" y="254000"/>
                </a:lnTo>
                <a:lnTo>
                  <a:pt x="494630" y="249014"/>
                </a:lnTo>
                <a:lnTo>
                  <a:pt x="514813" y="235413"/>
                </a:lnTo>
                <a:lnTo>
                  <a:pt x="528414" y="215230"/>
                </a:lnTo>
                <a:lnTo>
                  <a:pt x="533400" y="190500"/>
                </a:lnTo>
                <a:lnTo>
                  <a:pt x="533400" y="63500"/>
                </a:lnTo>
                <a:lnTo>
                  <a:pt x="528414" y="38769"/>
                </a:lnTo>
                <a:lnTo>
                  <a:pt x="514813" y="18586"/>
                </a:lnTo>
                <a:lnTo>
                  <a:pt x="494630" y="4985"/>
                </a:lnTo>
                <a:lnTo>
                  <a:pt x="469900" y="0"/>
                </a:lnTo>
                <a:close/>
              </a:path>
            </a:pathLst>
          </a:custGeom>
          <a:solidFill xmlns:a="http://schemas.openxmlformats.org/drawingml/2006/main">
            <a:srgbClr val="F7B800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object 7">
            <a:extLst xmlns:a="http://schemas.openxmlformats.org/drawingml/2006/main">
              <a:ext uri="{FF2B5EF4-FFF2-40B4-BE49-F238E27FC236}">
                <a16:creationId xmlns:a16="http://schemas.microsoft.com/office/drawing/2014/main" id="{60054EBB-7E66-44E0-BEEE-894AF42B4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981" y="920750"/>
            <a:ext cx="167005" cy="1473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8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4.2</a:t>
            </a:r>
            <a:endParaRPr sz="800">
              <a:latin typeface="Arial"/>
              <a:ea typeface="Arial"/>
              <a:cs typeface="Arial"/>
            </a:endParaRPr>
          </a:p>
        </p:txBody>
      </p:sp>
      <p:sp>
        <p:nvSpPr>
          <p:cNvPr id="8" name="object 8">
            <a:extLst xmlns:a="http://schemas.openxmlformats.org/drawingml/2006/main">
              <a:ext uri="{FF2B5EF4-FFF2-40B4-BE49-F238E27FC236}">
                <a16:creationId xmlns:a16="http://schemas.microsoft.com/office/drawing/2014/main" id="{1E87E40E-B5E4-4BB1-86F3-B2DA95C81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300" y="863600"/>
            <a:ext cx="2704465" cy="25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Register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and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Reset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Password</a:t>
            </a:r>
            <a:endParaRPr sz="1500">
              <a:latin typeface="Arial"/>
              <a:ea typeface="Arial"/>
              <a:cs typeface="Arial"/>
            </a:endParaRPr>
          </a:p>
        </p:txBody>
      </p:sp>
      <p:sp>
        <p:nvSpPr>
          <p:cNvPr id="9" name="object 9">
            <a:extLst xmlns:a="http://schemas.openxmlformats.org/drawingml/2006/main">
              <a:ext uri="{FF2B5EF4-FFF2-40B4-BE49-F238E27FC236}">
                <a16:creationId xmlns:a16="http://schemas.microsoft.com/office/drawing/2014/main" id="{D5613039-E86E-483B-9820-88F42E2A1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600" y="10298300"/>
            <a:ext cx="6595109" cy="0"/>
          </a:xfrm>
          <a:custGeom xmlns:a="http://schemas.openxmlformats.org/drawingml/2006/main">
            <a:rect l="l" t="t" r="r" b="b"/>
            <a:pathLst>
              <a:path w="6595109" h="0">
                <a:moveTo>
                  <a:pt x="0" y="0"/>
                </a:moveTo>
                <a:lnTo>
                  <a:pt x="6594800" y="0"/>
                </a:lnTo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object 10">
            <a:extLst xmlns:a="http://schemas.openxmlformats.org/drawingml/2006/main">
              <a:ext uri="{FF2B5EF4-FFF2-40B4-BE49-F238E27FC236}">
                <a16:creationId xmlns:a16="http://schemas.microsoft.com/office/drawing/2014/main" id="{EE90C259-21B5-4E89-853B-9AD5F9977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900" y="1358899"/>
            <a:ext cx="3035300" cy="15049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524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20"/>
              </a:spcBef>
              <a:buNone/>
            </a:pP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New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accounts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start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with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User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role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and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standard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QMS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access.</a:t>
            </a:r>
            <a:endParaRPr sz="800">
              <a:latin typeface="Arial MT"/>
              <a:ea typeface="Arial MT"/>
              <a:cs typeface="Arial MT"/>
            </a:endParaRPr>
          </a:p>
        </p:txBody>
      </p:sp>
      <p:pic>
        <p:nvPicPr>
          <p:cNvPr id="61" name="object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23e9413d5349a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1859" y="1607184"/>
            <a:ext cx="2910306" cy="3749674"/>
          </a:xfrm>
          <a:prstGeom xmlns:a="http://schemas.openxmlformats.org/drawingml/2006/main" prst="rect">
            <a:avLst/>
          </a:prstGeom>
        </p:spPr>
      </p:pic>
      <p:sp>
        <p:nvSpPr>
          <p:cNvPr id="12" name="object 12">
            <a:extLst xmlns:a="http://schemas.openxmlformats.org/drawingml/2006/main">
              <a:ext uri="{FF2B5EF4-FFF2-40B4-BE49-F238E27FC236}">
                <a16:creationId xmlns:a16="http://schemas.microsoft.com/office/drawing/2014/main" id="{4A030F90-7704-4F87-9DFA-DC804EBD6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499" y="5369559"/>
            <a:ext cx="2032635" cy="14160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397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10"/>
              </a:spcBef>
              <a:buNone/>
            </a:pP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Create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account: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identity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and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organization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fields</a:t>
            </a:r>
            <a:endParaRPr sz="750">
              <a:latin typeface="Arial"/>
              <a:ea typeface="Arial"/>
              <a:cs typeface="Arial"/>
            </a:endParaRPr>
          </a:p>
        </p:txBody>
      </p:sp>
      <p:pic>
        <p:nvPicPr>
          <p:cNvPr id="63" name="object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51a6e18e0bb4aa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40324" y="1607184"/>
            <a:ext cx="3275175" cy="3515713"/>
          </a:xfrm>
          <a:prstGeom xmlns:a="http://schemas.openxmlformats.org/drawingml/2006/main" prst="rect">
            <a:avLst/>
          </a:prstGeom>
        </p:spPr>
      </p:pic>
      <p:sp>
        <p:nvSpPr>
          <p:cNvPr id="14" name="object 14">
            <a:extLst xmlns:a="http://schemas.openxmlformats.org/drawingml/2006/main">
              <a:ext uri="{FF2B5EF4-FFF2-40B4-BE49-F238E27FC236}">
                <a16:creationId xmlns:a16="http://schemas.microsoft.com/office/drawing/2014/main" id="{303B2A28-25DF-4393-965E-AB33189F2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8469" y="5135597"/>
            <a:ext cx="2064385" cy="14160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397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10"/>
              </a:spcBef>
              <a:buNone/>
            </a:pP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Password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confirmation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and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submission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controls</a:t>
            </a:r>
            <a:endParaRPr sz="750">
              <a:latin typeface="Arial"/>
              <a:ea typeface="Arial"/>
              <a:cs typeface="Arial"/>
            </a:endParaRPr>
          </a:p>
        </p:txBody>
      </p:sp>
      <p:sp>
        <p:nvSpPr>
          <p:cNvPr id="16" name="object 16">
            <a:extLst xmlns:a="http://schemas.openxmlformats.org/drawingml/2006/main">
              <a:ext uri="{FF2B5EF4-FFF2-40B4-BE49-F238E27FC236}">
                <a16:creationId xmlns:a16="http://schemas.microsoft.com/office/drawing/2014/main" id="{44584EC8-8B5E-4617-A0C1-06E459A86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5626099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59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59"/>
                </a:lnTo>
                <a:lnTo>
                  <a:pt x="6531300" y="403859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59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7" name="object 17">
            <a:extLst xmlns:a="http://schemas.openxmlformats.org/drawingml/2006/main">
              <a:ext uri="{FF2B5EF4-FFF2-40B4-BE49-F238E27FC236}">
                <a16:creationId xmlns:a16="http://schemas.microsoft.com/office/drawing/2014/main" id="{2CF88DC1-0AF7-467C-B213-634A252E5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5626099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3500" y="403859"/>
                </a:moveTo>
                <a:lnTo>
                  <a:pt x="6531300" y="403859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59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59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59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67" name="object 1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40e920b9e2401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71500" y="5713729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19" name="object 19">
            <a:extLst xmlns:a="http://schemas.openxmlformats.org/drawingml/2006/main">
              <a:ext uri="{FF2B5EF4-FFF2-40B4-BE49-F238E27FC236}">
                <a16:creationId xmlns:a16="http://schemas.microsoft.com/office/drawing/2014/main" id="{F64E7983-EA57-4B19-BD2D-DB8F1CA89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15" y="5741669"/>
            <a:ext cx="89535" cy="162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  <a:endParaRPr sz="900">
              <a:latin typeface="Arial"/>
              <a:ea typeface="Arial"/>
              <a:cs typeface="Arial"/>
            </a:endParaRPr>
          </a:p>
        </p:txBody>
      </p:sp>
      <p:sp>
        <p:nvSpPr>
          <p:cNvPr id="20" name="object 20">
            <a:extLst xmlns:a="http://schemas.openxmlformats.org/drawingml/2006/main">
              <a:ext uri="{FF2B5EF4-FFF2-40B4-BE49-F238E27FC236}">
                <a16:creationId xmlns:a16="http://schemas.microsoft.com/office/drawing/2014/main" id="{347460EB-B293-4243-8C9D-8E7E8E509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58743"/>
            <a:ext cx="1922780" cy="3086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3175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250"/>
              </a:spcBef>
              <a:buNone/>
            </a:pP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Open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Create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account</a:t>
            </a:r>
            <a:endParaRPr sz="850">
              <a:latin typeface="Arial"/>
              <a:ea typeface="Arial"/>
              <a:cs typeface="Arial"/>
            </a:endParaRPr>
          </a:p>
          <a:p xmlns:a="http://schemas.openxmlformats.org/drawingml/2006/main">
            <a:pPr marL="12700">
              <a:lnSpc>
                <a:spcPct val="100000"/>
              </a:lnSpc>
              <a:spcBef>
                <a:spcPts val="150"/>
              </a:spcBef>
              <a:buNone/>
            </a:pP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From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login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page,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select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Create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account.</a:t>
            </a:r>
            <a:endParaRPr sz="750">
              <a:latin typeface="Arial MT"/>
              <a:ea typeface="Arial MT"/>
              <a:cs typeface="Arial MT"/>
            </a:endParaRPr>
          </a:p>
        </p:txBody>
      </p:sp>
      <p:sp>
        <p:nvSpPr>
          <p:cNvPr id="22" name="object 22">
            <a:extLst xmlns:a="http://schemas.openxmlformats.org/drawingml/2006/main">
              <a:ext uri="{FF2B5EF4-FFF2-40B4-BE49-F238E27FC236}">
                <a16:creationId xmlns:a16="http://schemas.microsoft.com/office/drawing/2014/main" id="{C7F2B8E1-0A0A-49C1-8771-3D051AAC1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6106159"/>
            <a:ext cx="6595109" cy="403860"/>
          </a:xfrm>
          <a:custGeom xmlns:a="http://schemas.openxmlformats.org/drawingml/2006/main">
            <a:rect l="l" t="t" r="r" b="b"/>
            <a:pathLst>
              <a:path w="6595109" h="403859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3" name="object 23">
            <a:extLst xmlns:a="http://schemas.openxmlformats.org/drawingml/2006/main">
              <a:ext uri="{FF2B5EF4-FFF2-40B4-BE49-F238E27FC236}">
                <a16:creationId xmlns:a16="http://schemas.microsoft.com/office/drawing/2014/main" id="{26D79955-AC99-4836-9601-26DA5956B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6106159"/>
            <a:ext cx="6595109" cy="403860"/>
          </a:xfrm>
          <a:custGeom xmlns:a="http://schemas.openxmlformats.org/drawingml/2006/main">
            <a:rect l="l" t="t" r="r" b="b"/>
            <a:pathLst>
              <a:path w="6595109" h="403859">
                <a:moveTo>
                  <a:pt x="63500" y="403860"/>
                </a:move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72" name="object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40e920b9e2401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71500" y="6193789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25" name="object 25">
            <a:extLst xmlns:a="http://schemas.openxmlformats.org/drawingml/2006/main">
              <a:ext uri="{FF2B5EF4-FFF2-40B4-BE49-F238E27FC236}">
                <a16:creationId xmlns:a16="http://schemas.microsoft.com/office/drawing/2014/main" id="{7029E5A9-DEEC-4911-8C6E-CC905837D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15" y="6221729"/>
            <a:ext cx="89535" cy="162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  <a:endParaRPr sz="900">
              <a:latin typeface="Arial"/>
              <a:ea typeface="Arial"/>
              <a:cs typeface="Arial"/>
            </a:endParaRPr>
          </a:p>
        </p:txBody>
      </p:sp>
      <p:sp>
        <p:nvSpPr>
          <p:cNvPr id="26" name="object 26">
            <a:extLst xmlns:a="http://schemas.openxmlformats.org/drawingml/2006/main">
              <a:ext uri="{FF2B5EF4-FFF2-40B4-BE49-F238E27FC236}">
                <a16:creationId xmlns:a16="http://schemas.microsoft.com/office/drawing/2014/main" id="{A74B87A1-D53A-495E-910B-48C8DF6F1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138803"/>
            <a:ext cx="3656965" cy="3086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3175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250"/>
              </a:spcBef>
              <a:buNone/>
            </a:pP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Complete identity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fields</a:t>
            </a:r>
            <a:endParaRPr sz="850">
              <a:latin typeface="Arial"/>
              <a:ea typeface="Arial"/>
              <a:cs typeface="Arial"/>
            </a:endParaRPr>
          </a:p>
          <a:p xmlns:a="http://schemas.openxmlformats.org/drawingml/2006/main">
            <a:pPr marL="12700">
              <a:lnSpc>
                <a:spcPct val="100000"/>
              </a:lnSpc>
              <a:spcBef>
                <a:spcPts val="150"/>
              </a:spcBef>
              <a:buNone/>
            </a:pP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Enter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full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name,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optional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employee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ID,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plant,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official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department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and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unique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email.</a:t>
            </a:r>
            <a:endParaRPr sz="750">
              <a:latin typeface="Arial MT"/>
              <a:ea typeface="Arial MT"/>
              <a:cs typeface="Arial MT"/>
            </a:endParaRPr>
          </a:p>
        </p:txBody>
      </p:sp>
      <p:sp>
        <p:nvSpPr>
          <p:cNvPr id="28" name="object 28">
            <a:extLst xmlns:a="http://schemas.openxmlformats.org/drawingml/2006/main">
              <a:ext uri="{FF2B5EF4-FFF2-40B4-BE49-F238E27FC236}">
                <a16:creationId xmlns:a16="http://schemas.microsoft.com/office/drawing/2014/main" id="{A83A806F-438E-40F1-9501-F93A50C0C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6586219"/>
            <a:ext cx="6595109" cy="403860"/>
          </a:xfrm>
          <a:custGeom xmlns:a="http://schemas.openxmlformats.org/drawingml/2006/main">
            <a:rect l="l" t="t" r="r" b="b"/>
            <a:pathLst>
              <a:path w="6595109" h="403859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9" name="object 29">
            <a:extLst xmlns:a="http://schemas.openxmlformats.org/drawingml/2006/main">
              <a:ext uri="{FF2B5EF4-FFF2-40B4-BE49-F238E27FC236}">
                <a16:creationId xmlns:a16="http://schemas.microsoft.com/office/drawing/2014/main" id="{7731F12F-2317-4615-9783-A445A8392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6586219"/>
            <a:ext cx="6595109" cy="403860"/>
          </a:xfrm>
          <a:custGeom xmlns:a="http://schemas.openxmlformats.org/drawingml/2006/main">
            <a:rect l="l" t="t" r="r" b="b"/>
            <a:pathLst>
              <a:path w="6595109" h="403859">
                <a:moveTo>
                  <a:pt x="63500" y="403860"/>
                </a:move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77" name="object 3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40e920b9e2401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71500" y="6673849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31" name="object 31">
            <a:extLst xmlns:a="http://schemas.openxmlformats.org/drawingml/2006/main">
              <a:ext uri="{FF2B5EF4-FFF2-40B4-BE49-F238E27FC236}">
                <a16:creationId xmlns:a16="http://schemas.microsoft.com/office/drawing/2014/main" id="{372E7C2E-64CA-4381-B8B1-FC45BA3AD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15" y="6701789"/>
            <a:ext cx="89535" cy="162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  <a:endParaRPr sz="900">
              <a:latin typeface="Arial"/>
              <a:ea typeface="Arial"/>
              <a:cs typeface="Arial"/>
            </a:endParaRPr>
          </a:p>
        </p:txBody>
      </p:sp>
      <p:sp>
        <p:nvSpPr>
          <p:cNvPr id="32" name="object 32">
            <a:extLst xmlns:a="http://schemas.openxmlformats.org/drawingml/2006/main">
              <a:ext uri="{FF2B5EF4-FFF2-40B4-BE49-F238E27FC236}">
                <a16:creationId xmlns:a16="http://schemas.microsoft.com/office/drawing/2014/main" id="{DD44ABF8-D3CD-431D-8B40-D09ED052B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618864"/>
            <a:ext cx="3183890" cy="3086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3175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250"/>
              </a:spcBef>
              <a:buNone/>
            </a:pP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Create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a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password</a:t>
            </a:r>
            <a:endParaRPr sz="850">
              <a:latin typeface="Arial"/>
              <a:ea typeface="Arial"/>
              <a:cs typeface="Arial"/>
            </a:endParaRPr>
          </a:p>
          <a:p xmlns:a="http://schemas.openxmlformats.org/drawingml/2006/main">
            <a:pPr marL="12700">
              <a:lnSpc>
                <a:spcPct val="100000"/>
              </a:lnSpc>
              <a:spcBef>
                <a:spcPts val="150"/>
              </a:spcBef>
              <a:buNone/>
            </a:pP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Use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at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least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8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characters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and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enter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same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value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in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Confirm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password.</a:t>
            </a:r>
            <a:endParaRPr sz="750">
              <a:latin typeface="Arial MT"/>
              <a:ea typeface="Arial MT"/>
              <a:cs typeface="Arial MT"/>
            </a:endParaRPr>
          </a:p>
        </p:txBody>
      </p:sp>
      <p:sp>
        <p:nvSpPr>
          <p:cNvPr id="34" name="object 34">
            <a:extLst xmlns:a="http://schemas.openxmlformats.org/drawingml/2006/main">
              <a:ext uri="{FF2B5EF4-FFF2-40B4-BE49-F238E27FC236}">
                <a16:creationId xmlns:a16="http://schemas.microsoft.com/office/drawing/2014/main" id="{98A3A3C3-1092-49C9-9A7E-F49048D18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7066279"/>
            <a:ext cx="6595109" cy="403860"/>
          </a:xfrm>
          <a:custGeom xmlns:a="http://schemas.openxmlformats.org/drawingml/2006/main">
            <a:rect l="l" t="t" r="r" b="b"/>
            <a:pathLst>
              <a:path w="6595109" h="403859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5" name="object 35">
            <a:extLst xmlns:a="http://schemas.openxmlformats.org/drawingml/2006/main">
              <a:ext uri="{FF2B5EF4-FFF2-40B4-BE49-F238E27FC236}">
                <a16:creationId xmlns:a16="http://schemas.microsoft.com/office/drawing/2014/main" id="{B09870B4-17B2-4746-A116-6AB129388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7066279"/>
            <a:ext cx="6595109" cy="403860"/>
          </a:xfrm>
          <a:custGeom xmlns:a="http://schemas.openxmlformats.org/drawingml/2006/main">
            <a:rect l="l" t="t" r="r" b="b"/>
            <a:pathLst>
              <a:path w="6595109" h="403859">
                <a:moveTo>
                  <a:pt x="63500" y="403860"/>
                </a:move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82" name="object 3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40e920b9e2401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71500" y="7153909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37" name="object 37">
            <a:extLst xmlns:a="http://schemas.openxmlformats.org/drawingml/2006/main">
              <a:ext uri="{FF2B5EF4-FFF2-40B4-BE49-F238E27FC236}">
                <a16:creationId xmlns:a16="http://schemas.microsoft.com/office/drawing/2014/main" id="{FE4726C4-1403-469B-9B88-89DEC40CD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15" y="7181850"/>
            <a:ext cx="89535" cy="162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  <a:endParaRPr sz="900">
              <a:latin typeface="Arial"/>
              <a:ea typeface="Arial"/>
              <a:cs typeface="Arial"/>
            </a:endParaRPr>
          </a:p>
        </p:txBody>
      </p:sp>
      <p:sp>
        <p:nvSpPr>
          <p:cNvPr id="38" name="object 38">
            <a:extLst xmlns:a="http://schemas.openxmlformats.org/drawingml/2006/main">
              <a:ext uri="{FF2B5EF4-FFF2-40B4-BE49-F238E27FC236}">
                <a16:creationId xmlns:a16="http://schemas.microsoft.com/office/drawing/2014/main" id="{43A1C617-CFA3-42D1-BA0E-D6D311646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098923"/>
            <a:ext cx="5379720" cy="3086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3175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250"/>
              </a:spcBef>
              <a:buNone/>
            </a:pP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Submit the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registration</a:t>
            </a:r>
            <a:endParaRPr sz="850">
              <a:latin typeface="Arial"/>
              <a:ea typeface="Arial"/>
              <a:cs typeface="Arial"/>
            </a:endParaRPr>
          </a:p>
          <a:p xmlns:a="http://schemas.openxmlformats.org/drawingml/2006/main">
            <a:pPr marL="12700">
              <a:lnSpc>
                <a:spcPct val="100000"/>
              </a:lnSpc>
              <a:spcBef>
                <a:spcPts val="150"/>
              </a:spcBef>
              <a:buNone/>
            </a:pP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Return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to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login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page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after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success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message.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An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administrator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manages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any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elevated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role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or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QMS-level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assignment.</a:t>
            </a:r>
            <a:endParaRPr sz="750">
              <a:latin typeface="Arial MT"/>
              <a:ea typeface="Arial MT"/>
              <a:cs typeface="Arial MT"/>
            </a:endParaRPr>
          </a:p>
        </p:txBody>
      </p:sp>
      <p:sp>
        <p:nvSpPr>
          <p:cNvPr id="40" name="object 40">
            <a:extLst xmlns:a="http://schemas.openxmlformats.org/drawingml/2006/main">
              <a:ext uri="{FF2B5EF4-FFF2-40B4-BE49-F238E27FC236}">
                <a16:creationId xmlns:a16="http://schemas.microsoft.com/office/drawing/2014/main" id="{BA8EDD92-A1C5-44A0-9A1F-DA20BD80B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7546339"/>
            <a:ext cx="6595109" cy="655320"/>
          </a:xfrm>
          <a:custGeom xmlns:a="http://schemas.openxmlformats.org/drawingml/2006/main">
            <a:rect l="l" t="t" r="r" b="b"/>
            <a:pathLst>
              <a:path w="6595109" h="655320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591819"/>
                </a:lnTo>
                <a:lnTo>
                  <a:pt x="4985" y="616550"/>
                </a:lnTo>
                <a:lnTo>
                  <a:pt x="18586" y="636733"/>
                </a:lnTo>
                <a:lnTo>
                  <a:pt x="38769" y="650334"/>
                </a:lnTo>
                <a:lnTo>
                  <a:pt x="63500" y="655319"/>
                </a:lnTo>
                <a:lnTo>
                  <a:pt x="6531300" y="655319"/>
                </a:lnTo>
                <a:lnTo>
                  <a:pt x="6556030" y="650334"/>
                </a:lnTo>
                <a:lnTo>
                  <a:pt x="6576213" y="636733"/>
                </a:lnTo>
                <a:lnTo>
                  <a:pt x="6589814" y="616550"/>
                </a:lnTo>
                <a:lnTo>
                  <a:pt x="6594800" y="591819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E9F2F9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1" name="object 41">
            <a:extLst xmlns:a="http://schemas.openxmlformats.org/drawingml/2006/main">
              <a:ext uri="{FF2B5EF4-FFF2-40B4-BE49-F238E27FC236}">
                <a16:creationId xmlns:a16="http://schemas.microsoft.com/office/drawing/2014/main" id="{BE5CDB90-B772-4F87-8C5A-01C2A853C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7546339"/>
            <a:ext cx="6595109" cy="655320"/>
          </a:xfrm>
          <a:custGeom xmlns:a="http://schemas.openxmlformats.org/drawingml/2006/main">
            <a:rect l="l" t="t" r="r" b="b"/>
            <a:pathLst>
              <a:path w="6595109" h="655320">
                <a:moveTo>
                  <a:pt x="63500" y="655319"/>
                </a:moveTo>
                <a:lnTo>
                  <a:pt x="6531300" y="655319"/>
                </a:lnTo>
                <a:lnTo>
                  <a:pt x="6556030" y="650334"/>
                </a:lnTo>
                <a:lnTo>
                  <a:pt x="6576213" y="636733"/>
                </a:lnTo>
                <a:lnTo>
                  <a:pt x="6589814" y="616550"/>
                </a:lnTo>
                <a:lnTo>
                  <a:pt x="6594800" y="591819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591819"/>
                </a:lnTo>
                <a:lnTo>
                  <a:pt x="4985" y="616550"/>
                </a:lnTo>
                <a:lnTo>
                  <a:pt x="18586" y="636733"/>
                </a:lnTo>
                <a:lnTo>
                  <a:pt x="38769" y="650334"/>
                </a:lnTo>
                <a:lnTo>
                  <a:pt x="63500" y="655319"/>
                </a:lnTo>
                <a:close/>
              </a:path>
            </a:pathLst>
          </a:custGeom>
          <a:ln xmlns:a="http://schemas.openxmlformats.org/drawingml/2006/main" w="6350">
            <a:solidFill>
              <a:srgbClr val="0877B8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2" name="object 42">
            <a:extLst xmlns:a="http://schemas.openxmlformats.org/drawingml/2006/main">
              <a:ext uri="{FF2B5EF4-FFF2-40B4-BE49-F238E27FC236}">
                <a16:creationId xmlns:a16="http://schemas.microsoft.com/office/drawing/2014/main" id="{DA6C877E-2C51-4732-8EB9-0F972513F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7546339"/>
            <a:ext cx="63500" cy="655320"/>
          </a:xfrm>
          <a:custGeom xmlns:a="http://schemas.openxmlformats.org/drawingml/2006/main">
            <a:rect l="l" t="t" r="r" b="b"/>
            <a:pathLst>
              <a:path w="63500" h="655320">
                <a:moveTo>
                  <a:pt x="63500" y="0"/>
                </a:moveTo>
                <a:lnTo>
                  <a:pt x="0" y="0"/>
                </a:lnTo>
                <a:lnTo>
                  <a:pt x="0" y="655319"/>
                </a:lnTo>
                <a:lnTo>
                  <a:pt x="63500" y="655319"/>
                </a:lnTo>
                <a:lnTo>
                  <a:pt x="63500" y="0"/>
                </a:lnTo>
                <a:close/>
              </a:path>
            </a:pathLst>
          </a:custGeom>
          <a:solidFill xmlns:a="http://schemas.openxmlformats.org/drawingml/2006/main">
            <a:srgbClr val="0877B8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3" name="object 43">
            <a:extLst xmlns:a="http://schemas.openxmlformats.org/drawingml/2006/main">
              <a:ext uri="{FF2B5EF4-FFF2-40B4-BE49-F238E27FC236}">
                <a16:creationId xmlns:a16="http://schemas.microsoft.com/office/drawing/2014/main" id="{7C8BBDF9-F095-4D02-9290-C932C5EE1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512" y="7607051"/>
            <a:ext cx="6494145" cy="4686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27940" rIns="0" bIns="0">
            <a:spAutoFit/>
          </a:bodyPr>
          <a:lstStyle xmlns:a="http://schemas.openxmlformats.org/drawingml/2006/main"/>
          <a:p xmlns:a="http://schemas.openxmlformats.org/drawingml/2006/main">
            <a:pPr marL="128270">
              <a:lnSpc>
                <a:spcPct val="100000"/>
              </a:lnSpc>
              <a:spcBef>
                <a:spcPts val="220"/>
              </a:spcBef>
              <a:buNone/>
            </a:pPr>
            <a:r>
              <a:rPr sz="10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Forgot</a:t>
            </a:r>
            <a:r>
              <a:rPr sz="10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 </a:t>
            </a:r>
            <a:r>
              <a:rPr sz="10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password</a:t>
            </a:r>
            <a:endParaRPr sz="1000">
              <a:latin typeface="Arial"/>
              <a:ea typeface="Arial"/>
              <a:cs typeface="Arial"/>
            </a:endParaRPr>
          </a:p>
          <a:p xmlns:a="http://schemas.openxmlformats.org/drawingml/2006/main">
            <a:pPr marL="128270" marR="245110">
              <a:lnSpc>
                <a:spcPct val="112500"/>
              </a:lnSpc>
              <a:buNone/>
            </a:pP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Select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Forgot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password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on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login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page,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submit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registered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email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and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follow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time-limited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reset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link.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Reset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links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expire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after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1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hour.</a:t>
            </a:r>
            <a:endParaRPr sz="800">
              <a:latin typeface="Arial MT"/>
              <a:ea typeface="Arial MT"/>
              <a:cs typeface="Arial MT"/>
            </a:endParaRPr>
          </a:p>
        </p:txBody>
      </p:sp>
      <p:sp>
        <p:nvSpPr>
          <p:cNvPr id="44" name="object 44">
            <a:extLst xmlns:a="http://schemas.openxmlformats.org/drawingml/2006/main">
              <a:ext uri="{FF2B5EF4-FFF2-40B4-BE49-F238E27FC236}">
                <a16:creationId xmlns:a16="http://schemas.microsoft.com/office/drawing/2014/main" id="{4B825AF8-9E88-48BE-A942-BBD2852ABE5F}"/>
              </a:ext>
            </a:extLst>
          </p:cNvPr>
          <p:cNvSpPr>
            <a:spLocks xmlns:a="http://schemas.openxmlformats.org/drawingml/2006/main" noGrp="1"/>
          </p:cNvSpPr>
          <p:nvPr>
            <p:ph type="ft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6985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55"/>
              </a:spcBef>
              <a:buNone/>
            </a:pPr>
            <a:r>
              <a:t>Internal</a:t>
            </a:r>
            <a:r>
              <a:t> </a:t>
            </a:r>
            <a:r>
              <a:t>user</a:t>
            </a:r>
            <a:r>
              <a:t> </a:t>
            </a:r>
            <a:r>
              <a:t>guide</a:t>
            </a:r>
            <a:r>
              <a:t> </a:t>
            </a:r>
            <a:r>
              <a:t>-</a:t>
            </a:r>
            <a:r>
              <a:t> </a:t>
            </a:r>
            <a:r>
              <a:t>controlled</a:t>
            </a:r>
            <a:r>
              <a:t> </a:t>
            </a:r>
            <a:r>
              <a:t>copy</a:t>
            </a:r>
            <a:r>
              <a:t> </a:t>
            </a:r>
            <a:r>
              <a:t>when</a:t>
            </a:r>
            <a:r>
              <a:t> </a:t>
            </a:r>
            <a:r>
              <a:t>viewed</a:t>
            </a:r>
            <a:r>
              <a:t> </a:t>
            </a:r>
            <a:r>
              <a:t>in</a:t>
            </a:r>
            <a:r>
              <a:t> </a:t>
            </a:r>
            <a:r>
              <a:t>the</a:t>
            </a:r>
            <a:r>
              <a:t> </a:t>
            </a:r>
            <a:r>
              <a:t>DMS</a:t>
            </a:r>
            <a:r>
              <a:t> </a:t>
            </a:r>
            <a:r>
              <a:t>portal</a:t>
            </a:r>
          </a:p>
        </p:txBody>
      </p:sp>
      <p:sp>
        <p:nvSpPr>
          <p:cNvPr id="45" name="object 45">
            <a:extLst xmlns:a="http://schemas.openxmlformats.org/drawingml/2006/main">
              <a:ext uri="{FF2B5EF4-FFF2-40B4-BE49-F238E27FC236}">
                <a16:creationId xmlns:a16="http://schemas.microsoft.com/office/drawing/2014/main" id="{8DEED6CB-DD6C-4055-A1B2-7E62DAE18495}"/>
              </a:ext>
            </a:extLst>
          </p:cNvPr>
          <p:cNvSpPr>
            <a:spLocks xmlns:a="http://schemas.openxmlformats.org/drawingml/2006/main" noGrp="1"/>
          </p:cNvSpPr>
          <p:nvPr>
            <p:ph type="dt" idx="6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6985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55"/>
              </a:spcBef>
              <a:buNone/>
            </a:pPr>
            <a:r>
              <a:t>Smart</a:t>
            </a:r>
            <a:r>
              <a:t> </a:t>
            </a:r>
            <a:r>
              <a:t>DMS</a:t>
            </a:r>
            <a:r>
              <a:t> </a:t>
            </a:r>
            <a:r>
              <a:t>v2.0.0</a:t>
            </a:r>
          </a:p>
        </p:txBody>
      </p:sp>
    </p:spTree>
    <p:extLst>
      <p:ext uri="{BB962C8B-B14F-4D97-AF65-F5344CB8AC3E}">
        <p14:creationId xmlns:p14="http://schemas.microsoft.com/office/powerpoint/2010/main" val="1380783072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object 2">
            <a:extLst xmlns:a="http://schemas.openxmlformats.org/drawingml/2006/main">
              <a:ext uri="{FF2B5EF4-FFF2-40B4-BE49-F238E27FC236}">
                <a16:creationId xmlns:a16="http://schemas.microsoft.com/office/drawing/2014/main" id="{37A52BD0-DF18-4EEB-A779-DE2D971CE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9100" y="156971"/>
            <a:ext cx="1671955" cy="330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065" rIns="0" bIns="0">
            <a:spAutoFit/>
          </a:bodyPr>
          <a:lstStyle xmlns:a="http://schemas.openxmlformats.org/drawingml/2006/main"/>
          <a:p xmlns:a="http://schemas.openxmlformats.org/drawingml/2006/main">
            <a:pPr marL="12700" marR="5080">
              <a:lnSpc>
                <a:spcPct val="153800"/>
              </a:lnSpc>
              <a:spcBef>
                <a:spcPts val="95"/>
              </a:spcBef>
              <a:buNone/>
            </a:pP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ZF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Rane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Automotive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India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PVT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LTD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-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SGD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Smart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DMS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Portal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User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Manual</a:t>
            </a:r>
            <a:endParaRPr sz="650">
              <a:latin typeface="Arial MT"/>
              <a:ea typeface="Arial MT"/>
              <a:cs typeface="Arial MT"/>
            </a:endParaRPr>
          </a:p>
        </p:txBody>
      </p:sp>
      <p:graphicFrame>
        <p:nvGraphicFramePr>
          <p:cNvPr id="63" name="object 3"/>
          <p:cNvGraphicFramePr/>
          <p:nvPr/>
        </p:nvGraphicFramePr>
        <p:xfrm>
          <a:off xmlns:a="http://schemas.openxmlformats.org/drawingml/2006/main" x="4178625" y="161924"/>
          <a:ext xmlns:a="http://schemas.openxmlformats.org/drawingml/2006/main" cx="2895600" cy="444500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47800"/>
                <a:gridCol w="1447800"/>
              </a:tblGrid>
              <a:tr h="222250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50"/>
                        </a:spcBef>
                        <a:buNone/>
                      </a:pP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Document: DMS-UM-001</a:t>
                      </a:r>
                      <a:endParaRPr sz="6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985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50"/>
                        </a:spcBef>
                        <a:buNone/>
                      </a:pP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Revision: 1.3</a:t>
                      </a:r>
                      <a:endParaRPr sz="6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985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</a:tr>
              <a:tr h="222250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00"/>
                        </a:spcBef>
                        <a:buNone/>
                      </a:pP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Effective: 10-Aug-2026</a:t>
                      </a:r>
                      <a:endParaRPr sz="6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350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00"/>
                        </a:spcBef>
                        <a:buNone/>
                      </a:pP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Page: 7 of 27</a:t>
                      </a:r>
                      <a:endParaRPr sz="6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350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5" name="object 5">
            <a:extLst xmlns:a="http://schemas.openxmlformats.org/drawingml/2006/main">
              <a:ext uri="{FF2B5EF4-FFF2-40B4-BE49-F238E27FC236}">
                <a16:creationId xmlns:a16="http://schemas.microsoft.com/office/drawing/2014/main" id="{6D102BF0-FBE8-41CB-A010-E70ADFFCF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774699"/>
            <a:ext cx="7560309" cy="431800"/>
          </a:xfrm>
          <a:custGeom xmlns:a="http://schemas.openxmlformats.org/drawingml/2006/main">
            <a:rect l="l" t="t" r="r" b="b"/>
            <a:pathLst>
              <a:path w="7560309" h="431800">
                <a:moveTo>
                  <a:pt x="7560000" y="0"/>
                </a:moveTo>
                <a:lnTo>
                  <a:pt x="0" y="0"/>
                </a:lnTo>
                <a:lnTo>
                  <a:pt x="0" y="431800"/>
                </a:lnTo>
                <a:lnTo>
                  <a:pt x="7560000" y="431800"/>
                </a:lnTo>
                <a:lnTo>
                  <a:pt x="7560000" y="0"/>
                </a:lnTo>
                <a:close/>
              </a:path>
            </a:pathLst>
          </a:custGeom>
          <a:solidFill xmlns:a="http://schemas.openxmlformats.org/drawingml/2006/main">
            <a:srgbClr val="008A95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object 6">
            <a:extLst xmlns:a="http://schemas.openxmlformats.org/drawingml/2006/main">
              <a:ext uri="{FF2B5EF4-FFF2-40B4-BE49-F238E27FC236}">
                <a16:creationId xmlns:a16="http://schemas.microsoft.com/office/drawing/2014/main" id="{414BCC6E-0FFD-49C0-8CA3-4CD7A6BAE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863599"/>
            <a:ext cx="533400" cy="254000"/>
          </a:xfrm>
          <a:custGeom xmlns:a="http://schemas.openxmlformats.org/drawingml/2006/main">
            <a:rect l="l" t="t" r="r" b="b"/>
            <a:pathLst>
              <a:path w="533400" h="254000">
                <a:moveTo>
                  <a:pt x="4699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190500"/>
                </a:lnTo>
                <a:lnTo>
                  <a:pt x="4985" y="215230"/>
                </a:lnTo>
                <a:lnTo>
                  <a:pt x="18586" y="235413"/>
                </a:lnTo>
                <a:lnTo>
                  <a:pt x="38769" y="249014"/>
                </a:lnTo>
                <a:lnTo>
                  <a:pt x="63500" y="254000"/>
                </a:lnTo>
                <a:lnTo>
                  <a:pt x="469900" y="254000"/>
                </a:lnTo>
                <a:lnTo>
                  <a:pt x="494630" y="249014"/>
                </a:lnTo>
                <a:lnTo>
                  <a:pt x="514813" y="235413"/>
                </a:lnTo>
                <a:lnTo>
                  <a:pt x="528414" y="215230"/>
                </a:lnTo>
                <a:lnTo>
                  <a:pt x="533400" y="190500"/>
                </a:lnTo>
                <a:lnTo>
                  <a:pt x="533400" y="63500"/>
                </a:lnTo>
                <a:lnTo>
                  <a:pt x="528414" y="38769"/>
                </a:lnTo>
                <a:lnTo>
                  <a:pt x="514813" y="18586"/>
                </a:lnTo>
                <a:lnTo>
                  <a:pt x="494630" y="4985"/>
                </a:lnTo>
                <a:lnTo>
                  <a:pt x="469900" y="0"/>
                </a:lnTo>
                <a:close/>
              </a:path>
            </a:pathLst>
          </a:custGeom>
          <a:solidFill xmlns:a="http://schemas.openxmlformats.org/drawingml/2006/main">
            <a:srgbClr val="F7B800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object 7">
            <a:extLst xmlns:a="http://schemas.openxmlformats.org/drawingml/2006/main">
              <a:ext uri="{FF2B5EF4-FFF2-40B4-BE49-F238E27FC236}">
                <a16:creationId xmlns:a16="http://schemas.microsoft.com/office/drawing/2014/main" id="{EDB996B8-A395-445F-AA94-CD667F08E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981" y="920750"/>
            <a:ext cx="167005" cy="1473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8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5.1</a:t>
            </a:r>
            <a:endParaRPr sz="800">
              <a:latin typeface="Arial"/>
              <a:ea typeface="Arial"/>
              <a:cs typeface="Arial"/>
            </a:endParaRPr>
          </a:p>
        </p:txBody>
      </p:sp>
      <p:sp>
        <p:nvSpPr>
          <p:cNvPr id="8" name="object 8">
            <a:extLst xmlns:a="http://schemas.openxmlformats.org/drawingml/2006/main">
              <a:ext uri="{FF2B5EF4-FFF2-40B4-BE49-F238E27FC236}">
                <a16:creationId xmlns:a16="http://schemas.microsoft.com/office/drawing/2014/main" id="{605F0062-075C-45A9-B2EA-9C736630D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300" y="863600"/>
            <a:ext cx="2428875" cy="25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Use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the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Master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Dashboard</a:t>
            </a:r>
            <a:endParaRPr sz="1500">
              <a:latin typeface="Arial"/>
              <a:ea typeface="Arial"/>
              <a:cs typeface="Arial"/>
            </a:endParaRPr>
          </a:p>
        </p:txBody>
      </p:sp>
      <p:sp>
        <p:nvSpPr>
          <p:cNvPr id="9" name="object 9">
            <a:extLst xmlns:a="http://schemas.openxmlformats.org/drawingml/2006/main">
              <a:ext uri="{FF2B5EF4-FFF2-40B4-BE49-F238E27FC236}">
                <a16:creationId xmlns:a16="http://schemas.microsoft.com/office/drawing/2014/main" id="{F93D2602-619B-4C12-96EE-C4FDBB147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600" y="10298300"/>
            <a:ext cx="6595109" cy="0"/>
          </a:xfrm>
          <a:custGeom xmlns:a="http://schemas.openxmlformats.org/drawingml/2006/main">
            <a:rect l="l" t="t" r="r" b="b"/>
            <a:pathLst>
              <a:path w="6595109" h="0">
                <a:moveTo>
                  <a:pt x="0" y="0"/>
                </a:moveTo>
                <a:lnTo>
                  <a:pt x="6594800" y="0"/>
                </a:lnTo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object 10">
            <a:extLst xmlns:a="http://schemas.openxmlformats.org/drawingml/2006/main">
              <a:ext uri="{FF2B5EF4-FFF2-40B4-BE49-F238E27FC236}">
                <a16:creationId xmlns:a16="http://schemas.microsoft.com/office/drawing/2014/main" id="{B9CAD39F-BD6F-4611-BCFE-9BE56454D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900" y="1358899"/>
            <a:ext cx="3898265" cy="2590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524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20"/>
              </a:spcBef>
              <a:buNone/>
            </a:pP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 dashboard combines library coverage, quick navigation, recent activity and document search.</a:t>
            </a:r>
            <a:endParaRPr sz="800">
              <a:latin typeface="Arial MT"/>
              <a:ea typeface="Arial MT"/>
              <a:cs typeface="Arial MT"/>
            </a:endParaRPr>
          </a:p>
        </p:txBody>
      </p:sp>
      <p:sp>
        <p:nvSpPr>
          <p:cNvPr id="16" name="object 16">
            <a:extLst xmlns:a="http://schemas.openxmlformats.org/drawingml/2006/main">
              <a:ext uri="{FF2B5EF4-FFF2-40B4-BE49-F238E27FC236}">
                <a16:creationId xmlns:a16="http://schemas.microsoft.com/office/drawing/2014/main" id="{2645A8B0-F885-4703-99C6-A8009166A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027" y="4478876"/>
            <a:ext cx="2418080" cy="24257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397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10"/>
              </a:spcBef>
              <a:buNone/>
            </a:pP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Figure 3 - Current library coverage, shortcuts, activity and recently viewed documents</a:t>
            </a:r>
            <a:endParaRPr sz="750">
              <a:latin typeface="Arial"/>
              <a:ea typeface="Arial"/>
              <a:cs typeface="Arial"/>
            </a:endParaRPr>
          </a:p>
        </p:txBody>
      </p:sp>
      <p:sp>
        <p:nvSpPr>
          <p:cNvPr id="18" name="object 18">
            <a:extLst xmlns:a="http://schemas.openxmlformats.org/drawingml/2006/main">
              <a:ext uri="{FF2B5EF4-FFF2-40B4-BE49-F238E27FC236}">
                <a16:creationId xmlns:a16="http://schemas.microsoft.com/office/drawing/2014/main" id="{4CB15AD1-DDCD-4E25-81F7-D7273588E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4735416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59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59"/>
                </a:lnTo>
                <a:lnTo>
                  <a:pt x="6531300" y="403859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59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9" name="object 19">
            <a:extLst xmlns:a="http://schemas.openxmlformats.org/drawingml/2006/main">
              <a:ext uri="{FF2B5EF4-FFF2-40B4-BE49-F238E27FC236}">
                <a16:creationId xmlns:a16="http://schemas.microsoft.com/office/drawing/2014/main" id="{B64A9B4E-D530-4F80-A5D6-FB7452D70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4735416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3500" y="403859"/>
                </a:moveTo>
                <a:lnTo>
                  <a:pt x="6531300" y="403859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59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59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59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73" name="object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b5b8330e1c4e1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71500" y="4823046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21" name="object 21">
            <a:extLst xmlns:a="http://schemas.openxmlformats.org/drawingml/2006/main">
              <a:ext uri="{FF2B5EF4-FFF2-40B4-BE49-F238E27FC236}">
                <a16:creationId xmlns:a16="http://schemas.microsoft.com/office/drawing/2014/main" id="{CB63B0ED-CA85-46DF-A0D1-9010C1614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15" y="4850986"/>
            <a:ext cx="89535" cy="162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  <a:endParaRPr sz="900">
              <a:latin typeface="Arial"/>
              <a:ea typeface="Arial"/>
              <a:cs typeface="Arial"/>
            </a:endParaRPr>
          </a:p>
        </p:txBody>
      </p:sp>
      <p:sp>
        <p:nvSpPr>
          <p:cNvPr id="22" name="object 22">
            <a:extLst xmlns:a="http://schemas.openxmlformats.org/drawingml/2006/main">
              <a:ext uri="{FF2B5EF4-FFF2-40B4-BE49-F238E27FC236}">
                <a16:creationId xmlns:a16="http://schemas.microsoft.com/office/drawing/2014/main" id="{41073B44-68C9-487B-ADC8-4B1C8F89D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68060"/>
            <a:ext cx="2765425" cy="31675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3175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250"/>
              </a:spcBef>
              <a:buNone/>
            </a:pP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Review library coverage</a:t>
            </a:r>
            <a:endParaRPr sz="850" b="1" spc="-10">
              <a:solidFill>
                <a:srgbClr val="13213D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12700">
              <a:lnSpc>
                <a:spcPct val="100000"/>
              </a:lnSpc>
              <a:spcBef>
                <a:spcPts val="250"/>
              </a:spcBef>
              <a:buNone/>
            </a:pP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Review 119 plant and 58 customer documents across six library areas.</a:t>
            </a:r>
            <a:endParaRPr sz="750">
              <a:latin typeface="Arial MT"/>
              <a:ea typeface="Arial MT"/>
              <a:cs typeface="Arial MT"/>
            </a:endParaRPr>
          </a:p>
        </p:txBody>
      </p:sp>
      <p:sp>
        <p:nvSpPr>
          <p:cNvPr id="24" name="object 24">
            <a:extLst xmlns:a="http://schemas.openxmlformats.org/drawingml/2006/main">
              <a:ext uri="{FF2B5EF4-FFF2-40B4-BE49-F238E27FC236}">
                <a16:creationId xmlns:a16="http://schemas.microsoft.com/office/drawing/2014/main" id="{D2344E39-A3AB-4404-8B70-ACEAECFDB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5215477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5" name="object 25">
            <a:extLst xmlns:a="http://schemas.openxmlformats.org/drawingml/2006/main">
              <a:ext uri="{FF2B5EF4-FFF2-40B4-BE49-F238E27FC236}">
                <a16:creationId xmlns:a16="http://schemas.microsoft.com/office/drawing/2014/main" id="{A3891015-C39D-4966-85B6-A610CE04D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5215477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3500" y="403860"/>
                </a:move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78" name="object 2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b5b8330e1c4e1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71500" y="5303107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27" name="object 27">
            <a:extLst xmlns:a="http://schemas.openxmlformats.org/drawingml/2006/main">
              <a:ext uri="{FF2B5EF4-FFF2-40B4-BE49-F238E27FC236}">
                <a16:creationId xmlns:a16="http://schemas.microsoft.com/office/drawing/2014/main" id="{8209C22A-E703-47CA-A5E9-3BDCDE427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15" y="5331046"/>
            <a:ext cx="89535" cy="162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  <a:endParaRPr sz="900">
              <a:latin typeface="Arial"/>
              <a:ea typeface="Arial"/>
              <a:cs typeface="Arial"/>
            </a:endParaRPr>
          </a:p>
        </p:txBody>
      </p:sp>
      <p:sp>
        <p:nvSpPr>
          <p:cNvPr id="28" name="object 28">
            <a:extLst xmlns:a="http://schemas.openxmlformats.org/drawingml/2006/main">
              <a:ext uri="{FF2B5EF4-FFF2-40B4-BE49-F238E27FC236}">
                <a16:creationId xmlns:a16="http://schemas.microsoft.com/office/drawing/2014/main" id="{1EE90672-D194-4563-AFD6-177AC83A8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48120"/>
            <a:ext cx="3509645" cy="3086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3175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250"/>
              </a:spcBef>
              <a:buNone/>
            </a:pP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Use quick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actions</a:t>
            </a:r>
            <a:endParaRPr sz="850">
              <a:latin typeface="Arial"/>
              <a:ea typeface="Arial"/>
              <a:cs typeface="Arial"/>
            </a:endParaRPr>
          </a:p>
          <a:p xmlns:a="http://schemas.openxmlformats.org/drawingml/2006/main">
            <a:pPr marL="12700">
              <a:lnSpc>
                <a:spcPct val="100000"/>
              </a:lnSpc>
              <a:spcBef>
                <a:spcPts val="150"/>
              </a:spcBef>
              <a:buNone/>
            </a:pP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Open Uploads, Pending, Library, Approvals, Reports or Revision History.</a:t>
            </a:r>
            <a:endParaRPr sz="750">
              <a:latin typeface="Arial MT"/>
              <a:ea typeface="Arial MT"/>
              <a:cs typeface="Arial MT"/>
            </a:endParaRPr>
          </a:p>
        </p:txBody>
      </p:sp>
      <p:sp>
        <p:nvSpPr>
          <p:cNvPr id="30" name="object 30">
            <a:extLst xmlns:a="http://schemas.openxmlformats.org/drawingml/2006/main">
              <a:ext uri="{FF2B5EF4-FFF2-40B4-BE49-F238E27FC236}">
                <a16:creationId xmlns:a16="http://schemas.microsoft.com/office/drawing/2014/main" id="{B748784B-F6D4-488B-B4DE-C2041BB3A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5695536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1" name="object 31">
            <a:extLst xmlns:a="http://schemas.openxmlformats.org/drawingml/2006/main">
              <a:ext uri="{FF2B5EF4-FFF2-40B4-BE49-F238E27FC236}">
                <a16:creationId xmlns:a16="http://schemas.microsoft.com/office/drawing/2014/main" id="{8EF3F74B-C3EA-4898-9BE8-4E7D0D019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5695536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3500" y="403860"/>
                </a:move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83" name="object 3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b5b8330e1c4e1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71500" y="5783166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33" name="object 33">
            <a:extLst xmlns:a="http://schemas.openxmlformats.org/drawingml/2006/main">
              <a:ext uri="{FF2B5EF4-FFF2-40B4-BE49-F238E27FC236}">
                <a16:creationId xmlns:a16="http://schemas.microsoft.com/office/drawing/2014/main" id="{AEE02D63-1A34-4B75-8858-9955163FF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15" y="5811106"/>
            <a:ext cx="89535" cy="162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  <a:endParaRPr sz="900">
              <a:latin typeface="Arial"/>
              <a:ea typeface="Arial"/>
              <a:cs typeface="Arial"/>
            </a:endParaRPr>
          </a:p>
        </p:txBody>
      </p:sp>
      <p:sp>
        <p:nvSpPr>
          <p:cNvPr id="34" name="object 34">
            <a:extLst xmlns:a="http://schemas.openxmlformats.org/drawingml/2006/main">
              <a:ext uri="{FF2B5EF4-FFF2-40B4-BE49-F238E27FC236}">
                <a16:creationId xmlns:a16="http://schemas.microsoft.com/office/drawing/2014/main" id="{2B98E596-24AA-46CE-B163-88053A8A7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728180"/>
            <a:ext cx="2738120" cy="3086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3175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250"/>
              </a:spcBef>
              <a:buNone/>
            </a:pP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Review activity</a:t>
            </a:r>
            <a:endParaRPr sz="850">
              <a:latin typeface="Arial"/>
              <a:ea typeface="Arial"/>
              <a:cs typeface="Arial"/>
            </a:endParaRPr>
          </a:p>
          <a:p xmlns:a="http://schemas.openxmlformats.org/drawingml/2006/main">
            <a:pPr marL="12700">
              <a:lnSpc>
                <a:spcPct val="100000"/>
              </a:lnSpc>
              <a:spcBef>
                <a:spcPts val="150"/>
              </a:spcBef>
              <a:buNone/>
            </a:pP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Use the 14-day trend and Recently viewed list to reopen work.</a:t>
            </a:r>
            <a:endParaRPr sz="750">
              <a:latin typeface="Arial MT"/>
              <a:ea typeface="Arial MT"/>
              <a:cs typeface="Arial MT"/>
            </a:endParaRPr>
          </a:p>
        </p:txBody>
      </p:sp>
      <p:sp>
        <p:nvSpPr>
          <p:cNvPr id="36" name="object 36">
            <a:extLst xmlns:a="http://schemas.openxmlformats.org/drawingml/2006/main">
              <a:ext uri="{FF2B5EF4-FFF2-40B4-BE49-F238E27FC236}">
                <a16:creationId xmlns:a16="http://schemas.microsoft.com/office/drawing/2014/main" id="{DE4CA9CF-6AE6-4B1B-9AB6-1DF7C8941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6175596"/>
            <a:ext cx="6595109" cy="403860"/>
          </a:xfrm>
          <a:custGeom xmlns:a="http://schemas.openxmlformats.org/drawingml/2006/main">
            <a:rect l="l" t="t" r="r" b="b"/>
            <a:pathLst>
              <a:path w="6595109" h="403859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7" name="object 37">
            <a:extLst xmlns:a="http://schemas.openxmlformats.org/drawingml/2006/main">
              <a:ext uri="{FF2B5EF4-FFF2-40B4-BE49-F238E27FC236}">
                <a16:creationId xmlns:a16="http://schemas.microsoft.com/office/drawing/2014/main" id="{93004F7B-316B-48C6-94CB-C8562CE8F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6175596"/>
            <a:ext cx="6595109" cy="403860"/>
          </a:xfrm>
          <a:custGeom xmlns:a="http://schemas.openxmlformats.org/drawingml/2006/main">
            <a:rect l="l" t="t" r="r" b="b"/>
            <a:pathLst>
              <a:path w="6595109" h="403859">
                <a:moveTo>
                  <a:pt x="63500" y="403860"/>
                </a:move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88" name="object 3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b5b8330e1c4e1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71500" y="6263226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39" name="object 39">
            <a:extLst xmlns:a="http://schemas.openxmlformats.org/drawingml/2006/main">
              <a:ext uri="{FF2B5EF4-FFF2-40B4-BE49-F238E27FC236}">
                <a16:creationId xmlns:a16="http://schemas.microsoft.com/office/drawing/2014/main" id="{1F7D6D02-D103-4AD9-9186-EF017BA9C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15" y="6291166"/>
            <a:ext cx="89535" cy="162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  <a:endParaRPr sz="900">
              <a:latin typeface="Arial"/>
              <a:ea typeface="Arial"/>
              <a:cs typeface="Arial"/>
            </a:endParaRPr>
          </a:p>
        </p:txBody>
      </p:sp>
      <p:sp>
        <p:nvSpPr>
          <p:cNvPr id="40" name="object 40">
            <a:extLst xmlns:a="http://schemas.openxmlformats.org/drawingml/2006/main">
              <a:ext uri="{FF2B5EF4-FFF2-40B4-BE49-F238E27FC236}">
                <a16:creationId xmlns:a16="http://schemas.microsoft.com/office/drawing/2014/main" id="{3C711B89-7184-431E-A5F0-F8CFCD73A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208240"/>
            <a:ext cx="4406265" cy="3086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3175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250"/>
              </a:spcBef>
              <a:buNone/>
            </a:pP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Search and filter</a:t>
            </a:r>
            <a:endParaRPr sz="850">
              <a:latin typeface="Arial"/>
              <a:ea typeface="Arial"/>
              <a:cs typeface="Arial"/>
            </a:endParaRPr>
          </a:p>
          <a:p xmlns:a="http://schemas.openxmlformats.org/drawingml/2006/main">
            <a:pPr marL="12700">
              <a:lnSpc>
                <a:spcPct val="100000"/>
              </a:lnSpc>
              <a:spcBef>
                <a:spcPts val="150"/>
              </a:spcBef>
              <a:buNone/>
            </a:pP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Search metadata; filter by plant, department, customer and status.</a:t>
            </a:r>
            <a:endParaRPr sz="750">
              <a:latin typeface="Arial MT"/>
              <a:ea typeface="Arial MT"/>
              <a:cs typeface="Arial MT"/>
            </a:endParaRPr>
          </a:p>
        </p:txBody>
      </p:sp>
      <p:sp>
        <p:nvSpPr>
          <p:cNvPr id="42" name="object 42">
            <a:extLst xmlns:a="http://schemas.openxmlformats.org/drawingml/2006/main">
              <a:ext uri="{FF2B5EF4-FFF2-40B4-BE49-F238E27FC236}">
                <a16:creationId xmlns:a16="http://schemas.microsoft.com/office/drawing/2014/main" id="{46D7241D-146D-4C58-8047-2359BD58B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6655656"/>
            <a:ext cx="6595109" cy="403860"/>
          </a:xfrm>
          <a:custGeom xmlns:a="http://schemas.openxmlformats.org/drawingml/2006/main">
            <a:rect l="l" t="t" r="r" b="b"/>
            <a:pathLst>
              <a:path w="6595109" h="403859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3" name="object 43">
            <a:extLst xmlns:a="http://schemas.openxmlformats.org/drawingml/2006/main">
              <a:ext uri="{FF2B5EF4-FFF2-40B4-BE49-F238E27FC236}">
                <a16:creationId xmlns:a16="http://schemas.microsoft.com/office/drawing/2014/main" id="{2A04048A-7304-4ABA-BF1B-69DE9E3D4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6655656"/>
            <a:ext cx="6595109" cy="403860"/>
          </a:xfrm>
          <a:custGeom xmlns:a="http://schemas.openxmlformats.org/drawingml/2006/main">
            <a:rect l="l" t="t" r="r" b="b"/>
            <a:pathLst>
              <a:path w="6595109" h="403859">
                <a:moveTo>
                  <a:pt x="63500" y="403860"/>
                </a:move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93" name="object 4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b5b8330e1c4e1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71500" y="6743286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45" name="object 45">
            <a:extLst xmlns:a="http://schemas.openxmlformats.org/drawingml/2006/main">
              <a:ext uri="{FF2B5EF4-FFF2-40B4-BE49-F238E27FC236}">
                <a16:creationId xmlns:a16="http://schemas.microsoft.com/office/drawing/2014/main" id="{BD542946-883A-4620-A589-3419F0201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15" y="6771227"/>
            <a:ext cx="89535" cy="162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  <a:endParaRPr sz="900">
              <a:latin typeface="Arial"/>
              <a:ea typeface="Arial"/>
              <a:cs typeface="Arial"/>
            </a:endParaRPr>
          </a:p>
        </p:txBody>
      </p:sp>
      <p:sp>
        <p:nvSpPr>
          <p:cNvPr id="46" name="object 46">
            <a:extLst xmlns:a="http://schemas.openxmlformats.org/drawingml/2006/main">
              <a:ext uri="{FF2B5EF4-FFF2-40B4-BE49-F238E27FC236}">
                <a16:creationId xmlns:a16="http://schemas.microsoft.com/office/drawing/2014/main" id="{E30BE43A-217B-4DA5-9A1B-C6FA5CE40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688301"/>
            <a:ext cx="2787015" cy="3086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3175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250"/>
              </a:spcBef>
              <a:buNone/>
            </a:pP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Manage the current view</a:t>
            </a:r>
            <a:endParaRPr sz="850">
              <a:latin typeface="Arial"/>
              <a:ea typeface="Arial"/>
              <a:cs typeface="Arial"/>
            </a:endParaRPr>
          </a:p>
          <a:p xmlns:a="http://schemas.openxmlformats.org/drawingml/2006/main">
            <a:pPr marL="12700">
              <a:lnSpc>
                <a:spcPct val="100000"/>
              </a:lnSpc>
              <a:spcBef>
                <a:spcPts val="150"/>
              </a:spcBef>
              <a:buNone/>
            </a:pP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Set page size, use authorized row actions, or export the filtered CSV.</a:t>
            </a:r>
            <a:endParaRPr sz="750">
              <a:latin typeface="Arial MT"/>
              <a:ea typeface="Arial MT"/>
              <a:cs typeface="Arial MT"/>
            </a:endParaRPr>
          </a:p>
        </p:txBody>
      </p:sp>
      <p:sp>
        <p:nvSpPr>
          <p:cNvPr id="48" name="object 48">
            <a:extLst xmlns:a="http://schemas.openxmlformats.org/drawingml/2006/main">
              <a:ext uri="{FF2B5EF4-FFF2-40B4-BE49-F238E27FC236}">
                <a16:creationId xmlns:a16="http://schemas.microsoft.com/office/drawing/2014/main" id="{783878C4-399E-4FE8-893B-63A6187F8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7135717"/>
            <a:ext cx="6595109" cy="518159"/>
          </a:xfrm>
          <a:custGeom xmlns:a="http://schemas.openxmlformats.org/drawingml/2006/main">
            <a:rect l="l" t="t" r="r" b="b"/>
            <a:pathLst>
              <a:path w="6595109" h="518159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454659"/>
                </a:lnTo>
                <a:lnTo>
                  <a:pt x="4985" y="479390"/>
                </a:lnTo>
                <a:lnTo>
                  <a:pt x="18586" y="499573"/>
                </a:lnTo>
                <a:lnTo>
                  <a:pt x="38769" y="513174"/>
                </a:lnTo>
                <a:lnTo>
                  <a:pt x="63500" y="518159"/>
                </a:lnTo>
                <a:lnTo>
                  <a:pt x="6531300" y="518159"/>
                </a:lnTo>
                <a:lnTo>
                  <a:pt x="6556030" y="513174"/>
                </a:lnTo>
                <a:lnTo>
                  <a:pt x="6576213" y="499573"/>
                </a:lnTo>
                <a:lnTo>
                  <a:pt x="6589814" y="479390"/>
                </a:lnTo>
                <a:lnTo>
                  <a:pt x="6594800" y="454659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E9F6ED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9" name="object 49">
            <a:extLst xmlns:a="http://schemas.openxmlformats.org/drawingml/2006/main">
              <a:ext uri="{FF2B5EF4-FFF2-40B4-BE49-F238E27FC236}">
                <a16:creationId xmlns:a16="http://schemas.microsoft.com/office/drawing/2014/main" id="{A4529167-34F1-43DD-B8BC-0F24C04BA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7135717"/>
            <a:ext cx="6595109" cy="518159"/>
          </a:xfrm>
          <a:custGeom xmlns:a="http://schemas.openxmlformats.org/drawingml/2006/main">
            <a:rect l="l" t="t" r="r" b="b"/>
            <a:pathLst>
              <a:path w="6595109" h="518159">
                <a:moveTo>
                  <a:pt x="63500" y="518159"/>
                </a:moveTo>
                <a:lnTo>
                  <a:pt x="6531300" y="518159"/>
                </a:lnTo>
                <a:lnTo>
                  <a:pt x="6556030" y="513174"/>
                </a:lnTo>
                <a:lnTo>
                  <a:pt x="6576213" y="499573"/>
                </a:lnTo>
                <a:lnTo>
                  <a:pt x="6589814" y="479390"/>
                </a:lnTo>
                <a:lnTo>
                  <a:pt x="6594800" y="454659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454659"/>
                </a:lnTo>
                <a:lnTo>
                  <a:pt x="4985" y="479390"/>
                </a:lnTo>
                <a:lnTo>
                  <a:pt x="18586" y="499573"/>
                </a:lnTo>
                <a:lnTo>
                  <a:pt x="38769" y="513174"/>
                </a:lnTo>
                <a:lnTo>
                  <a:pt x="63500" y="518159"/>
                </a:lnTo>
                <a:close/>
              </a:path>
            </a:pathLst>
          </a:custGeom>
          <a:ln xmlns:a="http://schemas.openxmlformats.org/drawingml/2006/main" w="6349">
            <a:solidFill>
              <a:srgbClr val="1A793A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0" name="object 50">
            <a:extLst xmlns:a="http://schemas.openxmlformats.org/drawingml/2006/main">
              <a:ext uri="{FF2B5EF4-FFF2-40B4-BE49-F238E27FC236}">
                <a16:creationId xmlns:a16="http://schemas.microsoft.com/office/drawing/2014/main" id="{AC8A831F-22E4-400A-A31D-8E34030F9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7135717"/>
            <a:ext cx="63500" cy="518159"/>
          </a:xfrm>
          <a:custGeom xmlns:a="http://schemas.openxmlformats.org/drawingml/2006/main">
            <a:rect l="l" t="t" r="r" b="b"/>
            <a:pathLst>
              <a:path w="63500" h="518159">
                <a:moveTo>
                  <a:pt x="63500" y="0"/>
                </a:moveTo>
                <a:lnTo>
                  <a:pt x="0" y="0"/>
                </a:lnTo>
                <a:lnTo>
                  <a:pt x="0" y="518159"/>
                </a:lnTo>
                <a:lnTo>
                  <a:pt x="63500" y="518159"/>
                </a:lnTo>
                <a:lnTo>
                  <a:pt x="63500" y="0"/>
                </a:lnTo>
                <a:close/>
              </a:path>
            </a:pathLst>
          </a:custGeom>
          <a:solidFill xmlns:a="http://schemas.openxmlformats.org/drawingml/2006/main">
            <a:srgbClr val="1A793A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1" name="object 51">
            <a:extLst xmlns:a="http://schemas.openxmlformats.org/drawingml/2006/main">
              <a:ext uri="{FF2B5EF4-FFF2-40B4-BE49-F238E27FC236}">
                <a16:creationId xmlns:a16="http://schemas.microsoft.com/office/drawing/2014/main" id="{EFA4B8FB-BB1C-494D-8B34-191E0F7B3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512" y="7196428"/>
            <a:ext cx="6494145" cy="33147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27940" rIns="0" bIns="0">
            <a:spAutoFit/>
          </a:bodyPr>
          <a:lstStyle xmlns:a="http://schemas.openxmlformats.org/drawingml/2006/main"/>
          <a:p xmlns:a="http://schemas.openxmlformats.org/drawingml/2006/main">
            <a:pPr marL="128270">
              <a:lnSpc>
                <a:spcPct val="100000"/>
              </a:lnSpc>
              <a:spcBef>
                <a:spcPts val="220"/>
              </a:spcBef>
              <a:buNone/>
            </a:pPr>
            <a:r>
              <a:rPr sz="10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Good</a:t>
            </a:r>
            <a:r>
              <a:rPr sz="10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 </a:t>
            </a:r>
            <a:r>
              <a:rPr sz="10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practice</a:t>
            </a:r>
            <a:endParaRPr sz="1000">
              <a:latin typeface="Arial"/>
              <a:ea typeface="Arial"/>
              <a:cs typeface="Arial"/>
            </a:endParaRPr>
          </a:p>
          <a:p xmlns:a="http://schemas.openxmlformats.org/drawingml/2006/main">
            <a:pPr marL="128270">
              <a:lnSpc>
                <a:spcPct val="100000"/>
              </a:lnSpc>
              <a:spcBef>
                <a:spcPts val="120"/>
              </a:spcBef>
              <a:buNone/>
            </a:pP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Reset filters before concluding that a document is missing. Counts and visibility are access-aware and reflect the current database.</a:t>
            </a:r>
            <a:endParaRPr sz="800">
              <a:latin typeface="Arial MT"/>
              <a:ea typeface="Arial MT"/>
              <a:cs typeface="Arial MT"/>
            </a:endParaRPr>
          </a:p>
        </p:txBody>
      </p:sp>
      <p:sp>
        <p:nvSpPr>
          <p:cNvPr id="52" name="object 52">
            <a:extLst xmlns:a="http://schemas.openxmlformats.org/drawingml/2006/main">
              <a:ext uri="{FF2B5EF4-FFF2-40B4-BE49-F238E27FC236}">
                <a16:creationId xmlns:a16="http://schemas.microsoft.com/office/drawing/2014/main" id="{C36FB88E-400D-4442-B856-0CAC69EE3933}"/>
              </a:ext>
            </a:extLst>
          </p:cNvPr>
          <p:cNvSpPr>
            <a:spLocks xmlns:a="http://schemas.openxmlformats.org/drawingml/2006/main" noGrp="1"/>
          </p:cNvSpPr>
          <p:nvPr>
            <p:ph type="ft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6985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55"/>
              </a:spcBef>
              <a:buNone/>
            </a:pPr>
            <a:r>
              <a:t>Internal</a:t>
            </a:r>
            <a:r>
              <a:t> </a:t>
            </a:r>
            <a:r>
              <a:t>user</a:t>
            </a:r>
            <a:r>
              <a:t> </a:t>
            </a:r>
            <a:r>
              <a:t>guide</a:t>
            </a:r>
            <a:r>
              <a:t> </a:t>
            </a:r>
            <a:r>
              <a:t>-</a:t>
            </a:r>
            <a:r>
              <a:t> </a:t>
            </a:r>
            <a:r>
              <a:t>controlled</a:t>
            </a:r>
            <a:r>
              <a:t> </a:t>
            </a:r>
            <a:r>
              <a:t>copy</a:t>
            </a:r>
            <a:r>
              <a:t> </a:t>
            </a:r>
            <a:r>
              <a:t>when</a:t>
            </a:r>
            <a:r>
              <a:t> </a:t>
            </a:r>
            <a:r>
              <a:t>viewed</a:t>
            </a:r>
            <a:r>
              <a:t> </a:t>
            </a:r>
            <a:r>
              <a:t>in</a:t>
            </a:r>
            <a:r>
              <a:t> </a:t>
            </a:r>
            <a:r>
              <a:t>the</a:t>
            </a:r>
            <a:r>
              <a:t> </a:t>
            </a:r>
            <a:r>
              <a:t>DMS</a:t>
            </a:r>
            <a:r>
              <a:t> </a:t>
            </a:r>
            <a:r>
              <a:t>portal</a:t>
            </a:r>
          </a:p>
        </p:txBody>
      </p:sp>
      <p:sp>
        <p:nvSpPr>
          <p:cNvPr id="53" name="object 53">
            <a:extLst xmlns:a="http://schemas.openxmlformats.org/drawingml/2006/main">
              <a:ext uri="{FF2B5EF4-FFF2-40B4-BE49-F238E27FC236}">
                <a16:creationId xmlns:a16="http://schemas.microsoft.com/office/drawing/2014/main" id="{29144CEA-D333-485F-B921-B44E25901419}"/>
              </a:ext>
            </a:extLst>
          </p:cNvPr>
          <p:cNvSpPr>
            <a:spLocks xmlns:a="http://schemas.openxmlformats.org/drawingml/2006/main" noGrp="1"/>
          </p:cNvSpPr>
          <p:nvPr>
            <p:ph type="dt" idx="6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6985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55"/>
              </a:spcBef>
              <a:buNone/>
            </a:pPr>
            <a:r>
              <a:t>Smart</a:t>
            </a:r>
            <a:r>
              <a:t> </a:t>
            </a:r>
            <a:r>
              <a:t>DMS</a:t>
            </a:r>
            <a:r>
              <a:t> </a:t>
            </a:r>
            <a:r>
              <a:t>v2.0.0</a:t>
            </a:r>
          </a:p>
        </p:txBody>
      </p:sp>
      <p:pic>
        <p:nvPicPr>
          <p:cNvPr id="102" name="Picture 5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7d3821096b425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201644" y="1618583"/>
            <a:ext cx="7153180" cy="1352550"/>
          </a:xfrm>
          <a:prstGeom xmlns:a="http://schemas.openxmlformats.org/drawingml/2006/main" prst="rect">
            <a:avLst/>
          </a:prstGeom>
        </p:spPr>
      </p:pic>
      <p:pic>
        <p:nvPicPr>
          <p:cNvPr id="103" name="Picture 5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d4c269d39f47a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201644" y="2986088"/>
            <a:ext cx="7153180" cy="13525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2768241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object 2">
            <a:extLst xmlns:a="http://schemas.openxmlformats.org/drawingml/2006/main">
              <a:ext uri="{FF2B5EF4-FFF2-40B4-BE49-F238E27FC236}">
                <a16:creationId xmlns:a16="http://schemas.microsoft.com/office/drawing/2014/main" id="{8A6E4D0C-7CBA-43D8-9BA6-6EB398FD5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9100" y="156971"/>
            <a:ext cx="1671955" cy="330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065" rIns="0" bIns="0">
            <a:spAutoFit/>
          </a:bodyPr>
          <a:lstStyle xmlns:a="http://schemas.openxmlformats.org/drawingml/2006/main"/>
          <a:p xmlns:a="http://schemas.openxmlformats.org/drawingml/2006/main">
            <a:pPr marL="12700" marR="5080">
              <a:lnSpc>
                <a:spcPct val="153800"/>
              </a:lnSpc>
              <a:spcBef>
                <a:spcPts val="95"/>
              </a:spcBef>
              <a:buNone/>
            </a:pP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ZF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Rane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Automotive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India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PVT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LTD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-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SGD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Smart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DMS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Portal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User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Manual</a:t>
            </a:r>
            <a:endParaRPr sz="650">
              <a:latin typeface="Arial MT"/>
              <a:ea typeface="Arial MT"/>
              <a:cs typeface="Arial MT"/>
            </a:endParaRPr>
          </a:p>
        </p:txBody>
      </p:sp>
      <p:graphicFrame>
        <p:nvGraphicFramePr>
          <p:cNvPr id="62" name="object 3"/>
          <p:cNvGraphicFramePr/>
          <p:nvPr/>
        </p:nvGraphicFramePr>
        <p:xfrm>
          <a:off xmlns:a="http://schemas.openxmlformats.org/drawingml/2006/main" x="4178625" y="161924"/>
          <a:ext xmlns:a="http://schemas.openxmlformats.org/drawingml/2006/main" cx="2895600" cy="444500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47800"/>
                <a:gridCol w="1447800"/>
              </a:tblGrid>
              <a:tr h="222250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50"/>
                        </a:spcBef>
                        <a:buNone/>
                      </a:pP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Document: DMS-UM-001</a:t>
                      </a:r>
                      <a:endParaRPr sz="6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985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50"/>
                        </a:spcBef>
                        <a:buNone/>
                      </a:pP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Revision: 1.3</a:t>
                      </a:r>
                      <a:endParaRPr sz="6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985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</a:tr>
              <a:tr h="222250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00"/>
                        </a:spcBef>
                        <a:buNone/>
                      </a:pP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Effective: 10-Aug-2026</a:t>
                      </a:r>
                      <a:endParaRPr sz="6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350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00"/>
                        </a:spcBef>
                        <a:buNone/>
                      </a:pP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Page: 8 of 27</a:t>
                      </a:r>
                      <a:endParaRPr sz="6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350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5" name="object 5">
            <a:extLst xmlns:a="http://schemas.openxmlformats.org/drawingml/2006/main">
              <a:ext uri="{FF2B5EF4-FFF2-40B4-BE49-F238E27FC236}">
                <a16:creationId xmlns:a16="http://schemas.microsoft.com/office/drawing/2014/main" id="{3FD0709F-E0E9-44B5-B9A0-52BF48D65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774699"/>
            <a:ext cx="7560309" cy="431800"/>
          </a:xfrm>
          <a:custGeom xmlns:a="http://schemas.openxmlformats.org/drawingml/2006/main">
            <a:rect l="l" t="t" r="r" b="b"/>
            <a:pathLst>
              <a:path w="7560309" h="431800">
                <a:moveTo>
                  <a:pt x="7560000" y="0"/>
                </a:moveTo>
                <a:lnTo>
                  <a:pt x="0" y="0"/>
                </a:lnTo>
                <a:lnTo>
                  <a:pt x="0" y="431800"/>
                </a:lnTo>
                <a:lnTo>
                  <a:pt x="7560000" y="431800"/>
                </a:lnTo>
                <a:lnTo>
                  <a:pt x="7560000" y="0"/>
                </a:lnTo>
                <a:close/>
              </a:path>
            </a:pathLst>
          </a:custGeom>
          <a:solidFill xmlns:a="http://schemas.openxmlformats.org/drawingml/2006/main">
            <a:srgbClr val="1A793A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object 6">
            <a:extLst xmlns:a="http://schemas.openxmlformats.org/drawingml/2006/main">
              <a:ext uri="{FF2B5EF4-FFF2-40B4-BE49-F238E27FC236}">
                <a16:creationId xmlns:a16="http://schemas.microsoft.com/office/drawing/2014/main" id="{57571BCD-71DA-46BD-99FE-B95859209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863599"/>
            <a:ext cx="533400" cy="254000"/>
          </a:xfrm>
          <a:custGeom xmlns:a="http://schemas.openxmlformats.org/drawingml/2006/main">
            <a:rect l="l" t="t" r="r" b="b"/>
            <a:pathLst>
              <a:path w="533400" h="254000">
                <a:moveTo>
                  <a:pt x="4699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190500"/>
                </a:lnTo>
                <a:lnTo>
                  <a:pt x="4985" y="215230"/>
                </a:lnTo>
                <a:lnTo>
                  <a:pt x="18586" y="235413"/>
                </a:lnTo>
                <a:lnTo>
                  <a:pt x="38769" y="249014"/>
                </a:lnTo>
                <a:lnTo>
                  <a:pt x="63500" y="254000"/>
                </a:lnTo>
                <a:lnTo>
                  <a:pt x="469900" y="254000"/>
                </a:lnTo>
                <a:lnTo>
                  <a:pt x="494630" y="249014"/>
                </a:lnTo>
                <a:lnTo>
                  <a:pt x="514813" y="235413"/>
                </a:lnTo>
                <a:lnTo>
                  <a:pt x="528414" y="215230"/>
                </a:lnTo>
                <a:lnTo>
                  <a:pt x="533400" y="190500"/>
                </a:lnTo>
                <a:lnTo>
                  <a:pt x="533400" y="63500"/>
                </a:lnTo>
                <a:lnTo>
                  <a:pt x="528414" y="38769"/>
                </a:lnTo>
                <a:lnTo>
                  <a:pt x="514813" y="18586"/>
                </a:lnTo>
                <a:lnTo>
                  <a:pt x="494630" y="4985"/>
                </a:lnTo>
                <a:lnTo>
                  <a:pt x="469900" y="0"/>
                </a:lnTo>
                <a:close/>
              </a:path>
            </a:pathLst>
          </a:custGeom>
          <a:solidFill xmlns:a="http://schemas.openxmlformats.org/drawingml/2006/main">
            <a:srgbClr val="F7B800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object 7">
            <a:extLst xmlns:a="http://schemas.openxmlformats.org/drawingml/2006/main">
              <a:ext uri="{FF2B5EF4-FFF2-40B4-BE49-F238E27FC236}">
                <a16:creationId xmlns:a16="http://schemas.microsoft.com/office/drawing/2014/main" id="{693E240C-B288-4007-AF89-06F9F3949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981" y="920750"/>
            <a:ext cx="167005" cy="1473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8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5.2</a:t>
            </a:r>
            <a:endParaRPr sz="800">
              <a:latin typeface="Arial"/>
              <a:ea typeface="Arial"/>
              <a:cs typeface="Arial"/>
            </a:endParaRPr>
          </a:p>
        </p:txBody>
      </p:sp>
      <p:sp>
        <p:nvSpPr>
          <p:cNvPr id="8" name="object 8">
            <a:extLst xmlns:a="http://schemas.openxmlformats.org/drawingml/2006/main">
              <a:ext uri="{FF2B5EF4-FFF2-40B4-BE49-F238E27FC236}">
                <a16:creationId xmlns:a16="http://schemas.microsoft.com/office/drawing/2014/main" id="{245AA320-D31C-44FB-9EAD-987FD1CF3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300" y="863600"/>
            <a:ext cx="2968625" cy="25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Upload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Files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and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Enter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 Metadata</a:t>
            </a:r>
            <a:endParaRPr sz="1500">
              <a:latin typeface="Arial"/>
              <a:ea typeface="Arial"/>
              <a:cs typeface="Arial"/>
            </a:endParaRPr>
          </a:p>
        </p:txBody>
      </p:sp>
      <p:sp>
        <p:nvSpPr>
          <p:cNvPr id="9" name="object 9">
            <a:extLst xmlns:a="http://schemas.openxmlformats.org/drawingml/2006/main">
              <a:ext uri="{FF2B5EF4-FFF2-40B4-BE49-F238E27FC236}">
                <a16:creationId xmlns:a16="http://schemas.microsoft.com/office/drawing/2014/main" id="{E2D054B9-7CF4-41F6-B53A-1417C2A6A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600" y="10298300"/>
            <a:ext cx="6595109" cy="0"/>
          </a:xfrm>
          <a:custGeom xmlns:a="http://schemas.openxmlformats.org/drawingml/2006/main">
            <a:rect l="l" t="t" r="r" b="b"/>
            <a:pathLst>
              <a:path w="6595109" h="0">
                <a:moveTo>
                  <a:pt x="0" y="0"/>
                </a:moveTo>
                <a:lnTo>
                  <a:pt x="6594800" y="0"/>
                </a:lnTo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object 10">
            <a:extLst xmlns:a="http://schemas.openxmlformats.org/drawingml/2006/main">
              <a:ext uri="{FF2B5EF4-FFF2-40B4-BE49-F238E27FC236}">
                <a16:creationId xmlns:a16="http://schemas.microsoft.com/office/drawing/2014/main" id="{BC1E41D0-2772-44C5-B30E-B95104905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900" y="1358899"/>
            <a:ext cx="3319779" cy="15049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524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20"/>
              </a:spcBef>
              <a:buNone/>
            </a:pP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Every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upload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is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routed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into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Document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Library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and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sent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for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approval.</a:t>
            </a:r>
            <a:endParaRPr sz="800">
              <a:latin typeface="Arial MT"/>
              <a:ea typeface="Arial MT"/>
              <a:cs typeface="Arial MT"/>
            </a:endParaRPr>
          </a:p>
        </p:txBody>
      </p:sp>
      <p:sp>
        <p:nvSpPr>
          <p:cNvPr id="12" name="object 12">
            <a:extLst xmlns:a="http://schemas.openxmlformats.org/drawingml/2006/main">
              <a:ext uri="{FF2B5EF4-FFF2-40B4-BE49-F238E27FC236}">
                <a16:creationId xmlns:a16="http://schemas.microsoft.com/office/drawing/2014/main" id="{278310AA-0745-4646-8C7D-E50C44BEC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0700" y="1648459"/>
            <a:ext cx="6595109" cy="2818130"/>
          </a:xfrm>
          <a:custGeom xmlns:a="http://schemas.openxmlformats.org/drawingml/2006/main">
            <a:rect l="l" t="t" r="r" b="b"/>
            <a:pathLst>
              <a:path w="6595109" h="2818129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2754217"/>
                </a:lnTo>
                <a:lnTo>
                  <a:pt x="4985" y="2778948"/>
                </a:lnTo>
                <a:lnTo>
                  <a:pt x="18586" y="2799130"/>
                </a:lnTo>
                <a:lnTo>
                  <a:pt x="38769" y="2812731"/>
                </a:lnTo>
                <a:lnTo>
                  <a:pt x="63500" y="2817717"/>
                </a:lnTo>
                <a:lnTo>
                  <a:pt x="6531300" y="2817717"/>
                </a:lnTo>
                <a:lnTo>
                  <a:pt x="6556030" y="2812731"/>
                </a:lnTo>
                <a:lnTo>
                  <a:pt x="6576213" y="2799130"/>
                </a:lnTo>
                <a:lnTo>
                  <a:pt x="6589814" y="2778948"/>
                </a:lnTo>
                <a:lnTo>
                  <a:pt x="6594800" y="2754217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D6E1ED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object 13">
            <a:extLst xmlns:a="http://schemas.openxmlformats.org/drawingml/2006/main">
              <a:ext uri="{FF2B5EF4-FFF2-40B4-BE49-F238E27FC236}">
                <a16:creationId xmlns:a16="http://schemas.microsoft.com/office/drawing/2014/main" id="{B6DC7283-4A6A-49ED-90E4-BAC105E0D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1610359"/>
            <a:ext cx="6595109" cy="2818130"/>
          </a:xfrm>
          <a:custGeom xmlns:a="http://schemas.openxmlformats.org/drawingml/2006/main">
            <a:rect l="l" t="t" r="r" b="b"/>
            <a:pathLst>
              <a:path w="6595109" h="2818129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2754217"/>
                </a:lnTo>
                <a:lnTo>
                  <a:pt x="4985" y="2778948"/>
                </a:lnTo>
                <a:lnTo>
                  <a:pt x="18586" y="2799130"/>
                </a:lnTo>
                <a:lnTo>
                  <a:pt x="38769" y="2812731"/>
                </a:lnTo>
                <a:lnTo>
                  <a:pt x="63500" y="2817717"/>
                </a:lnTo>
                <a:lnTo>
                  <a:pt x="6531300" y="2817717"/>
                </a:lnTo>
                <a:lnTo>
                  <a:pt x="6556030" y="2812731"/>
                </a:lnTo>
                <a:lnTo>
                  <a:pt x="6576213" y="2799130"/>
                </a:lnTo>
                <a:lnTo>
                  <a:pt x="6589814" y="2778948"/>
                </a:lnTo>
                <a:lnTo>
                  <a:pt x="6594800" y="2754217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object 14">
            <a:extLst xmlns:a="http://schemas.openxmlformats.org/drawingml/2006/main">
              <a:ext uri="{FF2B5EF4-FFF2-40B4-BE49-F238E27FC236}">
                <a16:creationId xmlns:a16="http://schemas.microsoft.com/office/drawing/2014/main" id="{32CCB698-DD82-43A1-BFE9-F19CD05C0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1610359"/>
            <a:ext cx="6595109" cy="2818130"/>
          </a:xfrm>
          <a:custGeom xmlns:a="http://schemas.openxmlformats.org/drawingml/2006/main">
            <a:rect l="l" t="t" r="r" b="b"/>
            <a:pathLst>
              <a:path w="6595109" h="2818129">
                <a:moveTo>
                  <a:pt x="63500" y="2817717"/>
                </a:moveTo>
                <a:lnTo>
                  <a:pt x="6531300" y="2817717"/>
                </a:lnTo>
                <a:lnTo>
                  <a:pt x="6556030" y="2812731"/>
                </a:lnTo>
                <a:lnTo>
                  <a:pt x="6576213" y="2799130"/>
                </a:lnTo>
                <a:lnTo>
                  <a:pt x="6589814" y="2778948"/>
                </a:lnTo>
                <a:lnTo>
                  <a:pt x="6594800" y="2754217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2754217"/>
                </a:lnTo>
                <a:lnTo>
                  <a:pt x="4985" y="2778948"/>
                </a:lnTo>
                <a:lnTo>
                  <a:pt x="18586" y="2799130"/>
                </a:lnTo>
                <a:lnTo>
                  <a:pt x="38769" y="2812731"/>
                </a:lnTo>
                <a:lnTo>
                  <a:pt x="63500" y="2817717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72" name="object 1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3fbd957ade4d7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12324" y="1623059"/>
            <a:ext cx="6535351" cy="2792317"/>
          </a:xfrm>
          <a:prstGeom xmlns:a="http://schemas.openxmlformats.org/drawingml/2006/main" prst="rect">
            <a:avLst/>
          </a:prstGeom>
        </p:spPr>
      </p:pic>
      <p:sp>
        <p:nvSpPr>
          <p:cNvPr id="16" name="object 16">
            <a:extLst xmlns:a="http://schemas.openxmlformats.org/drawingml/2006/main">
              <a:ext uri="{FF2B5EF4-FFF2-40B4-BE49-F238E27FC236}">
                <a16:creationId xmlns:a16="http://schemas.microsoft.com/office/drawing/2014/main" id="{5CBA6E2E-A430-4274-A555-469D010C6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1630" y="4478876"/>
            <a:ext cx="2397125" cy="14160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397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10"/>
              </a:spcBef>
              <a:buNone/>
            </a:pP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Figure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4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-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File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selection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and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the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start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of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the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upload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form</a:t>
            </a:r>
            <a:endParaRPr sz="750">
              <a:latin typeface="Arial"/>
              <a:ea typeface="Arial"/>
              <a:cs typeface="Arial"/>
            </a:endParaRPr>
          </a:p>
        </p:txBody>
      </p:sp>
      <p:sp>
        <p:nvSpPr>
          <p:cNvPr id="18" name="object 18">
            <a:extLst xmlns:a="http://schemas.openxmlformats.org/drawingml/2006/main">
              <a:ext uri="{FF2B5EF4-FFF2-40B4-BE49-F238E27FC236}">
                <a16:creationId xmlns:a16="http://schemas.microsoft.com/office/drawing/2014/main" id="{8F457BD2-0B7F-4C20-A1A2-F63721F67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4735416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59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59"/>
                </a:lnTo>
                <a:lnTo>
                  <a:pt x="6531300" y="403859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59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9" name="object 19">
            <a:extLst xmlns:a="http://schemas.openxmlformats.org/drawingml/2006/main">
              <a:ext uri="{FF2B5EF4-FFF2-40B4-BE49-F238E27FC236}">
                <a16:creationId xmlns:a16="http://schemas.microsoft.com/office/drawing/2014/main" id="{606E9F82-CAE5-49CD-B3B0-489E8DDD6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4735416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3500" y="403859"/>
                </a:moveTo>
                <a:lnTo>
                  <a:pt x="6531300" y="403859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59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59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59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76" name="object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f6c17ccdc2445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71500" y="4823046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21" name="object 21">
            <a:extLst xmlns:a="http://schemas.openxmlformats.org/drawingml/2006/main">
              <a:ext uri="{FF2B5EF4-FFF2-40B4-BE49-F238E27FC236}">
                <a16:creationId xmlns:a16="http://schemas.microsoft.com/office/drawing/2014/main" id="{D5E94A70-587D-4ED4-9C8A-B0F2E4774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15" y="4850986"/>
            <a:ext cx="89535" cy="162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  <a:endParaRPr sz="900">
              <a:latin typeface="Arial"/>
              <a:ea typeface="Arial"/>
              <a:cs typeface="Arial"/>
            </a:endParaRPr>
          </a:p>
        </p:txBody>
      </p:sp>
      <p:sp>
        <p:nvSpPr>
          <p:cNvPr id="22" name="object 22">
            <a:extLst xmlns:a="http://schemas.openxmlformats.org/drawingml/2006/main">
              <a:ext uri="{FF2B5EF4-FFF2-40B4-BE49-F238E27FC236}">
                <a16:creationId xmlns:a16="http://schemas.microsoft.com/office/drawing/2014/main" id="{62553C3B-DA4A-49B9-9800-FAF51F756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68060"/>
            <a:ext cx="2286635" cy="3086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3175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250"/>
              </a:spcBef>
              <a:buNone/>
            </a:pP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Select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one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or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more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files</a:t>
            </a:r>
            <a:endParaRPr sz="850">
              <a:latin typeface="Arial"/>
              <a:ea typeface="Arial"/>
              <a:cs typeface="Arial"/>
            </a:endParaRPr>
          </a:p>
          <a:p xmlns:a="http://schemas.openxmlformats.org/drawingml/2006/main">
            <a:pPr marL="12700">
              <a:lnSpc>
                <a:spcPct val="100000"/>
              </a:lnSpc>
              <a:spcBef>
                <a:spcPts val="150"/>
              </a:spcBef>
              <a:buNone/>
            </a:pP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Drag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files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into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drop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zone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or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choose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Browse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files.</a:t>
            </a:r>
            <a:endParaRPr sz="750">
              <a:latin typeface="Arial MT"/>
              <a:ea typeface="Arial MT"/>
              <a:cs typeface="Arial MT"/>
            </a:endParaRPr>
          </a:p>
        </p:txBody>
      </p:sp>
      <p:sp>
        <p:nvSpPr>
          <p:cNvPr id="24" name="object 24">
            <a:extLst xmlns:a="http://schemas.openxmlformats.org/drawingml/2006/main">
              <a:ext uri="{FF2B5EF4-FFF2-40B4-BE49-F238E27FC236}">
                <a16:creationId xmlns:a16="http://schemas.microsoft.com/office/drawing/2014/main" id="{DFA227F4-4671-45CA-B0F2-FCEB7DC10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5215477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5" name="object 25">
            <a:extLst xmlns:a="http://schemas.openxmlformats.org/drawingml/2006/main">
              <a:ext uri="{FF2B5EF4-FFF2-40B4-BE49-F238E27FC236}">
                <a16:creationId xmlns:a16="http://schemas.microsoft.com/office/drawing/2014/main" id="{A3995A04-1C40-4E71-A99D-638C0924D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5215477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3500" y="403860"/>
                </a:move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81" name="object 2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f6c17ccdc2445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71500" y="5303107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27" name="object 27">
            <a:extLst xmlns:a="http://schemas.openxmlformats.org/drawingml/2006/main">
              <a:ext uri="{FF2B5EF4-FFF2-40B4-BE49-F238E27FC236}">
                <a16:creationId xmlns:a16="http://schemas.microsoft.com/office/drawing/2014/main" id="{03C650CD-0908-4471-AD96-143ABCEA0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15" y="5331046"/>
            <a:ext cx="89535" cy="162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  <a:endParaRPr sz="900">
              <a:latin typeface="Arial"/>
              <a:ea typeface="Arial"/>
              <a:cs typeface="Arial"/>
            </a:endParaRPr>
          </a:p>
        </p:txBody>
      </p:sp>
      <p:sp>
        <p:nvSpPr>
          <p:cNvPr id="28" name="object 28">
            <a:extLst xmlns:a="http://schemas.openxmlformats.org/drawingml/2006/main">
              <a:ext uri="{FF2B5EF4-FFF2-40B4-BE49-F238E27FC236}">
                <a16:creationId xmlns:a16="http://schemas.microsoft.com/office/drawing/2014/main" id="{DA71096D-2330-468D-A3D0-6C1ABC03B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48120"/>
            <a:ext cx="4313555" cy="3086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3175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250"/>
              </a:spcBef>
              <a:buNone/>
            </a:pP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Check format and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size</a:t>
            </a:r>
            <a:endParaRPr sz="850">
              <a:latin typeface="Arial"/>
              <a:ea typeface="Arial"/>
              <a:cs typeface="Arial"/>
            </a:endParaRPr>
          </a:p>
          <a:p xmlns:a="http://schemas.openxmlformats.org/drawingml/2006/main">
            <a:pPr marL="12700">
              <a:lnSpc>
                <a:spcPct val="100000"/>
              </a:lnSpc>
              <a:spcBef>
                <a:spcPts val="150"/>
              </a:spcBef>
              <a:buNone/>
            </a:pP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Accepted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formats: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PDF,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DOC/DOCX,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XLS/XLSX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and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PPT/PPTX.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Maximum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size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is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100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MB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per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file.</a:t>
            </a:r>
            <a:endParaRPr sz="750">
              <a:latin typeface="Arial MT"/>
              <a:ea typeface="Arial MT"/>
              <a:cs typeface="Arial MT"/>
            </a:endParaRPr>
          </a:p>
        </p:txBody>
      </p:sp>
      <p:sp>
        <p:nvSpPr>
          <p:cNvPr id="30" name="object 30">
            <a:extLst xmlns:a="http://schemas.openxmlformats.org/drawingml/2006/main">
              <a:ext uri="{FF2B5EF4-FFF2-40B4-BE49-F238E27FC236}">
                <a16:creationId xmlns:a16="http://schemas.microsoft.com/office/drawing/2014/main" id="{2D3D053B-D464-44F2-B34E-984D6D346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5695536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1" name="object 31">
            <a:extLst xmlns:a="http://schemas.openxmlformats.org/drawingml/2006/main">
              <a:ext uri="{FF2B5EF4-FFF2-40B4-BE49-F238E27FC236}">
                <a16:creationId xmlns:a16="http://schemas.microsoft.com/office/drawing/2014/main" id="{99233665-6475-4524-B771-E328897C6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5695536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3500" y="403860"/>
                </a:move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86" name="object 3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f6c17ccdc2445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71500" y="5783166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33" name="object 33">
            <a:extLst xmlns:a="http://schemas.openxmlformats.org/drawingml/2006/main">
              <a:ext uri="{FF2B5EF4-FFF2-40B4-BE49-F238E27FC236}">
                <a16:creationId xmlns:a16="http://schemas.microsoft.com/office/drawing/2014/main" id="{50CEF501-36AB-4A64-924A-1A41B58A3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15" y="5811106"/>
            <a:ext cx="89535" cy="162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  <a:endParaRPr sz="900">
              <a:latin typeface="Arial"/>
              <a:ea typeface="Arial"/>
              <a:cs typeface="Arial"/>
            </a:endParaRPr>
          </a:p>
        </p:txBody>
      </p:sp>
      <p:sp>
        <p:nvSpPr>
          <p:cNvPr id="34" name="object 34">
            <a:extLst xmlns:a="http://schemas.openxmlformats.org/drawingml/2006/main">
              <a:ext uri="{FF2B5EF4-FFF2-40B4-BE49-F238E27FC236}">
                <a16:creationId xmlns:a16="http://schemas.microsoft.com/office/drawing/2014/main" id="{979208F9-4071-46B3-9F39-A565E9562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728180"/>
            <a:ext cx="3069590" cy="3086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3175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250"/>
              </a:spcBef>
              <a:buNone/>
            </a:pP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Enter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the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document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number</a:t>
            </a:r>
            <a:endParaRPr sz="850">
              <a:latin typeface="Arial"/>
              <a:ea typeface="Arial"/>
              <a:cs typeface="Arial"/>
            </a:endParaRPr>
          </a:p>
          <a:p xmlns:a="http://schemas.openxmlformats.org/drawingml/2006/main">
            <a:pPr marL="12700">
              <a:lnSpc>
                <a:spcPct val="100000"/>
              </a:lnSpc>
              <a:spcBef>
                <a:spcPts val="150"/>
              </a:spcBef>
              <a:buNone/>
            </a:pP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Use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approved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numbering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convention,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for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example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DOC-2026-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001.</a:t>
            </a:r>
            <a:endParaRPr sz="750">
              <a:latin typeface="Arial MT"/>
              <a:ea typeface="Arial MT"/>
              <a:cs typeface="Arial MT"/>
            </a:endParaRPr>
          </a:p>
        </p:txBody>
      </p:sp>
      <p:sp>
        <p:nvSpPr>
          <p:cNvPr id="36" name="object 36">
            <a:extLst xmlns:a="http://schemas.openxmlformats.org/drawingml/2006/main">
              <a:ext uri="{FF2B5EF4-FFF2-40B4-BE49-F238E27FC236}">
                <a16:creationId xmlns:a16="http://schemas.microsoft.com/office/drawing/2014/main" id="{C228A31C-F899-458B-90B8-B153D9699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6175596"/>
            <a:ext cx="6595109" cy="403860"/>
          </a:xfrm>
          <a:custGeom xmlns:a="http://schemas.openxmlformats.org/drawingml/2006/main">
            <a:rect l="l" t="t" r="r" b="b"/>
            <a:pathLst>
              <a:path w="6595109" h="403859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7" name="object 37">
            <a:extLst xmlns:a="http://schemas.openxmlformats.org/drawingml/2006/main">
              <a:ext uri="{FF2B5EF4-FFF2-40B4-BE49-F238E27FC236}">
                <a16:creationId xmlns:a16="http://schemas.microsoft.com/office/drawing/2014/main" id="{EE2A2B56-5BC6-4D1B-9B23-9F2EDDE00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6175596"/>
            <a:ext cx="6595109" cy="403860"/>
          </a:xfrm>
          <a:custGeom xmlns:a="http://schemas.openxmlformats.org/drawingml/2006/main">
            <a:rect l="l" t="t" r="r" b="b"/>
            <a:pathLst>
              <a:path w="6595109" h="403859">
                <a:moveTo>
                  <a:pt x="63500" y="403860"/>
                </a:move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91" name="object 3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f6c17ccdc2445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71500" y="6263226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39" name="object 39">
            <a:extLst xmlns:a="http://schemas.openxmlformats.org/drawingml/2006/main">
              <a:ext uri="{FF2B5EF4-FFF2-40B4-BE49-F238E27FC236}">
                <a16:creationId xmlns:a16="http://schemas.microsoft.com/office/drawing/2014/main" id="{B1E1780B-3760-408B-B80A-E88E87688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15" y="6291166"/>
            <a:ext cx="89535" cy="162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  <a:endParaRPr sz="900">
              <a:latin typeface="Arial"/>
              <a:ea typeface="Arial"/>
              <a:cs typeface="Arial"/>
            </a:endParaRPr>
          </a:p>
        </p:txBody>
      </p:sp>
      <p:sp>
        <p:nvSpPr>
          <p:cNvPr id="40" name="object 40">
            <a:extLst xmlns:a="http://schemas.openxmlformats.org/drawingml/2006/main">
              <a:ext uri="{FF2B5EF4-FFF2-40B4-BE49-F238E27FC236}">
                <a16:creationId xmlns:a16="http://schemas.microsoft.com/office/drawing/2014/main" id="{1FC10667-7687-44D4-B08A-0F9EA87E9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208240"/>
            <a:ext cx="2700020" cy="3086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3175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250"/>
              </a:spcBef>
              <a:buNone/>
            </a:pP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Confirm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revision</a:t>
            </a:r>
            <a:endParaRPr sz="850">
              <a:latin typeface="Arial"/>
              <a:ea typeface="Arial"/>
              <a:cs typeface="Arial"/>
            </a:endParaRPr>
          </a:p>
          <a:p xmlns:a="http://schemas.openxmlformats.org/drawingml/2006/main">
            <a:pPr marL="12700">
              <a:lnSpc>
                <a:spcPct val="100000"/>
              </a:lnSpc>
              <a:spcBef>
                <a:spcPts val="150"/>
              </a:spcBef>
              <a:buNone/>
            </a:pP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Enter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revision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value.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If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left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blank,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system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uses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Rev.00.</a:t>
            </a:r>
            <a:endParaRPr sz="750">
              <a:latin typeface="Arial MT"/>
              <a:ea typeface="Arial MT"/>
              <a:cs typeface="Arial MT"/>
            </a:endParaRPr>
          </a:p>
        </p:txBody>
      </p:sp>
      <p:sp>
        <p:nvSpPr>
          <p:cNvPr id="42" name="object 42">
            <a:extLst xmlns:a="http://schemas.openxmlformats.org/drawingml/2006/main">
              <a:ext uri="{FF2B5EF4-FFF2-40B4-BE49-F238E27FC236}">
                <a16:creationId xmlns:a16="http://schemas.microsoft.com/office/drawing/2014/main" id="{4E44036B-6EA6-41DA-A61C-11995260C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6655656"/>
            <a:ext cx="6595109" cy="403860"/>
          </a:xfrm>
          <a:custGeom xmlns:a="http://schemas.openxmlformats.org/drawingml/2006/main">
            <a:rect l="l" t="t" r="r" b="b"/>
            <a:pathLst>
              <a:path w="6595109" h="403859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3" name="object 43">
            <a:extLst xmlns:a="http://schemas.openxmlformats.org/drawingml/2006/main">
              <a:ext uri="{FF2B5EF4-FFF2-40B4-BE49-F238E27FC236}">
                <a16:creationId xmlns:a16="http://schemas.microsoft.com/office/drawing/2014/main" id="{E85D2419-1B59-44F7-BD29-F419CB1C7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6655656"/>
            <a:ext cx="6595109" cy="403860"/>
          </a:xfrm>
          <a:custGeom xmlns:a="http://schemas.openxmlformats.org/drawingml/2006/main">
            <a:rect l="l" t="t" r="r" b="b"/>
            <a:pathLst>
              <a:path w="6595109" h="403859">
                <a:moveTo>
                  <a:pt x="63500" y="403860"/>
                </a:move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96" name="object 4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f6c17ccdc2445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71500" y="6743286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45" name="object 45">
            <a:extLst xmlns:a="http://schemas.openxmlformats.org/drawingml/2006/main">
              <a:ext uri="{FF2B5EF4-FFF2-40B4-BE49-F238E27FC236}">
                <a16:creationId xmlns:a16="http://schemas.microsoft.com/office/drawing/2014/main" id="{D6F15A91-4F24-4D4B-AAE4-EC617CE68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15" y="6771227"/>
            <a:ext cx="89535" cy="162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  <a:endParaRPr sz="900">
              <a:latin typeface="Arial"/>
              <a:ea typeface="Arial"/>
              <a:cs typeface="Arial"/>
            </a:endParaRPr>
          </a:p>
        </p:txBody>
      </p:sp>
      <p:sp>
        <p:nvSpPr>
          <p:cNvPr id="46" name="object 46">
            <a:extLst xmlns:a="http://schemas.openxmlformats.org/drawingml/2006/main">
              <a:ext uri="{FF2B5EF4-FFF2-40B4-BE49-F238E27FC236}">
                <a16:creationId xmlns:a16="http://schemas.microsoft.com/office/drawing/2014/main" id="{514B32AE-226B-43F0-8390-5D84B233A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688301"/>
            <a:ext cx="3510279" cy="3086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3175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250"/>
              </a:spcBef>
              <a:buNone/>
            </a:pP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Select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ownership</a:t>
            </a:r>
            <a:endParaRPr sz="850">
              <a:latin typeface="Arial"/>
              <a:ea typeface="Arial"/>
              <a:cs typeface="Arial"/>
            </a:endParaRPr>
          </a:p>
          <a:p xmlns:a="http://schemas.openxmlformats.org/drawingml/2006/main">
            <a:pPr marL="12700">
              <a:lnSpc>
                <a:spcPct val="100000"/>
              </a:lnSpc>
              <a:spcBef>
                <a:spcPts val="150"/>
              </a:spcBef>
              <a:buNone/>
            </a:pP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Confirm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plant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and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department.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Choose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customer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or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enable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Internal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Document.</a:t>
            </a:r>
            <a:endParaRPr sz="750">
              <a:latin typeface="Arial MT"/>
              <a:ea typeface="Arial MT"/>
              <a:cs typeface="Arial MT"/>
            </a:endParaRPr>
          </a:p>
        </p:txBody>
      </p:sp>
      <p:sp>
        <p:nvSpPr>
          <p:cNvPr id="48" name="object 48">
            <a:extLst xmlns:a="http://schemas.openxmlformats.org/drawingml/2006/main">
              <a:ext uri="{FF2B5EF4-FFF2-40B4-BE49-F238E27FC236}">
                <a16:creationId xmlns:a16="http://schemas.microsoft.com/office/drawing/2014/main" id="{8C2D6854-4DF0-4AAF-9EB6-02CB3CCDD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7135717"/>
            <a:ext cx="6595109" cy="518159"/>
          </a:xfrm>
          <a:custGeom xmlns:a="http://schemas.openxmlformats.org/drawingml/2006/main">
            <a:rect l="l" t="t" r="r" b="b"/>
            <a:pathLst>
              <a:path w="6595109" h="518159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454659"/>
                </a:lnTo>
                <a:lnTo>
                  <a:pt x="4985" y="479390"/>
                </a:lnTo>
                <a:lnTo>
                  <a:pt x="18586" y="499573"/>
                </a:lnTo>
                <a:lnTo>
                  <a:pt x="38769" y="513174"/>
                </a:lnTo>
                <a:lnTo>
                  <a:pt x="63500" y="518159"/>
                </a:lnTo>
                <a:lnTo>
                  <a:pt x="6531300" y="518159"/>
                </a:lnTo>
                <a:lnTo>
                  <a:pt x="6556030" y="513174"/>
                </a:lnTo>
                <a:lnTo>
                  <a:pt x="6576213" y="499573"/>
                </a:lnTo>
                <a:lnTo>
                  <a:pt x="6589814" y="479390"/>
                </a:lnTo>
                <a:lnTo>
                  <a:pt x="6594800" y="454659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FF6DA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9" name="object 49">
            <a:extLst xmlns:a="http://schemas.openxmlformats.org/drawingml/2006/main">
              <a:ext uri="{FF2B5EF4-FFF2-40B4-BE49-F238E27FC236}">
                <a16:creationId xmlns:a16="http://schemas.microsoft.com/office/drawing/2014/main" id="{F3ACF067-1A41-449F-9C34-B24329DC3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7135717"/>
            <a:ext cx="6595109" cy="518159"/>
          </a:xfrm>
          <a:custGeom xmlns:a="http://schemas.openxmlformats.org/drawingml/2006/main">
            <a:rect l="l" t="t" r="r" b="b"/>
            <a:pathLst>
              <a:path w="6595109" h="518159">
                <a:moveTo>
                  <a:pt x="63500" y="518159"/>
                </a:moveTo>
                <a:lnTo>
                  <a:pt x="6531300" y="518159"/>
                </a:lnTo>
                <a:lnTo>
                  <a:pt x="6556030" y="513174"/>
                </a:lnTo>
                <a:lnTo>
                  <a:pt x="6576213" y="499573"/>
                </a:lnTo>
                <a:lnTo>
                  <a:pt x="6589814" y="479390"/>
                </a:lnTo>
                <a:lnTo>
                  <a:pt x="6594800" y="454659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454659"/>
                </a:lnTo>
                <a:lnTo>
                  <a:pt x="4985" y="479390"/>
                </a:lnTo>
                <a:lnTo>
                  <a:pt x="18586" y="499573"/>
                </a:lnTo>
                <a:lnTo>
                  <a:pt x="38769" y="513174"/>
                </a:lnTo>
                <a:lnTo>
                  <a:pt x="63500" y="518159"/>
                </a:lnTo>
                <a:close/>
              </a:path>
            </a:pathLst>
          </a:custGeom>
          <a:ln xmlns:a="http://schemas.openxmlformats.org/drawingml/2006/main" w="6349">
            <a:solidFill>
              <a:srgbClr val="D88300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0" name="object 50">
            <a:extLst xmlns:a="http://schemas.openxmlformats.org/drawingml/2006/main">
              <a:ext uri="{FF2B5EF4-FFF2-40B4-BE49-F238E27FC236}">
                <a16:creationId xmlns:a16="http://schemas.microsoft.com/office/drawing/2014/main" id="{1BA86729-51C9-4106-9AAD-DF0B1665B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7135717"/>
            <a:ext cx="63500" cy="518159"/>
          </a:xfrm>
          <a:custGeom xmlns:a="http://schemas.openxmlformats.org/drawingml/2006/main">
            <a:rect l="l" t="t" r="r" b="b"/>
            <a:pathLst>
              <a:path w="63500" h="518159">
                <a:moveTo>
                  <a:pt x="63500" y="0"/>
                </a:moveTo>
                <a:lnTo>
                  <a:pt x="0" y="0"/>
                </a:lnTo>
                <a:lnTo>
                  <a:pt x="0" y="518159"/>
                </a:lnTo>
                <a:lnTo>
                  <a:pt x="63500" y="518159"/>
                </a:lnTo>
                <a:lnTo>
                  <a:pt x="63500" y="0"/>
                </a:lnTo>
                <a:close/>
              </a:path>
            </a:pathLst>
          </a:custGeom>
          <a:solidFill xmlns:a="http://schemas.openxmlformats.org/drawingml/2006/main">
            <a:srgbClr val="D88300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1" name="object 51">
            <a:extLst xmlns:a="http://schemas.openxmlformats.org/drawingml/2006/main">
              <a:ext uri="{FF2B5EF4-FFF2-40B4-BE49-F238E27FC236}">
                <a16:creationId xmlns:a16="http://schemas.microsoft.com/office/drawing/2014/main" id="{2590A498-0253-41A7-BC0A-43662803B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512" y="7196428"/>
            <a:ext cx="6494145" cy="33147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27940" rIns="0" bIns="0">
            <a:spAutoFit/>
          </a:bodyPr>
          <a:lstStyle xmlns:a="http://schemas.openxmlformats.org/drawingml/2006/main"/>
          <a:p xmlns:a="http://schemas.openxmlformats.org/drawingml/2006/main">
            <a:pPr marL="128270">
              <a:lnSpc>
                <a:spcPct val="100000"/>
              </a:lnSpc>
              <a:spcBef>
                <a:spcPts val="220"/>
              </a:spcBef>
              <a:buNone/>
            </a:pPr>
            <a:r>
              <a:rPr sz="10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Before </a:t>
            </a:r>
            <a:r>
              <a:rPr sz="10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upload</a:t>
            </a:r>
            <a:endParaRPr sz="1000">
              <a:latin typeface="Arial"/>
              <a:ea typeface="Arial"/>
              <a:cs typeface="Arial"/>
            </a:endParaRPr>
          </a:p>
          <a:p xmlns:a="http://schemas.openxmlformats.org/drawingml/2006/main">
            <a:pPr marL="128270">
              <a:lnSpc>
                <a:spcPct val="100000"/>
              </a:lnSpc>
              <a:spcBef>
                <a:spcPts val="120"/>
              </a:spcBef>
              <a:buNone/>
            </a:pP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Remove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passwords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from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files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intended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for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browser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preview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and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confirm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file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name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does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not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expose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confidential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personal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data.</a:t>
            </a:r>
            <a:endParaRPr sz="800">
              <a:latin typeface="Arial MT"/>
              <a:ea typeface="Arial MT"/>
              <a:cs typeface="Arial MT"/>
            </a:endParaRPr>
          </a:p>
        </p:txBody>
      </p:sp>
      <p:sp>
        <p:nvSpPr>
          <p:cNvPr id="52" name="object 52">
            <a:extLst xmlns:a="http://schemas.openxmlformats.org/drawingml/2006/main">
              <a:ext uri="{FF2B5EF4-FFF2-40B4-BE49-F238E27FC236}">
                <a16:creationId xmlns:a16="http://schemas.microsoft.com/office/drawing/2014/main" id="{6F27AE6C-63BD-4F93-AEEB-EEBFD52A8B17}"/>
              </a:ext>
            </a:extLst>
          </p:cNvPr>
          <p:cNvSpPr>
            <a:spLocks xmlns:a="http://schemas.openxmlformats.org/drawingml/2006/main" noGrp="1"/>
          </p:cNvSpPr>
          <p:nvPr>
            <p:ph type="ft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6985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55"/>
              </a:spcBef>
              <a:buNone/>
            </a:pPr>
            <a:r>
              <a:t>Internal</a:t>
            </a:r>
            <a:r>
              <a:t> </a:t>
            </a:r>
            <a:r>
              <a:t>user</a:t>
            </a:r>
            <a:r>
              <a:t> </a:t>
            </a:r>
            <a:r>
              <a:t>guide</a:t>
            </a:r>
            <a:r>
              <a:t> </a:t>
            </a:r>
            <a:r>
              <a:t>-</a:t>
            </a:r>
            <a:r>
              <a:t> </a:t>
            </a:r>
            <a:r>
              <a:t>controlled</a:t>
            </a:r>
            <a:r>
              <a:t> </a:t>
            </a:r>
            <a:r>
              <a:t>copy</a:t>
            </a:r>
            <a:r>
              <a:t> </a:t>
            </a:r>
            <a:r>
              <a:t>when</a:t>
            </a:r>
            <a:r>
              <a:t> </a:t>
            </a:r>
            <a:r>
              <a:t>viewed</a:t>
            </a:r>
            <a:r>
              <a:t> </a:t>
            </a:r>
            <a:r>
              <a:t>in</a:t>
            </a:r>
            <a:r>
              <a:t> </a:t>
            </a:r>
            <a:r>
              <a:t>the</a:t>
            </a:r>
            <a:r>
              <a:t> </a:t>
            </a:r>
            <a:r>
              <a:t>DMS</a:t>
            </a:r>
            <a:r>
              <a:t> </a:t>
            </a:r>
            <a:r>
              <a:t>portal</a:t>
            </a:r>
          </a:p>
        </p:txBody>
      </p:sp>
      <p:sp>
        <p:nvSpPr>
          <p:cNvPr id="53" name="object 53">
            <a:extLst xmlns:a="http://schemas.openxmlformats.org/drawingml/2006/main">
              <a:ext uri="{FF2B5EF4-FFF2-40B4-BE49-F238E27FC236}">
                <a16:creationId xmlns:a16="http://schemas.microsoft.com/office/drawing/2014/main" id="{D1FEA6F0-5BF4-42D4-8FBE-86F0838D3ECD}"/>
              </a:ext>
            </a:extLst>
          </p:cNvPr>
          <p:cNvSpPr>
            <a:spLocks xmlns:a="http://schemas.openxmlformats.org/drawingml/2006/main" noGrp="1"/>
          </p:cNvSpPr>
          <p:nvPr>
            <p:ph type="dt" idx="6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6985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55"/>
              </a:spcBef>
              <a:buNone/>
            </a:pPr>
            <a:r>
              <a:t>Smart</a:t>
            </a:r>
            <a:r>
              <a:t> </a:t>
            </a:r>
            <a:r>
              <a:t>DMS</a:t>
            </a:r>
            <a:r>
              <a:t> </a:t>
            </a:r>
            <a:r>
              <a:t>v2.0.0</a:t>
            </a:r>
          </a:p>
        </p:txBody>
      </p:sp>
    </p:spTree>
    <p:extLst>
      <p:ext uri="{BB962C8B-B14F-4D97-AF65-F5344CB8AC3E}">
        <p14:creationId xmlns:p14="http://schemas.microsoft.com/office/powerpoint/2010/main" val="1212927676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object 2">
            <a:extLst xmlns:a="http://schemas.openxmlformats.org/drawingml/2006/main">
              <a:ext uri="{FF2B5EF4-FFF2-40B4-BE49-F238E27FC236}">
                <a16:creationId xmlns:a16="http://schemas.microsoft.com/office/drawing/2014/main" id="{41793CFA-A8CD-4AD4-981D-DAECC69C9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9100" y="156971"/>
            <a:ext cx="1671955" cy="330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065" rIns="0" bIns="0">
            <a:spAutoFit/>
          </a:bodyPr>
          <a:lstStyle xmlns:a="http://schemas.openxmlformats.org/drawingml/2006/main"/>
          <a:p xmlns:a="http://schemas.openxmlformats.org/drawingml/2006/main">
            <a:pPr marL="12700" marR="5080">
              <a:lnSpc>
                <a:spcPct val="153800"/>
              </a:lnSpc>
              <a:spcBef>
                <a:spcPts val="95"/>
              </a:spcBef>
              <a:buNone/>
            </a:pP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ZF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Rane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Automotive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India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PVT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LTD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-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SGD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Smart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DMS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Portal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User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Manual</a:t>
            </a:r>
            <a:endParaRPr sz="650">
              <a:latin typeface="Arial MT"/>
              <a:ea typeface="Arial MT"/>
              <a:cs typeface="Arial MT"/>
            </a:endParaRPr>
          </a:p>
        </p:txBody>
      </p:sp>
      <p:graphicFrame>
        <p:nvGraphicFramePr>
          <p:cNvPr id="62" name="object 3"/>
          <p:cNvGraphicFramePr/>
          <p:nvPr/>
        </p:nvGraphicFramePr>
        <p:xfrm>
          <a:off xmlns:a="http://schemas.openxmlformats.org/drawingml/2006/main" x="4178625" y="161924"/>
          <a:ext xmlns:a="http://schemas.openxmlformats.org/drawingml/2006/main" cx="2978150" cy="444500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47800"/>
                <a:gridCol w="1447800"/>
              </a:tblGrid>
              <a:tr h="222250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50"/>
                        </a:spcBef>
                        <a:buNone/>
                      </a:pP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Document: DMS-UM-001</a:t>
                      </a:r>
                      <a:endParaRPr sz="6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985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50"/>
                        </a:spcBef>
                        <a:buNone/>
                      </a:pP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Revision: 1.3</a:t>
                      </a:r>
                      <a:endParaRPr sz="6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985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</a:tr>
              <a:tr h="222250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00"/>
                        </a:spcBef>
                        <a:buNone/>
                      </a:pP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Effective: 10-Aug-2026</a:t>
                      </a:r>
                      <a:endParaRPr sz="6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350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00"/>
                        </a:spcBef>
                        <a:buNone/>
                      </a:pP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Page: 9 of 27</a:t>
                      </a:r>
                      <a:endParaRPr sz="6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350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5" name="object 5">
            <a:extLst xmlns:a="http://schemas.openxmlformats.org/drawingml/2006/main">
              <a:ext uri="{FF2B5EF4-FFF2-40B4-BE49-F238E27FC236}">
                <a16:creationId xmlns:a16="http://schemas.microsoft.com/office/drawing/2014/main" id="{793409F9-4752-4F49-BDF9-C15B995F8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774699"/>
            <a:ext cx="7560309" cy="431800"/>
          </a:xfrm>
          <a:custGeom xmlns:a="http://schemas.openxmlformats.org/drawingml/2006/main">
            <a:rect l="l" t="t" r="r" b="b"/>
            <a:pathLst>
              <a:path w="7560309" h="431800">
                <a:moveTo>
                  <a:pt x="7560000" y="0"/>
                </a:moveTo>
                <a:lnTo>
                  <a:pt x="0" y="0"/>
                </a:lnTo>
                <a:lnTo>
                  <a:pt x="0" y="431800"/>
                </a:lnTo>
                <a:lnTo>
                  <a:pt x="7560000" y="431800"/>
                </a:lnTo>
                <a:lnTo>
                  <a:pt x="7560000" y="0"/>
                </a:lnTo>
                <a:close/>
              </a:path>
            </a:pathLst>
          </a:custGeom>
          <a:solidFill xmlns:a="http://schemas.openxmlformats.org/drawingml/2006/main">
            <a:srgbClr val="D88300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object 6">
            <a:extLst xmlns:a="http://schemas.openxmlformats.org/drawingml/2006/main">
              <a:ext uri="{FF2B5EF4-FFF2-40B4-BE49-F238E27FC236}">
                <a16:creationId xmlns:a16="http://schemas.microsoft.com/office/drawing/2014/main" id="{43983A5C-53E3-44E4-92B3-6FEE61964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863599"/>
            <a:ext cx="533400" cy="254000"/>
          </a:xfrm>
          <a:custGeom xmlns:a="http://schemas.openxmlformats.org/drawingml/2006/main">
            <a:rect l="l" t="t" r="r" b="b"/>
            <a:pathLst>
              <a:path w="533400" h="254000">
                <a:moveTo>
                  <a:pt x="4699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190500"/>
                </a:lnTo>
                <a:lnTo>
                  <a:pt x="4985" y="215230"/>
                </a:lnTo>
                <a:lnTo>
                  <a:pt x="18586" y="235413"/>
                </a:lnTo>
                <a:lnTo>
                  <a:pt x="38769" y="249014"/>
                </a:lnTo>
                <a:lnTo>
                  <a:pt x="63500" y="254000"/>
                </a:lnTo>
                <a:lnTo>
                  <a:pt x="469900" y="254000"/>
                </a:lnTo>
                <a:lnTo>
                  <a:pt x="494630" y="249014"/>
                </a:lnTo>
                <a:lnTo>
                  <a:pt x="514813" y="235413"/>
                </a:lnTo>
                <a:lnTo>
                  <a:pt x="528414" y="215230"/>
                </a:lnTo>
                <a:lnTo>
                  <a:pt x="533400" y="190500"/>
                </a:lnTo>
                <a:lnTo>
                  <a:pt x="533400" y="63500"/>
                </a:lnTo>
                <a:lnTo>
                  <a:pt x="528414" y="38769"/>
                </a:lnTo>
                <a:lnTo>
                  <a:pt x="514813" y="18586"/>
                </a:lnTo>
                <a:lnTo>
                  <a:pt x="494630" y="4985"/>
                </a:lnTo>
                <a:lnTo>
                  <a:pt x="469900" y="0"/>
                </a:lnTo>
                <a:close/>
              </a:path>
            </a:pathLst>
          </a:custGeom>
          <a:solidFill xmlns:a="http://schemas.openxmlformats.org/drawingml/2006/main">
            <a:srgbClr val="F7B800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object 7">
            <a:extLst xmlns:a="http://schemas.openxmlformats.org/drawingml/2006/main">
              <a:ext uri="{FF2B5EF4-FFF2-40B4-BE49-F238E27FC236}">
                <a16:creationId xmlns:a16="http://schemas.microsoft.com/office/drawing/2014/main" id="{0369DB2E-A4CE-4FA0-9F56-58544DE91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981" y="920750"/>
            <a:ext cx="167005" cy="1473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8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5.3</a:t>
            </a:r>
            <a:endParaRPr sz="800">
              <a:latin typeface="Arial"/>
              <a:ea typeface="Arial"/>
              <a:cs typeface="Arial"/>
            </a:endParaRPr>
          </a:p>
        </p:txBody>
      </p:sp>
      <p:sp>
        <p:nvSpPr>
          <p:cNvPr id="8" name="object 8">
            <a:extLst xmlns:a="http://schemas.openxmlformats.org/drawingml/2006/main">
              <a:ext uri="{FF2B5EF4-FFF2-40B4-BE49-F238E27FC236}">
                <a16:creationId xmlns:a16="http://schemas.microsoft.com/office/drawing/2014/main" id="{192DC731-B715-4056-AE8E-A78593CAF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300" y="863600"/>
            <a:ext cx="3317240" cy="25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Choose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the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Library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Path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and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 Submit</a:t>
            </a:r>
            <a:endParaRPr sz="1500">
              <a:latin typeface="Arial"/>
              <a:ea typeface="Arial"/>
              <a:cs typeface="Arial"/>
            </a:endParaRPr>
          </a:p>
        </p:txBody>
      </p:sp>
      <p:sp>
        <p:nvSpPr>
          <p:cNvPr id="9" name="object 9">
            <a:extLst xmlns:a="http://schemas.openxmlformats.org/drawingml/2006/main">
              <a:ext uri="{FF2B5EF4-FFF2-40B4-BE49-F238E27FC236}">
                <a16:creationId xmlns:a16="http://schemas.microsoft.com/office/drawing/2014/main" id="{E17691F7-CFC9-48FE-B8F8-BC79B24B4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600" y="10298300"/>
            <a:ext cx="6595109" cy="0"/>
          </a:xfrm>
          <a:custGeom xmlns:a="http://schemas.openxmlformats.org/drawingml/2006/main">
            <a:rect l="l" t="t" r="r" b="b"/>
            <a:pathLst>
              <a:path w="6595109" h="0">
                <a:moveTo>
                  <a:pt x="0" y="0"/>
                </a:moveTo>
                <a:lnTo>
                  <a:pt x="6594800" y="0"/>
                </a:lnTo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object 10">
            <a:extLst xmlns:a="http://schemas.openxmlformats.org/drawingml/2006/main">
              <a:ext uri="{FF2B5EF4-FFF2-40B4-BE49-F238E27FC236}">
                <a16:creationId xmlns:a16="http://schemas.microsoft.com/office/drawing/2014/main" id="{19AF1718-37F2-41E8-977A-C1B602701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900" y="1358899"/>
            <a:ext cx="3979545" cy="15049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524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20"/>
              </a:spcBef>
              <a:buNone/>
            </a:pP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selected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category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and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folder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determine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where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users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find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approved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document.</a:t>
            </a:r>
            <a:endParaRPr sz="800">
              <a:latin typeface="Arial MT"/>
              <a:ea typeface="Arial MT"/>
              <a:cs typeface="Arial MT"/>
            </a:endParaRPr>
          </a:p>
        </p:txBody>
      </p:sp>
      <p:sp>
        <p:nvSpPr>
          <p:cNvPr id="12" name="object 12">
            <a:extLst xmlns:a="http://schemas.openxmlformats.org/drawingml/2006/main">
              <a:ext uri="{FF2B5EF4-FFF2-40B4-BE49-F238E27FC236}">
                <a16:creationId xmlns:a16="http://schemas.microsoft.com/office/drawing/2014/main" id="{ECB4671C-3BB8-420F-9866-570093984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0700" y="1648459"/>
            <a:ext cx="6595109" cy="3207385"/>
          </a:xfrm>
          <a:custGeom xmlns:a="http://schemas.openxmlformats.org/drawingml/2006/main">
            <a:rect l="l" t="t" r="r" b="b"/>
            <a:pathLst>
              <a:path w="6595109" h="3207385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143331"/>
                </a:lnTo>
                <a:lnTo>
                  <a:pt x="4985" y="3168062"/>
                </a:lnTo>
                <a:lnTo>
                  <a:pt x="18586" y="3188244"/>
                </a:lnTo>
                <a:lnTo>
                  <a:pt x="38769" y="3201845"/>
                </a:lnTo>
                <a:lnTo>
                  <a:pt x="63500" y="3206831"/>
                </a:lnTo>
                <a:lnTo>
                  <a:pt x="6531300" y="3206831"/>
                </a:lnTo>
                <a:lnTo>
                  <a:pt x="6556030" y="3201845"/>
                </a:lnTo>
                <a:lnTo>
                  <a:pt x="6576213" y="3188244"/>
                </a:lnTo>
                <a:lnTo>
                  <a:pt x="6589814" y="3168062"/>
                </a:lnTo>
                <a:lnTo>
                  <a:pt x="6594800" y="3143331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D6E1ED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object 13">
            <a:extLst xmlns:a="http://schemas.openxmlformats.org/drawingml/2006/main">
              <a:ext uri="{FF2B5EF4-FFF2-40B4-BE49-F238E27FC236}">
                <a16:creationId xmlns:a16="http://schemas.microsoft.com/office/drawing/2014/main" id="{1412403C-7A1B-4AD7-A22B-0301C1087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1610359"/>
            <a:ext cx="6595109" cy="3207385"/>
          </a:xfrm>
          <a:custGeom xmlns:a="http://schemas.openxmlformats.org/drawingml/2006/main">
            <a:rect l="l" t="t" r="r" b="b"/>
            <a:pathLst>
              <a:path w="6595109" h="3207385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143331"/>
                </a:lnTo>
                <a:lnTo>
                  <a:pt x="4985" y="3168062"/>
                </a:lnTo>
                <a:lnTo>
                  <a:pt x="18586" y="3188244"/>
                </a:lnTo>
                <a:lnTo>
                  <a:pt x="38769" y="3201845"/>
                </a:lnTo>
                <a:lnTo>
                  <a:pt x="63500" y="3206831"/>
                </a:lnTo>
                <a:lnTo>
                  <a:pt x="6531300" y="3206831"/>
                </a:lnTo>
                <a:lnTo>
                  <a:pt x="6556030" y="3201845"/>
                </a:lnTo>
                <a:lnTo>
                  <a:pt x="6576213" y="3188244"/>
                </a:lnTo>
                <a:lnTo>
                  <a:pt x="6589814" y="3168062"/>
                </a:lnTo>
                <a:lnTo>
                  <a:pt x="6594800" y="3143331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object 14">
            <a:extLst xmlns:a="http://schemas.openxmlformats.org/drawingml/2006/main">
              <a:ext uri="{FF2B5EF4-FFF2-40B4-BE49-F238E27FC236}">
                <a16:creationId xmlns:a16="http://schemas.microsoft.com/office/drawing/2014/main" id="{112425D4-00D2-4296-8C69-50DCD0452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1610359"/>
            <a:ext cx="6595109" cy="3207385"/>
          </a:xfrm>
          <a:custGeom xmlns:a="http://schemas.openxmlformats.org/drawingml/2006/main">
            <a:rect l="l" t="t" r="r" b="b"/>
            <a:pathLst>
              <a:path w="6595109" h="3207385">
                <a:moveTo>
                  <a:pt x="63500" y="3206831"/>
                </a:moveTo>
                <a:lnTo>
                  <a:pt x="6531300" y="3206831"/>
                </a:lnTo>
                <a:lnTo>
                  <a:pt x="6556030" y="3201845"/>
                </a:lnTo>
                <a:lnTo>
                  <a:pt x="6576213" y="3188244"/>
                </a:lnTo>
                <a:lnTo>
                  <a:pt x="6589814" y="3168062"/>
                </a:lnTo>
                <a:lnTo>
                  <a:pt x="6594800" y="3143331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143331"/>
                </a:lnTo>
                <a:lnTo>
                  <a:pt x="4985" y="3168062"/>
                </a:lnTo>
                <a:lnTo>
                  <a:pt x="18586" y="3188244"/>
                </a:lnTo>
                <a:lnTo>
                  <a:pt x="38769" y="3201845"/>
                </a:lnTo>
                <a:lnTo>
                  <a:pt x="63500" y="3206831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72" name="object 1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2d7e5e0c04f4d3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08717" y="1623060"/>
            <a:ext cx="6542565" cy="3181430"/>
          </a:xfrm>
          <a:prstGeom xmlns:a="http://schemas.openxmlformats.org/drawingml/2006/main" prst="rect">
            <a:avLst/>
          </a:prstGeom>
        </p:spPr>
      </p:pic>
      <p:sp>
        <p:nvSpPr>
          <p:cNvPr id="16" name="object 16">
            <a:extLst xmlns:a="http://schemas.openxmlformats.org/drawingml/2006/main">
              <a:ext uri="{FF2B5EF4-FFF2-40B4-BE49-F238E27FC236}">
                <a16:creationId xmlns:a16="http://schemas.microsoft.com/office/drawing/2014/main" id="{17298887-269B-4C52-9844-7FBCC9BB5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4963" y="4867990"/>
            <a:ext cx="3990340" cy="14160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397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10"/>
              </a:spcBef>
              <a:buNone/>
            </a:pP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Figure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5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-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Current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upload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workflow;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continue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down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the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form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to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set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the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library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path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and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submit</a:t>
            </a:r>
            <a:endParaRPr sz="750">
              <a:latin typeface="Arial"/>
              <a:ea typeface="Arial"/>
              <a:cs typeface="Arial"/>
            </a:endParaRPr>
          </a:p>
        </p:txBody>
      </p:sp>
      <p:sp>
        <p:nvSpPr>
          <p:cNvPr id="18" name="object 18">
            <a:extLst xmlns:a="http://schemas.openxmlformats.org/drawingml/2006/main">
              <a:ext uri="{FF2B5EF4-FFF2-40B4-BE49-F238E27FC236}">
                <a16:creationId xmlns:a16="http://schemas.microsoft.com/office/drawing/2014/main" id="{14FD673B-AF87-4983-9EB8-9CA34E0F0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5124531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9" name="object 19">
            <a:extLst xmlns:a="http://schemas.openxmlformats.org/drawingml/2006/main">
              <a:ext uri="{FF2B5EF4-FFF2-40B4-BE49-F238E27FC236}">
                <a16:creationId xmlns:a16="http://schemas.microsoft.com/office/drawing/2014/main" id="{ED565C42-A9BC-46A5-BC8E-FFE79D5FB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5124531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3500" y="403860"/>
                </a:move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76" name="object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4c22bd7023482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71500" y="5212161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21" name="object 21">
            <a:extLst xmlns:a="http://schemas.openxmlformats.org/drawingml/2006/main">
              <a:ext uri="{FF2B5EF4-FFF2-40B4-BE49-F238E27FC236}">
                <a16:creationId xmlns:a16="http://schemas.microsoft.com/office/drawing/2014/main" id="{476E80B0-A0BA-4130-958E-E334A3742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15" y="5240101"/>
            <a:ext cx="89535" cy="162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  <a:endParaRPr sz="900">
              <a:latin typeface="Arial"/>
              <a:ea typeface="Arial"/>
              <a:cs typeface="Arial"/>
            </a:endParaRPr>
          </a:p>
        </p:txBody>
      </p:sp>
      <p:sp>
        <p:nvSpPr>
          <p:cNvPr id="22" name="object 22">
            <a:extLst xmlns:a="http://schemas.openxmlformats.org/drawingml/2006/main">
              <a:ext uri="{FF2B5EF4-FFF2-40B4-BE49-F238E27FC236}">
                <a16:creationId xmlns:a16="http://schemas.microsoft.com/office/drawing/2014/main" id="{FC05AB3B-C416-44CC-8B1D-BC192B432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157175"/>
            <a:ext cx="2216150" cy="3086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3175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250"/>
              </a:spcBef>
              <a:buNone/>
            </a:pP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Select the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category</a:t>
            </a:r>
            <a:endParaRPr sz="850">
              <a:latin typeface="Arial"/>
              <a:ea typeface="Arial"/>
              <a:cs typeface="Arial"/>
            </a:endParaRPr>
          </a:p>
          <a:p xmlns:a="http://schemas.openxmlformats.org/drawingml/2006/main">
            <a:pPr marL="12700">
              <a:lnSpc>
                <a:spcPct val="100000"/>
              </a:lnSpc>
              <a:spcBef>
                <a:spcPts val="150"/>
              </a:spcBef>
              <a:buNone/>
            </a:pP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Choose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correct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library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category,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such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as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QMS.</a:t>
            </a:r>
            <a:endParaRPr sz="750">
              <a:latin typeface="Arial MT"/>
              <a:ea typeface="Arial MT"/>
              <a:cs typeface="Arial MT"/>
            </a:endParaRPr>
          </a:p>
        </p:txBody>
      </p:sp>
      <p:sp>
        <p:nvSpPr>
          <p:cNvPr id="24" name="object 24">
            <a:extLst xmlns:a="http://schemas.openxmlformats.org/drawingml/2006/main">
              <a:ext uri="{FF2B5EF4-FFF2-40B4-BE49-F238E27FC236}">
                <a16:creationId xmlns:a16="http://schemas.microsoft.com/office/drawing/2014/main" id="{1E49F322-A95E-44D8-BF15-CC0124D95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5604590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5" name="object 25">
            <a:extLst xmlns:a="http://schemas.openxmlformats.org/drawingml/2006/main">
              <a:ext uri="{FF2B5EF4-FFF2-40B4-BE49-F238E27FC236}">
                <a16:creationId xmlns:a16="http://schemas.microsoft.com/office/drawing/2014/main" id="{1A1CD27C-5582-4556-B6DD-551C7304E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5604590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3500" y="403860"/>
                </a:move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81" name="object 2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4c22bd7023482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71500" y="569222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27" name="object 27">
            <a:extLst xmlns:a="http://schemas.openxmlformats.org/drawingml/2006/main">
              <a:ext uri="{FF2B5EF4-FFF2-40B4-BE49-F238E27FC236}">
                <a16:creationId xmlns:a16="http://schemas.microsoft.com/office/drawing/2014/main" id="{5823BD86-C753-4BDA-802B-51947058B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15" y="5720160"/>
            <a:ext cx="89535" cy="162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  <a:endParaRPr sz="900">
              <a:latin typeface="Arial"/>
              <a:ea typeface="Arial"/>
              <a:cs typeface="Arial"/>
            </a:endParaRPr>
          </a:p>
        </p:txBody>
      </p:sp>
      <p:sp>
        <p:nvSpPr>
          <p:cNvPr id="28" name="object 28">
            <a:extLst xmlns:a="http://schemas.openxmlformats.org/drawingml/2006/main">
              <a:ext uri="{FF2B5EF4-FFF2-40B4-BE49-F238E27FC236}">
                <a16:creationId xmlns:a16="http://schemas.microsoft.com/office/drawing/2014/main" id="{609FB62D-EF52-4599-861D-00858870F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37234"/>
            <a:ext cx="3374390" cy="3086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3175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250"/>
              </a:spcBef>
              <a:buNone/>
            </a:pP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Choose document type and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folder</a:t>
            </a:r>
            <a:endParaRPr sz="850">
              <a:latin typeface="Arial"/>
              <a:ea typeface="Arial"/>
              <a:cs typeface="Arial"/>
            </a:endParaRPr>
          </a:p>
          <a:p xmlns:a="http://schemas.openxmlformats.org/drawingml/2006/main">
            <a:pPr marL="12700">
              <a:lnSpc>
                <a:spcPct val="100000"/>
              </a:lnSpc>
              <a:spcBef>
                <a:spcPts val="150"/>
              </a:spcBef>
              <a:buNone/>
            </a:pP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Complete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every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path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field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until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path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indicator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shows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exact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destination.</a:t>
            </a:r>
            <a:endParaRPr sz="750">
              <a:latin typeface="Arial MT"/>
              <a:ea typeface="Arial MT"/>
              <a:cs typeface="Arial MT"/>
            </a:endParaRPr>
          </a:p>
        </p:txBody>
      </p:sp>
      <p:sp>
        <p:nvSpPr>
          <p:cNvPr id="30" name="object 30">
            <a:extLst xmlns:a="http://schemas.openxmlformats.org/drawingml/2006/main">
              <a:ext uri="{FF2B5EF4-FFF2-40B4-BE49-F238E27FC236}">
                <a16:creationId xmlns:a16="http://schemas.microsoft.com/office/drawing/2014/main" id="{6C6EF411-9C80-4565-95CD-F85331F10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6084651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59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59"/>
                </a:lnTo>
                <a:lnTo>
                  <a:pt x="6531300" y="403859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59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1" name="object 31">
            <a:extLst xmlns:a="http://schemas.openxmlformats.org/drawingml/2006/main">
              <a:ext uri="{FF2B5EF4-FFF2-40B4-BE49-F238E27FC236}">
                <a16:creationId xmlns:a16="http://schemas.microsoft.com/office/drawing/2014/main" id="{91EB7410-C1E8-475F-A162-EF0DDF9B1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6084651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3500" y="403859"/>
                </a:moveTo>
                <a:lnTo>
                  <a:pt x="6531300" y="403859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59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59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59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86" name="object 3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4c22bd7023482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71500" y="6172281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33" name="object 33">
            <a:extLst xmlns:a="http://schemas.openxmlformats.org/drawingml/2006/main">
              <a:ext uri="{FF2B5EF4-FFF2-40B4-BE49-F238E27FC236}">
                <a16:creationId xmlns:a16="http://schemas.microsoft.com/office/drawing/2014/main" id="{05734304-F006-4876-9240-F050C467C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15" y="6200220"/>
            <a:ext cx="89535" cy="162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  <a:endParaRPr sz="900">
              <a:latin typeface="Arial"/>
              <a:ea typeface="Arial"/>
              <a:cs typeface="Arial"/>
            </a:endParaRPr>
          </a:p>
        </p:txBody>
      </p:sp>
      <p:sp>
        <p:nvSpPr>
          <p:cNvPr id="34" name="object 34">
            <a:extLst xmlns:a="http://schemas.openxmlformats.org/drawingml/2006/main">
              <a:ext uri="{FF2B5EF4-FFF2-40B4-BE49-F238E27FC236}">
                <a16:creationId xmlns:a16="http://schemas.microsoft.com/office/drawing/2014/main" id="{14BC6E2F-7287-430C-A239-D74512A5A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117294"/>
            <a:ext cx="3808729" cy="3086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3175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250"/>
              </a:spcBef>
              <a:buNone/>
            </a:pP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Add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a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revision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summary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when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needed</a:t>
            </a:r>
            <a:endParaRPr sz="850">
              <a:latin typeface="Arial"/>
              <a:ea typeface="Arial"/>
              <a:cs typeface="Arial"/>
            </a:endParaRPr>
          </a:p>
          <a:p xmlns:a="http://schemas.openxmlformats.org/drawingml/2006/main">
            <a:pPr marL="12700">
              <a:lnSpc>
                <a:spcPct val="100000"/>
              </a:lnSpc>
              <a:spcBef>
                <a:spcPts val="150"/>
              </a:spcBef>
              <a:buNone/>
            </a:pP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Enable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summary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option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when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replacing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or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revising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an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existing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controlled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document.</a:t>
            </a:r>
            <a:endParaRPr sz="750">
              <a:latin typeface="Arial MT"/>
              <a:ea typeface="Arial MT"/>
              <a:cs typeface="Arial MT"/>
            </a:endParaRPr>
          </a:p>
        </p:txBody>
      </p:sp>
      <p:sp>
        <p:nvSpPr>
          <p:cNvPr id="36" name="object 36">
            <a:extLst xmlns:a="http://schemas.openxmlformats.org/drawingml/2006/main">
              <a:ext uri="{FF2B5EF4-FFF2-40B4-BE49-F238E27FC236}">
                <a16:creationId xmlns:a16="http://schemas.microsoft.com/office/drawing/2014/main" id="{65A0D1CD-6E1A-44C0-8753-08E4AE2DC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6564710"/>
            <a:ext cx="6595109" cy="403860"/>
          </a:xfrm>
          <a:custGeom xmlns:a="http://schemas.openxmlformats.org/drawingml/2006/main">
            <a:rect l="l" t="t" r="r" b="b"/>
            <a:pathLst>
              <a:path w="6595109" h="403859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7" name="object 37">
            <a:extLst xmlns:a="http://schemas.openxmlformats.org/drawingml/2006/main">
              <a:ext uri="{FF2B5EF4-FFF2-40B4-BE49-F238E27FC236}">
                <a16:creationId xmlns:a16="http://schemas.microsoft.com/office/drawing/2014/main" id="{FF6BDF0E-64B0-4041-A3F0-D32C887B8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6564710"/>
            <a:ext cx="6595109" cy="403860"/>
          </a:xfrm>
          <a:custGeom xmlns:a="http://schemas.openxmlformats.org/drawingml/2006/main">
            <a:rect l="l" t="t" r="r" b="b"/>
            <a:pathLst>
              <a:path w="6595109" h="403859">
                <a:moveTo>
                  <a:pt x="63500" y="403860"/>
                </a:move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91" name="object 3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4c22bd7023482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71500" y="665234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39" name="object 39">
            <a:extLst xmlns:a="http://schemas.openxmlformats.org/drawingml/2006/main">
              <a:ext uri="{FF2B5EF4-FFF2-40B4-BE49-F238E27FC236}">
                <a16:creationId xmlns:a16="http://schemas.microsoft.com/office/drawing/2014/main" id="{8F48CF42-688F-4A8B-8686-45E3B0B97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15" y="6680280"/>
            <a:ext cx="89535" cy="162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  <a:endParaRPr sz="900">
              <a:latin typeface="Arial"/>
              <a:ea typeface="Arial"/>
              <a:cs typeface="Arial"/>
            </a:endParaRPr>
          </a:p>
        </p:txBody>
      </p:sp>
      <p:sp>
        <p:nvSpPr>
          <p:cNvPr id="40" name="object 40">
            <a:extLst xmlns:a="http://schemas.openxmlformats.org/drawingml/2006/main">
              <a:ext uri="{FF2B5EF4-FFF2-40B4-BE49-F238E27FC236}">
                <a16:creationId xmlns:a16="http://schemas.microsoft.com/office/drawing/2014/main" id="{538067E7-5B8F-4815-A00B-A5A670D68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597355"/>
            <a:ext cx="3662045" cy="3086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3175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250"/>
              </a:spcBef>
              <a:buNone/>
            </a:pP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Review all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details</a:t>
            </a:r>
            <a:endParaRPr sz="850">
              <a:latin typeface="Arial"/>
              <a:ea typeface="Arial"/>
              <a:cs typeface="Arial"/>
            </a:endParaRPr>
          </a:p>
          <a:p xmlns:a="http://schemas.openxmlformats.org/drawingml/2006/main">
            <a:pPr marL="12700">
              <a:lnSpc>
                <a:spcPct val="100000"/>
              </a:lnSpc>
              <a:spcBef>
                <a:spcPts val="150"/>
              </a:spcBef>
              <a:buNone/>
            </a:pP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Verify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file,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document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number,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revision,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plant,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department,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customer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and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library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path.</a:t>
            </a:r>
            <a:endParaRPr sz="750">
              <a:latin typeface="Arial MT"/>
              <a:ea typeface="Arial MT"/>
              <a:cs typeface="Arial MT"/>
            </a:endParaRPr>
          </a:p>
        </p:txBody>
      </p:sp>
      <p:sp>
        <p:nvSpPr>
          <p:cNvPr id="42" name="object 42">
            <a:extLst xmlns:a="http://schemas.openxmlformats.org/drawingml/2006/main">
              <a:ext uri="{FF2B5EF4-FFF2-40B4-BE49-F238E27FC236}">
                <a16:creationId xmlns:a16="http://schemas.microsoft.com/office/drawing/2014/main" id="{16E71C93-888B-4F53-88A6-7B4F6C9A4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7044770"/>
            <a:ext cx="6595109" cy="403860"/>
          </a:xfrm>
          <a:custGeom xmlns:a="http://schemas.openxmlformats.org/drawingml/2006/main">
            <a:rect l="l" t="t" r="r" b="b"/>
            <a:pathLst>
              <a:path w="6595109" h="403859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3" name="object 43">
            <a:extLst xmlns:a="http://schemas.openxmlformats.org/drawingml/2006/main">
              <a:ext uri="{FF2B5EF4-FFF2-40B4-BE49-F238E27FC236}">
                <a16:creationId xmlns:a16="http://schemas.microsoft.com/office/drawing/2014/main" id="{912BCDA1-ED18-4ADD-B644-2E12B8E73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7044770"/>
            <a:ext cx="6595109" cy="403860"/>
          </a:xfrm>
          <a:custGeom xmlns:a="http://schemas.openxmlformats.org/drawingml/2006/main">
            <a:rect l="l" t="t" r="r" b="b"/>
            <a:pathLst>
              <a:path w="6595109" h="403859">
                <a:moveTo>
                  <a:pt x="63500" y="403860"/>
                </a:move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96" name="object 4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4c22bd7023482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71500" y="713240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45" name="object 45">
            <a:extLst xmlns:a="http://schemas.openxmlformats.org/drawingml/2006/main">
              <a:ext uri="{FF2B5EF4-FFF2-40B4-BE49-F238E27FC236}">
                <a16:creationId xmlns:a16="http://schemas.microsoft.com/office/drawing/2014/main" id="{52A3EA57-82B5-4357-AFBA-C9665F464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15" y="7160341"/>
            <a:ext cx="89535" cy="162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  <a:endParaRPr sz="900">
              <a:latin typeface="Arial"/>
              <a:ea typeface="Arial"/>
              <a:cs typeface="Arial"/>
            </a:endParaRPr>
          </a:p>
        </p:txBody>
      </p:sp>
      <p:sp>
        <p:nvSpPr>
          <p:cNvPr id="46" name="object 46">
            <a:extLst xmlns:a="http://schemas.openxmlformats.org/drawingml/2006/main">
              <a:ext uri="{FF2B5EF4-FFF2-40B4-BE49-F238E27FC236}">
                <a16:creationId xmlns:a16="http://schemas.microsoft.com/office/drawing/2014/main" id="{486F4742-89FB-4429-963C-D6FE8F7A3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077414"/>
            <a:ext cx="4173220" cy="3086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3175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250"/>
              </a:spcBef>
              <a:buNone/>
            </a:pP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Submit for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approval</a:t>
            </a:r>
            <a:endParaRPr sz="850">
              <a:latin typeface="Arial"/>
              <a:ea typeface="Arial"/>
              <a:cs typeface="Arial"/>
            </a:endParaRPr>
          </a:p>
          <a:p xmlns:a="http://schemas.openxmlformats.org/drawingml/2006/main">
            <a:pPr marL="12700">
              <a:lnSpc>
                <a:spcPct val="100000"/>
              </a:lnSpc>
              <a:spcBef>
                <a:spcPts val="150"/>
              </a:spcBef>
              <a:buNone/>
            </a:pP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document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is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stored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with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status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Pending,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L2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reviewer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is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notified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and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action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is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logged.</a:t>
            </a:r>
            <a:endParaRPr sz="750">
              <a:latin typeface="Arial MT"/>
              <a:ea typeface="Arial MT"/>
              <a:cs typeface="Arial MT"/>
            </a:endParaRPr>
          </a:p>
        </p:txBody>
      </p:sp>
      <p:sp>
        <p:nvSpPr>
          <p:cNvPr id="48" name="object 48">
            <a:extLst xmlns:a="http://schemas.openxmlformats.org/drawingml/2006/main">
              <a:ext uri="{FF2B5EF4-FFF2-40B4-BE49-F238E27FC236}">
                <a16:creationId xmlns:a16="http://schemas.microsoft.com/office/drawing/2014/main" id="{5E965EBE-A902-48C6-9E36-88BC16B48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7524830"/>
            <a:ext cx="6595109" cy="655320"/>
          </a:xfrm>
          <a:custGeom xmlns:a="http://schemas.openxmlformats.org/drawingml/2006/main">
            <a:rect l="l" t="t" r="r" b="b"/>
            <a:pathLst>
              <a:path w="6595109" h="655320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499"/>
                </a:lnTo>
                <a:lnTo>
                  <a:pt x="0" y="591819"/>
                </a:lnTo>
                <a:lnTo>
                  <a:pt x="4985" y="616550"/>
                </a:lnTo>
                <a:lnTo>
                  <a:pt x="18586" y="636733"/>
                </a:lnTo>
                <a:lnTo>
                  <a:pt x="38769" y="650334"/>
                </a:lnTo>
                <a:lnTo>
                  <a:pt x="63500" y="655319"/>
                </a:lnTo>
                <a:lnTo>
                  <a:pt x="6531300" y="655319"/>
                </a:lnTo>
                <a:lnTo>
                  <a:pt x="6556030" y="650334"/>
                </a:lnTo>
                <a:lnTo>
                  <a:pt x="6576213" y="636733"/>
                </a:lnTo>
                <a:lnTo>
                  <a:pt x="6589814" y="616550"/>
                </a:lnTo>
                <a:lnTo>
                  <a:pt x="6594800" y="591819"/>
                </a:lnTo>
                <a:lnTo>
                  <a:pt x="6594800" y="63499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DEBE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9" name="object 49">
            <a:extLst xmlns:a="http://schemas.openxmlformats.org/drawingml/2006/main">
              <a:ext uri="{FF2B5EF4-FFF2-40B4-BE49-F238E27FC236}">
                <a16:creationId xmlns:a16="http://schemas.microsoft.com/office/drawing/2014/main" id="{E2513AF5-C4D4-40C9-9985-25A64D56D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7524830"/>
            <a:ext cx="6595109" cy="655320"/>
          </a:xfrm>
          <a:custGeom xmlns:a="http://schemas.openxmlformats.org/drawingml/2006/main">
            <a:rect l="l" t="t" r="r" b="b"/>
            <a:pathLst>
              <a:path w="6595109" h="655320">
                <a:moveTo>
                  <a:pt x="63500" y="655319"/>
                </a:moveTo>
                <a:lnTo>
                  <a:pt x="6531300" y="655319"/>
                </a:lnTo>
                <a:lnTo>
                  <a:pt x="6556030" y="650334"/>
                </a:lnTo>
                <a:lnTo>
                  <a:pt x="6576213" y="636733"/>
                </a:lnTo>
                <a:lnTo>
                  <a:pt x="6589814" y="616550"/>
                </a:lnTo>
                <a:lnTo>
                  <a:pt x="6594800" y="591819"/>
                </a:lnTo>
                <a:lnTo>
                  <a:pt x="6594800" y="63499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499"/>
                </a:lnTo>
                <a:lnTo>
                  <a:pt x="0" y="591819"/>
                </a:lnTo>
                <a:lnTo>
                  <a:pt x="4985" y="616550"/>
                </a:lnTo>
                <a:lnTo>
                  <a:pt x="18586" y="636733"/>
                </a:lnTo>
                <a:lnTo>
                  <a:pt x="38769" y="650334"/>
                </a:lnTo>
                <a:lnTo>
                  <a:pt x="63500" y="655319"/>
                </a:lnTo>
                <a:close/>
              </a:path>
            </a:pathLst>
          </a:custGeom>
          <a:ln xmlns:a="http://schemas.openxmlformats.org/drawingml/2006/main" w="6350">
            <a:solidFill>
              <a:srgbClr val="C62828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0" name="object 50">
            <a:extLst xmlns:a="http://schemas.openxmlformats.org/drawingml/2006/main">
              <a:ext uri="{FF2B5EF4-FFF2-40B4-BE49-F238E27FC236}">
                <a16:creationId xmlns:a16="http://schemas.microsoft.com/office/drawing/2014/main" id="{3F8FB819-33C4-4C99-9CDC-2C1789E27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7524830"/>
            <a:ext cx="63500" cy="655320"/>
          </a:xfrm>
          <a:custGeom xmlns:a="http://schemas.openxmlformats.org/drawingml/2006/main">
            <a:rect l="l" t="t" r="r" b="b"/>
            <a:pathLst>
              <a:path w="63500" h="655320">
                <a:moveTo>
                  <a:pt x="63500" y="0"/>
                </a:moveTo>
                <a:lnTo>
                  <a:pt x="0" y="0"/>
                </a:lnTo>
                <a:lnTo>
                  <a:pt x="0" y="655319"/>
                </a:lnTo>
                <a:lnTo>
                  <a:pt x="63500" y="655319"/>
                </a:lnTo>
                <a:lnTo>
                  <a:pt x="63500" y="0"/>
                </a:lnTo>
                <a:close/>
              </a:path>
            </a:pathLst>
          </a:custGeom>
          <a:solidFill xmlns:a="http://schemas.openxmlformats.org/drawingml/2006/main">
            <a:srgbClr val="C62828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1" name="object 51">
            <a:extLst xmlns:a="http://schemas.openxmlformats.org/drawingml/2006/main">
              <a:ext uri="{FF2B5EF4-FFF2-40B4-BE49-F238E27FC236}">
                <a16:creationId xmlns:a16="http://schemas.microsoft.com/office/drawing/2014/main" id="{58A7327E-CDD3-4CAB-8D26-5B19A13E4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512" y="7585543"/>
            <a:ext cx="6494145" cy="4686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27940" rIns="0" bIns="0">
            <a:spAutoFit/>
          </a:bodyPr>
          <a:lstStyle xmlns:a="http://schemas.openxmlformats.org/drawingml/2006/main"/>
          <a:p xmlns:a="http://schemas.openxmlformats.org/drawingml/2006/main">
            <a:pPr marL="128270">
              <a:lnSpc>
                <a:spcPct val="100000"/>
              </a:lnSpc>
              <a:spcBef>
                <a:spcPts val="220"/>
              </a:spcBef>
              <a:buNone/>
            </a:pPr>
            <a:r>
              <a:rPr sz="10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Required </a:t>
            </a:r>
            <a:r>
              <a:rPr sz="10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path</a:t>
            </a:r>
            <a:endParaRPr sz="1000">
              <a:latin typeface="Arial"/>
              <a:ea typeface="Arial"/>
              <a:cs typeface="Arial"/>
            </a:endParaRPr>
          </a:p>
          <a:p xmlns:a="http://schemas.openxmlformats.org/drawingml/2006/main">
            <a:pPr marL="128270" marR="163830">
              <a:lnSpc>
                <a:spcPct val="112500"/>
              </a:lnSpc>
              <a:buNone/>
            </a:pP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Do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not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submit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against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broad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category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when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lower-level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folder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is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required.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Incorrect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placement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makes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controlled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documents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difficult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to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retrieve.</a:t>
            </a:r>
            <a:endParaRPr sz="800">
              <a:latin typeface="Arial MT"/>
              <a:ea typeface="Arial MT"/>
              <a:cs typeface="Arial MT"/>
            </a:endParaRPr>
          </a:p>
        </p:txBody>
      </p:sp>
      <p:sp>
        <p:nvSpPr>
          <p:cNvPr id="52" name="object 52">
            <a:extLst xmlns:a="http://schemas.openxmlformats.org/drawingml/2006/main">
              <a:ext uri="{FF2B5EF4-FFF2-40B4-BE49-F238E27FC236}">
                <a16:creationId xmlns:a16="http://schemas.microsoft.com/office/drawing/2014/main" id="{C19C25CF-67A2-46F6-B8C9-4C9026F22EF3}"/>
              </a:ext>
            </a:extLst>
          </p:cNvPr>
          <p:cNvSpPr>
            <a:spLocks xmlns:a="http://schemas.openxmlformats.org/drawingml/2006/main" noGrp="1"/>
          </p:cNvSpPr>
          <p:nvPr>
            <p:ph type="ft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6985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55"/>
              </a:spcBef>
              <a:buNone/>
            </a:pPr>
            <a:r>
              <a:t>Internal</a:t>
            </a:r>
            <a:r>
              <a:t> </a:t>
            </a:r>
            <a:r>
              <a:t>user</a:t>
            </a:r>
            <a:r>
              <a:t> </a:t>
            </a:r>
            <a:r>
              <a:t>guide</a:t>
            </a:r>
            <a:r>
              <a:t> </a:t>
            </a:r>
            <a:r>
              <a:t>-</a:t>
            </a:r>
            <a:r>
              <a:t> </a:t>
            </a:r>
            <a:r>
              <a:t>controlled</a:t>
            </a:r>
            <a:r>
              <a:t> </a:t>
            </a:r>
            <a:r>
              <a:t>copy</a:t>
            </a:r>
            <a:r>
              <a:t> </a:t>
            </a:r>
            <a:r>
              <a:t>when</a:t>
            </a:r>
            <a:r>
              <a:t> </a:t>
            </a:r>
            <a:r>
              <a:t>viewed</a:t>
            </a:r>
            <a:r>
              <a:t> </a:t>
            </a:r>
            <a:r>
              <a:t>in</a:t>
            </a:r>
            <a:r>
              <a:t> </a:t>
            </a:r>
            <a:r>
              <a:t>the</a:t>
            </a:r>
            <a:r>
              <a:t> </a:t>
            </a:r>
            <a:r>
              <a:t>DMS</a:t>
            </a:r>
            <a:r>
              <a:t> </a:t>
            </a:r>
            <a:r>
              <a:t>portal</a:t>
            </a:r>
          </a:p>
        </p:txBody>
      </p:sp>
      <p:sp>
        <p:nvSpPr>
          <p:cNvPr id="53" name="object 53">
            <a:extLst xmlns:a="http://schemas.openxmlformats.org/drawingml/2006/main">
              <a:ext uri="{FF2B5EF4-FFF2-40B4-BE49-F238E27FC236}">
                <a16:creationId xmlns:a16="http://schemas.microsoft.com/office/drawing/2014/main" id="{44DE1619-34D1-4406-AB83-422C77D5B0D6}"/>
              </a:ext>
            </a:extLst>
          </p:cNvPr>
          <p:cNvSpPr>
            <a:spLocks xmlns:a="http://schemas.openxmlformats.org/drawingml/2006/main" noGrp="1"/>
          </p:cNvSpPr>
          <p:nvPr>
            <p:ph type="dt" idx="6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6985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55"/>
              </a:spcBef>
              <a:buNone/>
            </a:pPr>
            <a:r>
              <a:t>Smart</a:t>
            </a:r>
            <a:r>
              <a:t> </a:t>
            </a:r>
            <a:r>
              <a:t>DMS</a:t>
            </a:r>
            <a:r>
              <a:t> </a:t>
            </a:r>
            <a:r>
              <a:t>v2.0.0</a:t>
            </a:r>
          </a:p>
        </p:txBody>
      </p:sp>
    </p:spTree>
    <p:extLst>
      <p:ext uri="{BB962C8B-B14F-4D97-AF65-F5344CB8AC3E}">
        <p14:creationId xmlns:p14="http://schemas.microsoft.com/office/powerpoint/2010/main" val="528843046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object 2">
            <a:extLst xmlns:a="http://schemas.openxmlformats.org/drawingml/2006/main">
              <a:ext uri="{FF2B5EF4-FFF2-40B4-BE49-F238E27FC236}">
                <a16:creationId xmlns:a16="http://schemas.microsoft.com/office/drawing/2014/main" id="{B56FFB5A-2BEB-4CEE-97E2-C6CC0B344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9100" y="156971"/>
            <a:ext cx="1671955" cy="330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065" rIns="0" bIns="0">
            <a:spAutoFit/>
          </a:bodyPr>
          <a:lstStyle xmlns:a="http://schemas.openxmlformats.org/drawingml/2006/main"/>
          <a:p xmlns:a="http://schemas.openxmlformats.org/drawingml/2006/main">
            <a:pPr marL="12700" marR="5080">
              <a:lnSpc>
                <a:spcPct val="153800"/>
              </a:lnSpc>
              <a:spcBef>
                <a:spcPts val="95"/>
              </a:spcBef>
              <a:buNone/>
            </a:pP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ZF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Rane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Automotive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India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PVT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LTD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-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SGD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Smart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DMS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Portal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User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Manual</a:t>
            </a:r>
            <a:endParaRPr sz="650">
              <a:latin typeface="Arial MT"/>
              <a:ea typeface="Arial MT"/>
              <a:cs typeface="Arial MT"/>
            </a:endParaRPr>
          </a:p>
        </p:txBody>
      </p:sp>
      <p:graphicFrame>
        <p:nvGraphicFramePr>
          <p:cNvPr id="55" name="object 3"/>
          <p:cNvGraphicFramePr/>
          <p:nvPr/>
        </p:nvGraphicFramePr>
        <p:xfrm>
          <a:off xmlns:a="http://schemas.openxmlformats.org/drawingml/2006/main" x="4178625" y="161924"/>
          <a:ext xmlns:a="http://schemas.openxmlformats.org/drawingml/2006/main" cx="2978150" cy="444500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47800"/>
                <a:gridCol w="1447800"/>
              </a:tblGrid>
              <a:tr h="222250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50"/>
                        </a:spcBef>
                        <a:buNone/>
                      </a:pP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Document: DMS-UM-001</a:t>
                      </a:r>
                      <a:endParaRPr sz="6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985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50"/>
                        </a:spcBef>
                        <a:buNone/>
                      </a:pP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Revision: 1.3</a:t>
                      </a:r>
                      <a:endParaRPr sz="6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985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</a:tr>
              <a:tr h="222250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00"/>
                        </a:spcBef>
                        <a:buNone/>
                      </a:pP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Effective: 10-Aug-2026</a:t>
                      </a:r>
                      <a:endParaRPr sz="6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350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00"/>
                        </a:spcBef>
                        <a:buNone/>
                      </a:pP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Page: 10 of 27</a:t>
                      </a:r>
                      <a:endParaRPr sz="6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350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5" name="object 5">
            <a:extLst xmlns:a="http://schemas.openxmlformats.org/drawingml/2006/main">
              <a:ext uri="{FF2B5EF4-FFF2-40B4-BE49-F238E27FC236}">
                <a16:creationId xmlns:a16="http://schemas.microsoft.com/office/drawing/2014/main" id="{E4C99A2B-F05D-4928-A671-FEF55EB0F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774699"/>
            <a:ext cx="7560309" cy="431800"/>
          </a:xfrm>
          <a:custGeom xmlns:a="http://schemas.openxmlformats.org/drawingml/2006/main">
            <a:rect l="l" t="t" r="r" b="b"/>
            <a:pathLst>
              <a:path w="7560309" h="431800">
                <a:moveTo>
                  <a:pt x="7560000" y="0"/>
                </a:moveTo>
                <a:lnTo>
                  <a:pt x="0" y="0"/>
                </a:lnTo>
                <a:lnTo>
                  <a:pt x="0" y="431800"/>
                </a:lnTo>
                <a:lnTo>
                  <a:pt x="7560000" y="431800"/>
                </a:lnTo>
                <a:lnTo>
                  <a:pt x="7560000" y="0"/>
                </a:lnTo>
                <a:close/>
              </a:path>
            </a:pathLst>
          </a:custGeom>
          <a:solidFill xmlns:a="http://schemas.openxmlformats.org/drawingml/2006/main">
            <a:srgbClr val="5D248C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object 6">
            <a:extLst xmlns:a="http://schemas.openxmlformats.org/drawingml/2006/main">
              <a:ext uri="{FF2B5EF4-FFF2-40B4-BE49-F238E27FC236}">
                <a16:creationId xmlns:a16="http://schemas.microsoft.com/office/drawing/2014/main" id="{8EAB4D0D-1C3A-49A6-BB6C-F4FCFFBE5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863599"/>
            <a:ext cx="533400" cy="254000"/>
          </a:xfrm>
          <a:custGeom xmlns:a="http://schemas.openxmlformats.org/drawingml/2006/main">
            <a:rect l="l" t="t" r="r" b="b"/>
            <a:pathLst>
              <a:path w="533400" h="254000">
                <a:moveTo>
                  <a:pt x="4699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190500"/>
                </a:lnTo>
                <a:lnTo>
                  <a:pt x="4985" y="215230"/>
                </a:lnTo>
                <a:lnTo>
                  <a:pt x="18586" y="235413"/>
                </a:lnTo>
                <a:lnTo>
                  <a:pt x="38769" y="249014"/>
                </a:lnTo>
                <a:lnTo>
                  <a:pt x="63500" y="254000"/>
                </a:lnTo>
                <a:lnTo>
                  <a:pt x="469900" y="254000"/>
                </a:lnTo>
                <a:lnTo>
                  <a:pt x="494630" y="249014"/>
                </a:lnTo>
                <a:lnTo>
                  <a:pt x="514813" y="235413"/>
                </a:lnTo>
                <a:lnTo>
                  <a:pt x="528414" y="215230"/>
                </a:lnTo>
                <a:lnTo>
                  <a:pt x="533400" y="190500"/>
                </a:lnTo>
                <a:lnTo>
                  <a:pt x="533400" y="63500"/>
                </a:lnTo>
                <a:lnTo>
                  <a:pt x="528414" y="38769"/>
                </a:lnTo>
                <a:lnTo>
                  <a:pt x="514813" y="18586"/>
                </a:lnTo>
                <a:lnTo>
                  <a:pt x="494630" y="4985"/>
                </a:lnTo>
                <a:lnTo>
                  <a:pt x="469900" y="0"/>
                </a:lnTo>
                <a:close/>
              </a:path>
            </a:pathLst>
          </a:custGeom>
          <a:solidFill xmlns:a="http://schemas.openxmlformats.org/drawingml/2006/main">
            <a:srgbClr val="F7B800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object 7">
            <a:extLst xmlns:a="http://schemas.openxmlformats.org/drawingml/2006/main">
              <a:ext uri="{FF2B5EF4-FFF2-40B4-BE49-F238E27FC236}">
                <a16:creationId xmlns:a16="http://schemas.microsoft.com/office/drawing/2014/main" id="{B4DDDA37-22BB-4604-B7BF-7FE64EB7D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981" y="920750"/>
            <a:ext cx="167005" cy="1473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8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6.1</a:t>
            </a:r>
            <a:endParaRPr sz="800">
              <a:latin typeface="Arial"/>
              <a:ea typeface="Arial"/>
              <a:cs typeface="Arial"/>
            </a:endParaRPr>
          </a:p>
        </p:txBody>
      </p:sp>
      <p:sp>
        <p:nvSpPr>
          <p:cNvPr id="8" name="object 8">
            <a:extLst xmlns:a="http://schemas.openxmlformats.org/drawingml/2006/main">
              <a:ext uri="{FF2B5EF4-FFF2-40B4-BE49-F238E27FC236}">
                <a16:creationId xmlns:a16="http://schemas.microsoft.com/office/drawing/2014/main" id="{5DE45387-1EF3-495B-AE12-3DA24AEBA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300" y="863600"/>
            <a:ext cx="3094990" cy="25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Find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Documents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in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Pending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Items</a:t>
            </a:r>
            <a:endParaRPr sz="1500">
              <a:latin typeface="Arial"/>
              <a:ea typeface="Arial"/>
              <a:cs typeface="Arial"/>
            </a:endParaRPr>
          </a:p>
        </p:txBody>
      </p:sp>
      <p:sp>
        <p:nvSpPr>
          <p:cNvPr id="9" name="object 9">
            <a:extLst xmlns:a="http://schemas.openxmlformats.org/drawingml/2006/main">
              <a:ext uri="{FF2B5EF4-FFF2-40B4-BE49-F238E27FC236}">
                <a16:creationId xmlns:a16="http://schemas.microsoft.com/office/drawing/2014/main" id="{F2748AA5-9176-4719-8188-8CA7B9D85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600" y="10298300"/>
            <a:ext cx="6595109" cy="0"/>
          </a:xfrm>
          <a:custGeom xmlns:a="http://schemas.openxmlformats.org/drawingml/2006/main">
            <a:rect l="l" t="t" r="r" b="b"/>
            <a:pathLst>
              <a:path w="6595109" h="0">
                <a:moveTo>
                  <a:pt x="0" y="0"/>
                </a:moveTo>
                <a:lnTo>
                  <a:pt x="6594800" y="0"/>
                </a:lnTo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object 10">
            <a:extLst xmlns:a="http://schemas.openxmlformats.org/drawingml/2006/main">
              <a:ext uri="{FF2B5EF4-FFF2-40B4-BE49-F238E27FC236}">
                <a16:creationId xmlns:a16="http://schemas.microsoft.com/office/drawing/2014/main" id="{C8BC9AF9-2BC4-48EF-9661-12C7D6549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900" y="1358899"/>
            <a:ext cx="3857625" cy="15049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524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20"/>
              </a:spcBef>
              <a:buNone/>
            </a:pP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All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logged-in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users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can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view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approval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list;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decision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rights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depend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on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QMS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level.</a:t>
            </a:r>
            <a:endParaRPr sz="800">
              <a:latin typeface="Arial MT"/>
              <a:ea typeface="Arial MT"/>
              <a:cs typeface="Arial MT"/>
            </a:endParaRPr>
          </a:p>
        </p:txBody>
      </p:sp>
      <p:sp>
        <p:nvSpPr>
          <p:cNvPr id="12" name="object 12">
            <a:extLst xmlns:a="http://schemas.openxmlformats.org/drawingml/2006/main">
              <a:ext uri="{FF2B5EF4-FFF2-40B4-BE49-F238E27FC236}">
                <a16:creationId xmlns:a16="http://schemas.microsoft.com/office/drawing/2014/main" id="{8A916CD5-E821-4770-BB91-355FE697A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0700" y="1648459"/>
            <a:ext cx="6595109" cy="2818130"/>
          </a:xfrm>
          <a:custGeom xmlns:a="http://schemas.openxmlformats.org/drawingml/2006/main">
            <a:rect l="l" t="t" r="r" b="b"/>
            <a:pathLst>
              <a:path w="6595109" h="2818129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2754217"/>
                </a:lnTo>
                <a:lnTo>
                  <a:pt x="4985" y="2778948"/>
                </a:lnTo>
                <a:lnTo>
                  <a:pt x="18586" y="2799130"/>
                </a:lnTo>
                <a:lnTo>
                  <a:pt x="38769" y="2812731"/>
                </a:lnTo>
                <a:lnTo>
                  <a:pt x="63500" y="2817717"/>
                </a:lnTo>
                <a:lnTo>
                  <a:pt x="6531300" y="2817717"/>
                </a:lnTo>
                <a:lnTo>
                  <a:pt x="6556030" y="2812731"/>
                </a:lnTo>
                <a:lnTo>
                  <a:pt x="6576213" y="2799130"/>
                </a:lnTo>
                <a:lnTo>
                  <a:pt x="6589814" y="2778948"/>
                </a:lnTo>
                <a:lnTo>
                  <a:pt x="6594800" y="2754217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D6E1ED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object 13">
            <a:extLst xmlns:a="http://schemas.openxmlformats.org/drawingml/2006/main">
              <a:ext uri="{FF2B5EF4-FFF2-40B4-BE49-F238E27FC236}">
                <a16:creationId xmlns:a16="http://schemas.microsoft.com/office/drawing/2014/main" id="{CCD47CD3-87F7-4B8F-A728-72EBCD86E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1610359"/>
            <a:ext cx="6595109" cy="2818130"/>
          </a:xfrm>
          <a:custGeom xmlns:a="http://schemas.openxmlformats.org/drawingml/2006/main">
            <a:rect l="l" t="t" r="r" b="b"/>
            <a:pathLst>
              <a:path w="6595109" h="2818129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2754217"/>
                </a:lnTo>
                <a:lnTo>
                  <a:pt x="4985" y="2778948"/>
                </a:lnTo>
                <a:lnTo>
                  <a:pt x="18586" y="2799130"/>
                </a:lnTo>
                <a:lnTo>
                  <a:pt x="38769" y="2812731"/>
                </a:lnTo>
                <a:lnTo>
                  <a:pt x="63500" y="2817717"/>
                </a:lnTo>
                <a:lnTo>
                  <a:pt x="6531300" y="2817717"/>
                </a:lnTo>
                <a:lnTo>
                  <a:pt x="6556030" y="2812731"/>
                </a:lnTo>
                <a:lnTo>
                  <a:pt x="6576213" y="2799130"/>
                </a:lnTo>
                <a:lnTo>
                  <a:pt x="6589814" y="2778948"/>
                </a:lnTo>
                <a:lnTo>
                  <a:pt x="6594800" y="2754217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object 14">
            <a:extLst xmlns:a="http://schemas.openxmlformats.org/drawingml/2006/main">
              <a:ext uri="{FF2B5EF4-FFF2-40B4-BE49-F238E27FC236}">
                <a16:creationId xmlns:a16="http://schemas.microsoft.com/office/drawing/2014/main" id="{7F94CF7B-1D4E-4E46-ABA5-096E0D5D1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1610359"/>
            <a:ext cx="6595109" cy="2818130"/>
          </a:xfrm>
          <a:custGeom xmlns:a="http://schemas.openxmlformats.org/drawingml/2006/main">
            <a:rect l="l" t="t" r="r" b="b"/>
            <a:pathLst>
              <a:path w="6595109" h="2818129">
                <a:moveTo>
                  <a:pt x="63500" y="2817717"/>
                </a:moveTo>
                <a:lnTo>
                  <a:pt x="6531300" y="2817717"/>
                </a:lnTo>
                <a:lnTo>
                  <a:pt x="6556030" y="2812731"/>
                </a:lnTo>
                <a:lnTo>
                  <a:pt x="6576213" y="2799130"/>
                </a:lnTo>
                <a:lnTo>
                  <a:pt x="6589814" y="2778948"/>
                </a:lnTo>
                <a:lnTo>
                  <a:pt x="6594800" y="2754217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2754217"/>
                </a:lnTo>
                <a:lnTo>
                  <a:pt x="4985" y="2778948"/>
                </a:lnTo>
                <a:lnTo>
                  <a:pt x="18586" y="2799130"/>
                </a:lnTo>
                <a:lnTo>
                  <a:pt x="38769" y="2812731"/>
                </a:lnTo>
                <a:lnTo>
                  <a:pt x="63500" y="2817717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65" name="object 1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f2489dc021450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12324" y="1623059"/>
            <a:ext cx="6535351" cy="2792317"/>
          </a:xfrm>
          <a:prstGeom xmlns:a="http://schemas.openxmlformats.org/drawingml/2006/main" prst="rect">
            <a:avLst/>
          </a:prstGeom>
        </p:spPr>
      </p:pic>
      <p:sp>
        <p:nvSpPr>
          <p:cNvPr id="16" name="object 16">
            <a:extLst xmlns:a="http://schemas.openxmlformats.org/drawingml/2006/main">
              <a:ext uri="{FF2B5EF4-FFF2-40B4-BE49-F238E27FC236}">
                <a16:creationId xmlns:a16="http://schemas.microsoft.com/office/drawing/2014/main" id="{8DE00BCF-1985-4C1B-A640-786C0EC5D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3265" y="4478876"/>
            <a:ext cx="2794000" cy="14160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397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10"/>
              </a:spcBef>
              <a:buNone/>
            </a:pP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Figure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6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-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Pending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Items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list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with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status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filters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and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review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actions</a:t>
            </a:r>
            <a:endParaRPr sz="750">
              <a:latin typeface="Arial"/>
              <a:ea typeface="Arial"/>
              <a:cs typeface="Arial"/>
            </a:endParaRPr>
          </a:p>
        </p:txBody>
      </p:sp>
      <p:sp>
        <p:nvSpPr>
          <p:cNvPr id="18" name="object 18">
            <a:extLst xmlns:a="http://schemas.openxmlformats.org/drawingml/2006/main">
              <a:ext uri="{FF2B5EF4-FFF2-40B4-BE49-F238E27FC236}">
                <a16:creationId xmlns:a16="http://schemas.microsoft.com/office/drawing/2014/main" id="{A2925B3B-21EA-42E0-9F8B-0313E1476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4735416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59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59"/>
                </a:lnTo>
                <a:lnTo>
                  <a:pt x="6531300" y="403859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59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9" name="object 19">
            <a:extLst xmlns:a="http://schemas.openxmlformats.org/drawingml/2006/main">
              <a:ext uri="{FF2B5EF4-FFF2-40B4-BE49-F238E27FC236}">
                <a16:creationId xmlns:a16="http://schemas.microsoft.com/office/drawing/2014/main" id="{597649C2-B843-434F-83A7-70520F642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4735416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3500" y="403859"/>
                </a:moveTo>
                <a:lnTo>
                  <a:pt x="6531300" y="403859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59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59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59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69" name="object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494103a9c54d7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71500" y="4823046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21" name="object 21">
            <a:extLst xmlns:a="http://schemas.openxmlformats.org/drawingml/2006/main">
              <a:ext uri="{FF2B5EF4-FFF2-40B4-BE49-F238E27FC236}">
                <a16:creationId xmlns:a16="http://schemas.microsoft.com/office/drawing/2014/main" id="{5AFEE24F-8EC9-422B-A7CA-DCB251613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15" y="4850986"/>
            <a:ext cx="89535" cy="162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  <a:endParaRPr sz="900">
              <a:latin typeface="Arial"/>
              <a:ea typeface="Arial"/>
              <a:cs typeface="Arial"/>
            </a:endParaRPr>
          </a:p>
        </p:txBody>
      </p:sp>
      <p:sp>
        <p:nvSpPr>
          <p:cNvPr id="22" name="object 22">
            <a:extLst xmlns:a="http://schemas.openxmlformats.org/drawingml/2006/main">
              <a:ext uri="{FF2B5EF4-FFF2-40B4-BE49-F238E27FC236}">
                <a16:creationId xmlns:a16="http://schemas.microsoft.com/office/drawing/2014/main" id="{DBB75A9E-E1F1-472E-92C6-94FDD3E38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68060"/>
            <a:ext cx="3140075" cy="3086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3175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250"/>
              </a:spcBef>
              <a:buNone/>
            </a:pP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Choose a status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tab</a:t>
            </a:r>
            <a:endParaRPr sz="850">
              <a:latin typeface="Arial"/>
              <a:ea typeface="Arial"/>
              <a:cs typeface="Arial"/>
            </a:endParaRPr>
          </a:p>
          <a:p xmlns:a="http://schemas.openxmlformats.org/drawingml/2006/main">
            <a:pPr marL="12700">
              <a:lnSpc>
                <a:spcPct val="100000"/>
              </a:lnSpc>
              <a:spcBef>
                <a:spcPts val="150"/>
              </a:spcBef>
              <a:buNone/>
            </a:pP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View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All,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Pending,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Pending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Final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Approval,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Approved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or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Rejected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items.</a:t>
            </a:r>
            <a:endParaRPr sz="750">
              <a:latin typeface="Arial MT"/>
              <a:ea typeface="Arial MT"/>
              <a:cs typeface="Arial MT"/>
            </a:endParaRPr>
          </a:p>
        </p:txBody>
      </p:sp>
      <p:sp>
        <p:nvSpPr>
          <p:cNvPr id="24" name="object 24">
            <a:extLst xmlns:a="http://schemas.openxmlformats.org/drawingml/2006/main">
              <a:ext uri="{FF2B5EF4-FFF2-40B4-BE49-F238E27FC236}">
                <a16:creationId xmlns:a16="http://schemas.microsoft.com/office/drawing/2014/main" id="{5B80C823-6CA6-4A4D-9737-6DD5B8878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5215477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5" name="object 25">
            <a:extLst xmlns:a="http://schemas.openxmlformats.org/drawingml/2006/main">
              <a:ext uri="{FF2B5EF4-FFF2-40B4-BE49-F238E27FC236}">
                <a16:creationId xmlns:a16="http://schemas.microsoft.com/office/drawing/2014/main" id="{F0FDAFE7-4BB0-4BE0-853B-B18803716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5215477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3500" y="403860"/>
                </a:move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74" name="object 2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494103a9c54d7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71500" y="5303107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27" name="object 27">
            <a:extLst xmlns:a="http://schemas.openxmlformats.org/drawingml/2006/main">
              <a:ext uri="{FF2B5EF4-FFF2-40B4-BE49-F238E27FC236}">
                <a16:creationId xmlns:a16="http://schemas.microsoft.com/office/drawing/2014/main" id="{D76479F8-876D-402B-B655-82BDDE481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15" y="5331046"/>
            <a:ext cx="89535" cy="162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  <a:endParaRPr sz="900">
              <a:latin typeface="Arial"/>
              <a:ea typeface="Arial"/>
              <a:cs typeface="Arial"/>
            </a:endParaRPr>
          </a:p>
        </p:txBody>
      </p:sp>
      <p:sp>
        <p:nvSpPr>
          <p:cNvPr id="28" name="object 28">
            <a:extLst xmlns:a="http://schemas.openxmlformats.org/drawingml/2006/main">
              <a:ext uri="{FF2B5EF4-FFF2-40B4-BE49-F238E27FC236}">
                <a16:creationId xmlns:a16="http://schemas.microsoft.com/office/drawing/2014/main" id="{2A70C9EF-A3D0-48D0-A6AD-1091BA1E7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48120"/>
            <a:ext cx="2281555" cy="3086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3175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250"/>
              </a:spcBef>
              <a:buNone/>
            </a:pP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Search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the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list</a:t>
            </a:r>
            <a:endParaRPr sz="850">
              <a:latin typeface="Arial"/>
              <a:ea typeface="Arial"/>
              <a:cs typeface="Arial"/>
            </a:endParaRPr>
          </a:p>
          <a:p xmlns:a="http://schemas.openxmlformats.org/drawingml/2006/main">
            <a:pPr marL="12700">
              <a:lnSpc>
                <a:spcPct val="100000"/>
              </a:lnSpc>
              <a:spcBef>
                <a:spcPts val="150"/>
              </a:spcBef>
              <a:buNone/>
            </a:pP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Search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by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file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name,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document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number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or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uploader.</a:t>
            </a:r>
            <a:endParaRPr sz="750">
              <a:latin typeface="Arial MT"/>
              <a:ea typeface="Arial MT"/>
              <a:cs typeface="Arial MT"/>
            </a:endParaRPr>
          </a:p>
        </p:txBody>
      </p:sp>
      <p:sp>
        <p:nvSpPr>
          <p:cNvPr id="30" name="object 30">
            <a:extLst xmlns:a="http://schemas.openxmlformats.org/drawingml/2006/main">
              <a:ext uri="{FF2B5EF4-FFF2-40B4-BE49-F238E27FC236}">
                <a16:creationId xmlns:a16="http://schemas.microsoft.com/office/drawing/2014/main" id="{1647CE8B-D219-43C6-AA22-EB5417C31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5695536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1" name="object 31">
            <a:extLst xmlns:a="http://schemas.openxmlformats.org/drawingml/2006/main">
              <a:ext uri="{FF2B5EF4-FFF2-40B4-BE49-F238E27FC236}">
                <a16:creationId xmlns:a16="http://schemas.microsoft.com/office/drawing/2014/main" id="{F068FA23-C82A-43B2-90E8-B2A8C698C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5695536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3500" y="403860"/>
                </a:move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79" name="object 3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494103a9c54d7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71500" y="5783166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33" name="object 33">
            <a:extLst xmlns:a="http://schemas.openxmlformats.org/drawingml/2006/main">
              <a:ext uri="{FF2B5EF4-FFF2-40B4-BE49-F238E27FC236}">
                <a16:creationId xmlns:a16="http://schemas.microsoft.com/office/drawing/2014/main" id="{FAC14B58-049E-4DE5-A20D-DD3AEE3C3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15" y="5811106"/>
            <a:ext cx="89535" cy="162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  <a:endParaRPr sz="900">
              <a:latin typeface="Arial"/>
              <a:ea typeface="Arial"/>
              <a:cs typeface="Arial"/>
            </a:endParaRPr>
          </a:p>
        </p:txBody>
      </p:sp>
      <p:sp>
        <p:nvSpPr>
          <p:cNvPr id="34" name="object 34">
            <a:extLst xmlns:a="http://schemas.openxmlformats.org/drawingml/2006/main">
              <a:ext uri="{FF2B5EF4-FFF2-40B4-BE49-F238E27FC236}">
                <a16:creationId xmlns:a16="http://schemas.microsoft.com/office/drawing/2014/main" id="{85026BFB-A9EE-411C-B9B7-1DD8602A3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728180"/>
            <a:ext cx="2700020" cy="3086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3175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250"/>
              </a:spcBef>
              <a:buNone/>
            </a:pP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Open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Review</a:t>
            </a:r>
            <a:endParaRPr sz="850">
              <a:latin typeface="Arial"/>
              <a:ea typeface="Arial"/>
              <a:cs typeface="Arial"/>
            </a:endParaRPr>
          </a:p>
          <a:p xmlns:a="http://schemas.openxmlformats.org/drawingml/2006/main">
            <a:pPr marL="12700">
              <a:lnSpc>
                <a:spcPct val="100000"/>
              </a:lnSpc>
              <a:spcBef>
                <a:spcPts val="150"/>
              </a:spcBef>
              <a:buNone/>
            </a:pP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Inspect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file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preview,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metadata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and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current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approval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stage.</a:t>
            </a:r>
            <a:endParaRPr sz="750">
              <a:latin typeface="Arial MT"/>
              <a:ea typeface="Arial MT"/>
              <a:cs typeface="Arial MT"/>
            </a:endParaRPr>
          </a:p>
        </p:txBody>
      </p:sp>
      <p:sp>
        <p:nvSpPr>
          <p:cNvPr id="36" name="object 36">
            <a:extLst xmlns:a="http://schemas.openxmlformats.org/drawingml/2006/main">
              <a:ext uri="{FF2B5EF4-FFF2-40B4-BE49-F238E27FC236}">
                <a16:creationId xmlns:a16="http://schemas.microsoft.com/office/drawing/2014/main" id="{87AE3E6E-EE1E-43A7-AE33-EA5F55569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6175596"/>
            <a:ext cx="6595109" cy="403860"/>
          </a:xfrm>
          <a:custGeom xmlns:a="http://schemas.openxmlformats.org/drawingml/2006/main">
            <a:rect l="l" t="t" r="r" b="b"/>
            <a:pathLst>
              <a:path w="6595109" h="403859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7" name="object 37">
            <a:extLst xmlns:a="http://schemas.openxmlformats.org/drawingml/2006/main">
              <a:ext uri="{FF2B5EF4-FFF2-40B4-BE49-F238E27FC236}">
                <a16:creationId xmlns:a16="http://schemas.microsoft.com/office/drawing/2014/main" id="{63CAA204-FAB1-4AB5-9891-67D372707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6175596"/>
            <a:ext cx="6595109" cy="403860"/>
          </a:xfrm>
          <a:custGeom xmlns:a="http://schemas.openxmlformats.org/drawingml/2006/main">
            <a:rect l="l" t="t" r="r" b="b"/>
            <a:pathLst>
              <a:path w="6595109" h="403859">
                <a:moveTo>
                  <a:pt x="63500" y="403860"/>
                </a:move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84" name="object 3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494103a9c54d7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71500" y="6263226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39" name="object 39">
            <a:extLst xmlns:a="http://schemas.openxmlformats.org/drawingml/2006/main">
              <a:ext uri="{FF2B5EF4-FFF2-40B4-BE49-F238E27FC236}">
                <a16:creationId xmlns:a16="http://schemas.microsoft.com/office/drawing/2014/main" id="{6602B9BA-CD9A-485C-B7E3-581B2BF7D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15" y="6291166"/>
            <a:ext cx="89535" cy="162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  <a:endParaRPr sz="900">
              <a:latin typeface="Arial"/>
              <a:ea typeface="Arial"/>
              <a:cs typeface="Arial"/>
            </a:endParaRPr>
          </a:p>
        </p:txBody>
      </p:sp>
      <p:sp>
        <p:nvSpPr>
          <p:cNvPr id="40" name="object 40">
            <a:extLst xmlns:a="http://schemas.openxmlformats.org/drawingml/2006/main">
              <a:ext uri="{FF2B5EF4-FFF2-40B4-BE49-F238E27FC236}">
                <a16:creationId xmlns:a16="http://schemas.microsoft.com/office/drawing/2014/main" id="{F052986D-9F63-4ACB-B627-49E3F51C0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208240"/>
            <a:ext cx="2482850" cy="3086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3175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250"/>
              </a:spcBef>
              <a:buNone/>
            </a:pP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Export when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required</a:t>
            </a:r>
            <a:endParaRPr sz="850">
              <a:latin typeface="Arial"/>
              <a:ea typeface="Arial"/>
              <a:cs typeface="Arial"/>
            </a:endParaRPr>
          </a:p>
          <a:p xmlns:a="http://schemas.openxmlformats.org/drawingml/2006/main">
            <a:pPr marL="12700">
              <a:lnSpc>
                <a:spcPct val="100000"/>
              </a:lnSpc>
              <a:spcBef>
                <a:spcPts val="150"/>
              </a:spcBef>
              <a:buNone/>
            </a:pP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Download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filtered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list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as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CSV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for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controlled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reporting.</a:t>
            </a:r>
            <a:endParaRPr sz="750">
              <a:latin typeface="Arial MT"/>
              <a:ea typeface="Arial MT"/>
              <a:cs typeface="Arial MT"/>
            </a:endParaRPr>
          </a:p>
        </p:txBody>
      </p:sp>
      <p:sp>
        <p:nvSpPr>
          <p:cNvPr id="42" name="object 42">
            <a:extLst xmlns:a="http://schemas.openxmlformats.org/drawingml/2006/main">
              <a:ext uri="{FF2B5EF4-FFF2-40B4-BE49-F238E27FC236}">
                <a16:creationId xmlns:a16="http://schemas.microsoft.com/office/drawing/2014/main" id="{53C08A21-BB9F-448C-8F28-3A69A9439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6655656"/>
            <a:ext cx="6595109" cy="518159"/>
          </a:xfrm>
          <a:custGeom xmlns:a="http://schemas.openxmlformats.org/drawingml/2006/main">
            <a:rect l="l" t="t" r="r" b="b"/>
            <a:pathLst>
              <a:path w="6595109" h="518159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454660"/>
                </a:lnTo>
                <a:lnTo>
                  <a:pt x="4985" y="479390"/>
                </a:lnTo>
                <a:lnTo>
                  <a:pt x="18586" y="499573"/>
                </a:lnTo>
                <a:lnTo>
                  <a:pt x="38769" y="513174"/>
                </a:lnTo>
                <a:lnTo>
                  <a:pt x="63500" y="518160"/>
                </a:lnTo>
                <a:lnTo>
                  <a:pt x="6531300" y="518160"/>
                </a:lnTo>
                <a:lnTo>
                  <a:pt x="6556030" y="513174"/>
                </a:lnTo>
                <a:lnTo>
                  <a:pt x="6576213" y="499573"/>
                </a:lnTo>
                <a:lnTo>
                  <a:pt x="6589814" y="479390"/>
                </a:lnTo>
                <a:lnTo>
                  <a:pt x="6594800" y="4546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E9F2F9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3" name="object 43">
            <a:extLst xmlns:a="http://schemas.openxmlformats.org/drawingml/2006/main">
              <a:ext uri="{FF2B5EF4-FFF2-40B4-BE49-F238E27FC236}">
                <a16:creationId xmlns:a16="http://schemas.microsoft.com/office/drawing/2014/main" id="{574C3757-EE25-444D-A685-D23D47D24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6655656"/>
            <a:ext cx="6595109" cy="518159"/>
          </a:xfrm>
          <a:custGeom xmlns:a="http://schemas.openxmlformats.org/drawingml/2006/main">
            <a:rect l="l" t="t" r="r" b="b"/>
            <a:pathLst>
              <a:path w="6595109" h="518159">
                <a:moveTo>
                  <a:pt x="63500" y="518160"/>
                </a:moveTo>
                <a:lnTo>
                  <a:pt x="6531300" y="518160"/>
                </a:lnTo>
                <a:lnTo>
                  <a:pt x="6556030" y="513174"/>
                </a:lnTo>
                <a:lnTo>
                  <a:pt x="6576213" y="499573"/>
                </a:lnTo>
                <a:lnTo>
                  <a:pt x="6589814" y="479390"/>
                </a:lnTo>
                <a:lnTo>
                  <a:pt x="6594800" y="4546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454660"/>
                </a:lnTo>
                <a:lnTo>
                  <a:pt x="4985" y="479390"/>
                </a:lnTo>
                <a:lnTo>
                  <a:pt x="18586" y="499573"/>
                </a:lnTo>
                <a:lnTo>
                  <a:pt x="38769" y="513174"/>
                </a:lnTo>
                <a:lnTo>
                  <a:pt x="63500" y="518160"/>
                </a:lnTo>
                <a:close/>
              </a:path>
            </a:pathLst>
          </a:custGeom>
          <a:ln xmlns:a="http://schemas.openxmlformats.org/drawingml/2006/main" w="6349">
            <a:solidFill>
              <a:srgbClr val="0877B8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4" name="object 44">
            <a:extLst xmlns:a="http://schemas.openxmlformats.org/drawingml/2006/main">
              <a:ext uri="{FF2B5EF4-FFF2-40B4-BE49-F238E27FC236}">
                <a16:creationId xmlns:a16="http://schemas.microsoft.com/office/drawing/2014/main" id="{06F26B2B-9639-4D6D-AEBB-9780C2077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6655656"/>
            <a:ext cx="63500" cy="518159"/>
          </a:xfrm>
          <a:custGeom xmlns:a="http://schemas.openxmlformats.org/drawingml/2006/main">
            <a:rect l="l" t="t" r="r" b="b"/>
            <a:pathLst>
              <a:path w="63500" h="518159">
                <a:moveTo>
                  <a:pt x="63500" y="0"/>
                </a:moveTo>
                <a:lnTo>
                  <a:pt x="0" y="0"/>
                </a:lnTo>
                <a:lnTo>
                  <a:pt x="0" y="518160"/>
                </a:lnTo>
                <a:lnTo>
                  <a:pt x="63500" y="518160"/>
                </a:lnTo>
                <a:lnTo>
                  <a:pt x="63500" y="0"/>
                </a:lnTo>
                <a:close/>
              </a:path>
            </a:pathLst>
          </a:custGeom>
          <a:solidFill xmlns:a="http://schemas.openxmlformats.org/drawingml/2006/main">
            <a:srgbClr val="0877B8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5" name="object 45">
            <a:extLst xmlns:a="http://schemas.openxmlformats.org/drawingml/2006/main">
              <a:ext uri="{FF2B5EF4-FFF2-40B4-BE49-F238E27FC236}">
                <a16:creationId xmlns:a16="http://schemas.microsoft.com/office/drawing/2014/main" id="{488040AB-359E-4EF0-8589-1274E823D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512" y="6716369"/>
            <a:ext cx="6494145" cy="33147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27940" rIns="0" bIns="0">
            <a:spAutoFit/>
          </a:bodyPr>
          <a:lstStyle xmlns:a="http://schemas.openxmlformats.org/drawingml/2006/main"/>
          <a:p xmlns:a="http://schemas.openxmlformats.org/drawingml/2006/main">
            <a:pPr marL="128270">
              <a:lnSpc>
                <a:spcPct val="100000"/>
              </a:lnSpc>
              <a:spcBef>
                <a:spcPts val="220"/>
              </a:spcBef>
              <a:buNone/>
            </a:pPr>
            <a:r>
              <a:rPr sz="10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No</a:t>
            </a:r>
            <a:r>
              <a:rPr sz="10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 </a:t>
            </a:r>
            <a:r>
              <a:rPr sz="10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bulk</a:t>
            </a:r>
            <a:r>
              <a:rPr sz="10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 </a:t>
            </a:r>
            <a:r>
              <a:rPr sz="10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decisions</a:t>
            </a:r>
            <a:endParaRPr sz="1000">
              <a:latin typeface="Arial"/>
              <a:ea typeface="Arial"/>
              <a:cs typeface="Arial"/>
            </a:endParaRPr>
          </a:p>
          <a:p xmlns:a="http://schemas.openxmlformats.org/drawingml/2006/main">
            <a:pPr marL="128270">
              <a:lnSpc>
                <a:spcPct val="100000"/>
              </a:lnSpc>
              <a:spcBef>
                <a:spcPts val="120"/>
              </a:spcBef>
              <a:buNone/>
            </a:pP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Approvals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must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be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reviewed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individually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because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workflow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requires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stage-specific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review,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recipient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selection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and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comments.</a:t>
            </a:r>
            <a:endParaRPr sz="800">
              <a:latin typeface="Arial MT"/>
              <a:ea typeface="Arial MT"/>
              <a:cs typeface="Arial MT"/>
            </a:endParaRPr>
          </a:p>
        </p:txBody>
      </p:sp>
      <p:sp>
        <p:nvSpPr>
          <p:cNvPr id="46" name="object 46">
            <a:extLst xmlns:a="http://schemas.openxmlformats.org/drawingml/2006/main">
              <a:ext uri="{FF2B5EF4-FFF2-40B4-BE49-F238E27FC236}">
                <a16:creationId xmlns:a16="http://schemas.microsoft.com/office/drawing/2014/main" id="{F8561DB2-C3EE-47F7-B98E-E07756F11F76}"/>
              </a:ext>
            </a:extLst>
          </p:cNvPr>
          <p:cNvSpPr>
            <a:spLocks xmlns:a="http://schemas.openxmlformats.org/drawingml/2006/main" noGrp="1"/>
          </p:cNvSpPr>
          <p:nvPr>
            <p:ph type="ft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6985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55"/>
              </a:spcBef>
              <a:buNone/>
            </a:pPr>
            <a:r>
              <a:t>Internal</a:t>
            </a:r>
            <a:r>
              <a:t> </a:t>
            </a:r>
            <a:r>
              <a:t>user</a:t>
            </a:r>
            <a:r>
              <a:t> </a:t>
            </a:r>
            <a:r>
              <a:t>guide</a:t>
            </a:r>
            <a:r>
              <a:t> </a:t>
            </a:r>
            <a:r>
              <a:t>-</a:t>
            </a:r>
            <a:r>
              <a:t> </a:t>
            </a:r>
            <a:r>
              <a:t>controlled</a:t>
            </a:r>
            <a:r>
              <a:t> </a:t>
            </a:r>
            <a:r>
              <a:t>copy</a:t>
            </a:r>
            <a:r>
              <a:t> </a:t>
            </a:r>
            <a:r>
              <a:t>when</a:t>
            </a:r>
            <a:r>
              <a:t> </a:t>
            </a:r>
            <a:r>
              <a:t>viewed</a:t>
            </a:r>
            <a:r>
              <a:t> </a:t>
            </a:r>
            <a:r>
              <a:t>in</a:t>
            </a:r>
            <a:r>
              <a:t> </a:t>
            </a:r>
            <a:r>
              <a:t>the</a:t>
            </a:r>
            <a:r>
              <a:t> </a:t>
            </a:r>
            <a:r>
              <a:t>DMS</a:t>
            </a:r>
            <a:r>
              <a:t> </a:t>
            </a:r>
            <a:r>
              <a:t>portal</a:t>
            </a:r>
          </a:p>
        </p:txBody>
      </p:sp>
      <p:sp>
        <p:nvSpPr>
          <p:cNvPr id="47" name="object 47">
            <a:extLst xmlns:a="http://schemas.openxmlformats.org/drawingml/2006/main">
              <a:ext uri="{FF2B5EF4-FFF2-40B4-BE49-F238E27FC236}">
                <a16:creationId xmlns:a16="http://schemas.microsoft.com/office/drawing/2014/main" id="{5706B724-1FD4-46C9-99DB-BA87F08EFE15}"/>
              </a:ext>
            </a:extLst>
          </p:cNvPr>
          <p:cNvSpPr>
            <a:spLocks xmlns:a="http://schemas.openxmlformats.org/drawingml/2006/main" noGrp="1"/>
          </p:cNvSpPr>
          <p:nvPr>
            <p:ph type="dt" idx="6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6985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55"/>
              </a:spcBef>
              <a:buNone/>
            </a:pPr>
            <a:r>
              <a:t>Smart</a:t>
            </a:r>
            <a:r>
              <a:t> </a:t>
            </a:r>
            <a:r>
              <a:t>DMS</a:t>
            </a:r>
            <a:r>
              <a:t> </a:t>
            </a:r>
            <a:r>
              <a:t>v2.0.0</a:t>
            </a:r>
          </a:p>
        </p:txBody>
      </p:sp>
    </p:spTree>
    <p:extLst>
      <p:ext uri="{BB962C8B-B14F-4D97-AF65-F5344CB8AC3E}">
        <p14:creationId xmlns:p14="http://schemas.microsoft.com/office/powerpoint/2010/main" val="1939313991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object 2">
            <a:extLst xmlns:a="http://schemas.openxmlformats.org/drawingml/2006/main">
              <a:ext uri="{FF2B5EF4-FFF2-40B4-BE49-F238E27FC236}">
                <a16:creationId xmlns:a16="http://schemas.microsoft.com/office/drawing/2014/main" id="{86162D39-A29C-4D30-B047-38E6A0752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9100" y="156971"/>
            <a:ext cx="1671955" cy="330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065" rIns="0" bIns="0">
            <a:spAutoFit/>
          </a:bodyPr>
          <a:lstStyle xmlns:a="http://schemas.openxmlformats.org/drawingml/2006/main"/>
          <a:p xmlns:a="http://schemas.openxmlformats.org/drawingml/2006/main">
            <a:pPr marL="12700" marR="5080">
              <a:lnSpc>
                <a:spcPct val="153800"/>
              </a:lnSpc>
              <a:spcBef>
                <a:spcPts val="95"/>
              </a:spcBef>
              <a:buNone/>
            </a:pP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ZF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Rane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Automotive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India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PVT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LTD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-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SGD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Smart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DMS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Portal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User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Manual</a:t>
            </a:r>
            <a:endParaRPr sz="650">
              <a:latin typeface="Arial MT"/>
              <a:ea typeface="Arial MT"/>
              <a:cs typeface="Arial MT"/>
            </a:endParaRPr>
          </a:p>
        </p:txBody>
      </p:sp>
      <p:graphicFrame>
        <p:nvGraphicFramePr>
          <p:cNvPr id="62" name="object 3"/>
          <p:cNvGraphicFramePr/>
          <p:nvPr/>
        </p:nvGraphicFramePr>
        <p:xfrm>
          <a:off xmlns:a="http://schemas.openxmlformats.org/drawingml/2006/main" x="4178625" y="161924"/>
          <a:ext xmlns:a="http://schemas.openxmlformats.org/drawingml/2006/main" cx="2978150" cy="444500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47800"/>
                <a:gridCol w="1447800"/>
              </a:tblGrid>
              <a:tr h="222250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50"/>
                        </a:spcBef>
                        <a:buNone/>
                      </a:pP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Document: DMS-UM-001</a:t>
                      </a:r>
                      <a:endParaRPr sz="6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985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50"/>
                        </a:spcBef>
                        <a:buNone/>
                      </a:pP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Revision: 1.3</a:t>
                      </a:r>
                      <a:endParaRPr sz="6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985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</a:tr>
              <a:tr h="222250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00"/>
                        </a:spcBef>
                        <a:buNone/>
                      </a:pP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Effective: 10-Aug-2026</a:t>
                      </a:r>
                      <a:endParaRPr sz="6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350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00"/>
                        </a:spcBef>
                        <a:buNone/>
                      </a:pP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Page: 11 of 27</a:t>
                      </a:r>
                      <a:endParaRPr sz="6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350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5" name="object 5">
            <a:extLst xmlns:a="http://schemas.openxmlformats.org/drawingml/2006/main">
              <a:ext uri="{FF2B5EF4-FFF2-40B4-BE49-F238E27FC236}">
                <a16:creationId xmlns:a16="http://schemas.microsoft.com/office/drawing/2014/main" id="{8D28EEE9-B62E-43EC-9C7B-3D2CFB683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774699"/>
            <a:ext cx="7560309" cy="431800"/>
          </a:xfrm>
          <a:custGeom xmlns:a="http://schemas.openxmlformats.org/drawingml/2006/main">
            <a:rect l="l" t="t" r="r" b="b"/>
            <a:pathLst>
              <a:path w="7560309" h="431800">
                <a:moveTo>
                  <a:pt x="7560000" y="0"/>
                </a:moveTo>
                <a:lnTo>
                  <a:pt x="0" y="0"/>
                </a:lnTo>
                <a:lnTo>
                  <a:pt x="0" y="431800"/>
                </a:lnTo>
                <a:lnTo>
                  <a:pt x="7560000" y="431800"/>
                </a:lnTo>
                <a:lnTo>
                  <a:pt x="7560000" y="0"/>
                </a:lnTo>
                <a:close/>
              </a:path>
            </a:pathLst>
          </a:custGeom>
          <a:solidFill xmlns:a="http://schemas.openxmlformats.org/drawingml/2006/main">
            <a:srgbClr val="0A346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object 6">
            <a:extLst xmlns:a="http://schemas.openxmlformats.org/drawingml/2006/main">
              <a:ext uri="{FF2B5EF4-FFF2-40B4-BE49-F238E27FC236}">
                <a16:creationId xmlns:a16="http://schemas.microsoft.com/office/drawing/2014/main" id="{B36CDEC4-A3D1-4CB1-A7D5-4AD36EDF0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863599"/>
            <a:ext cx="533400" cy="254000"/>
          </a:xfrm>
          <a:custGeom xmlns:a="http://schemas.openxmlformats.org/drawingml/2006/main">
            <a:rect l="l" t="t" r="r" b="b"/>
            <a:pathLst>
              <a:path w="533400" h="254000">
                <a:moveTo>
                  <a:pt x="4699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190500"/>
                </a:lnTo>
                <a:lnTo>
                  <a:pt x="4985" y="215230"/>
                </a:lnTo>
                <a:lnTo>
                  <a:pt x="18586" y="235413"/>
                </a:lnTo>
                <a:lnTo>
                  <a:pt x="38769" y="249014"/>
                </a:lnTo>
                <a:lnTo>
                  <a:pt x="63500" y="254000"/>
                </a:lnTo>
                <a:lnTo>
                  <a:pt x="469900" y="254000"/>
                </a:lnTo>
                <a:lnTo>
                  <a:pt x="494630" y="249014"/>
                </a:lnTo>
                <a:lnTo>
                  <a:pt x="514813" y="235413"/>
                </a:lnTo>
                <a:lnTo>
                  <a:pt x="528414" y="215230"/>
                </a:lnTo>
                <a:lnTo>
                  <a:pt x="533400" y="190500"/>
                </a:lnTo>
                <a:lnTo>
                  <a:pt x="533400" y="63500"/>
                </a:lnTo>
                <a:lnTo>
                  <a:pt x="528414" y="38769"/>
                </a:lnTo>
                <a:lnTo>
                  <a:pt x="514813" y="18586"/>
                </a:lnTo>
                <a:lnTo>
                  <a:pt x="494630" y="4985"/>
                </a:lnTo>
                <a:lnTo>
                  <a:pt x="469900" y="0"/>
                </a:lnTo>
                <a:close/>
              </a:path>
            </a:pathLst>
          </a:custGeom>
          <a:solidFill xmlns:a="http://schemas.openxmlformats.org/drawingml/2006/main">
            <a:srgbClr val="F7B800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object 7">
            <a:extLst xmlns:a="http://schemas.openxmlformats.org/drawingml/2006/main">
              <a:ext uri="{FF2B5EF4-FFF2-40B4-BE49-F238E27FC236}">
                <a16:creationId xmlns:a16="http://schemas.microsoft.com/office/drawing/2014/main" id="{CF96A942-E788-4E04-B559-D678655DE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981" y="920750"/>
            <a:ext cx="167005" cy="1473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8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6.2</a:t>
            </a:r>
            <a:endParaRPr sz="800">
              <a:latin typeface="Arial"/>
              <a:ea typeface="Arial"/>
              <a:cs typeface="Arial"/>
            </a:endParaRPr>
          </a:p>
        </p:txBody>
      </p:sp>
      <p:sp>
        <p:nvSpPr>
          <p:cNvPr id="8" name="object 8">
            <a:extLst xmlns:a="http://schemas.openxmlformats.org/drawingml/2006/main">
              <a:ext uri="{FF2B5EF4-FFF2-40B4-BE49-F238E27FC236}">
                <a16:creationId xmlns:a16="http://schemas.microsoft.com/office/drawing/2014/main" id="{747C8664-2D1A-4E99-8962-76ACB92F3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300" y="863600"/>
            <a:ext cx="3519170" cy="25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Review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the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Document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Before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Deciding</a:t>
            </a:r>
            <a:endParaRPr sz="1500">
              <a:latin typeface="Arial"/>
              <a:ea typeface="Arial"/>
              <a:cs typeface="Arial"/>
            </a:endParaRPr>
          </a:p>
        </p:txBody>
      </p:sp>
      <p:sp>
        <p:nvSpPr>
          <p:cNvPr id="9" name="object 9">
            <a:extLst xmlns:a="http://schemas.openxmlformats.org/drawingml/2006/main">
              <a:ext uri="{FF2B5EF4-FFF2-40B4-BE49-F238E27FC236}">
                <a16:creationId xmlns:a16="http://schemas.microsoft.com/office/drawing/2014/main" id="{48F43C16-F571-4AB3-9FEE-95AD0696C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600" y="10298300"/>
            <a:ext cx="6595109" cy="0"/>
          </a:xfrm>
          <a:custGeom xmlns:a="http://schemas.openxmlformats.org/drawingml/2006/main">
            <a:rect l="l" t="t" r="r" b="b"/>
            <a:pathLst>
              <a:path w="6595109" h="0">
                <a:moveTo>
                  <a:pt x="0" y="0"/>
                </a:moveTo>
                <a:lnTo>
                  <a:pt x="6594800" y="0"/>
                </a:lnTo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object 10">
            <a:extLst xmlns:a="http://schemas.openxmlformats.org/drawingml/2006/main">
              <a:ext uri="{FF2B5EF4-FFF2-40B4-BE49-F238E27FC236}">
                <a16:creationId xmlns:a16="http://schemas.microsoft.com/office/drawing/2014/main" id="{1F5319B2-C462-4871-BF94-032C0A4B1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900" y="1358899"/>
            <a:ext cx="3545204" cy="15049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524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20"/>
              </a:spcBef>
              <a:buNone/>
            </a:pP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Review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file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and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metadata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together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before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completing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an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approval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action.</a:t>
            </a:r>
            <a:endParaRPr sz="800">
              <a:latin typeface="Arial MT"/>
              <a:ea typeface="Arial MT"/>
              <a:cs typeface="Arial MT"/>
            </a:endParaRPr>
          </a:p>
        </p:txBody>
      </p:sp>
      <p:sp>
        <p:nvSpPr>
          <p:cNvPr id="12" name="object 12">
            <a:extLst xmlns:a="http://schemas.openxmlformats.org/drawingml/2006/main">
              <a:ext uri="{FF2B5EF4-FFF2-40B4-BE49-F238E27FC236}">
                <a16:creationId xmlns:a16="http://schemas.microsoft.com/office/drawing/2014/main" id="{4196D96D-CAD5-480F-AB33-ABF994E43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0700" y="1648459"/>
            <a:ext cx="6595109" cy="2435860"/>
          </a:xfrm>
          <a:custGeom xmlns:a="http://schemas.openxmlformats.org/drawingml/2006/main">
            <a:rect l="l" t="t" r="r" b="b"/>
            <a:pathLst>
              <a:path w="6595109" h="2435860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2372321"/>
                </a:lnTo>
                <a:lnTo>
                  <a:pt x="4985" y="2397052"/>
                </a:lnTo>
                <a:lnTo>
                  <a:pt x="18586" y="2417235"/>
                </a:lnTo>
                <a:lnTo>
                  <a:pt x="38769" y="2430836"/>
                </a:lnTo>
                <a:lnTo>
                  <a:pt x="63500" y="2435821"/>
                </a:lnTo>
                <a:lnTo>
                  <a:pt x="6531300" y="2435821"/>
                </a:lnTo>
                <a:lnTo>
                  <a:pt x="6556030" y="2430836"/>
                </a:lnTo>
                <a:lnTo>
                  <a:pt x="6576213" y="2417235"/>
                </a:lnTo>
                <a:lnTo>
                  <a:pt x="6589814" y="2397052"/>
                </a:lnTo>
                <a:lnTo>
                  <a:pt x="6594800" y="2372321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D6E1ED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object 13">
            <a:extLst xmlns:a="http://schemas.openxmlformats.org/drawingml/2006/main">
              <a:ext uri="{FF2B5EF4-FFF2-40B4-BE49-F238E27FC236}">
                <a16:creationId xmlns:a16="http://schemas.microsoft.com/office/drawing/2014/main" id="{94921CAE-47BC-437A-9B93-76074F325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1610359"/>
            <a:ext cx="6595109" cy="2435860"/>
          </a:xfrm>
          <a:custGeom xmlns:a="http://schemas.openxmlformats.org/drawingml/2006/main">
            <a:rect l="l" t="t" r="r" b="b"/>
            <a:pathLst>
              <a:path w="6595109" h="2435860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2372321"/>
                </a:lnTo>
                <a:lnTo>
                  <a:pt x="4985" y="2397052"/>
                </a:lnTo>
                <a:lnTo>
                  <a:pt x="18586" y="2417235"/>
                </a:lnTo>
                <a:lnTo>
                  <a:pt x="38769" y="2430836"/>
                </a:lnTo>
                <a:lnTo>
                  <a:pt x="63500" y="2435821"/>
                </a:lnTo>
                <a:lnTo>
                  <a:pt x="6531300" y="2435821"/>
                </a:lnTo>
                <a:lnTo>
                  <a:pt x="6556030" y="2430836"/>
                </a:lnTo>
                <a:lnTo>
                  <a:pt x="6576213" y="2417235"/>
                </a:lnTo>
                <a:lnTo>
                  <a:pt x="6589814" y="2397052"/>
                </a:lnTo>
                <a:lnTo>
                  <a:pt x="6594800" y="2372321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object 14">
            <a:extLst xmlns:a="http://schemas.openxmlformats.org/drawingml/2006/main">
              <a:ext uri="{FF2B5EF4-FFF2-40B4-BE49-F238E27FC236}">
                <a16:creationId xmlns:a16="http://schemas.microsoft.com/office/drawing/2014/main" id="{F8F4972A-4ECC-4C75-A11D-4C9453066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1610359"/>
            <a:ext cx="6595109" cy="2435860"/>
          </a:xfrm>
          <a:custGeom xmlns:a="http://schemas.openxmlformats.org/drawingml/2006/main">
            <a:rect l="l" t="t" r="r" b="b"/>
            <a:pathLst>
              <a:path w="6595109" h="2435860">
                <a:moveTo>
                  <a:pt x="63500" y="2435821"/>
                </a:moveTo>
                <a:lnTo>
                  <a:pt x="6531300" y="2435821"/>
                </a:lnTo>
                <a:lnTo>
                  <a:pt x="6556030" y="2430836"/>
                </a:lnTo>
                <a:lnTo>
                  <a:pt x="6576213" y="2417235"/>
                </a:lnTo>
                <a:lnTo>
                  <a:pt x="6589814" y="2397052"/>
                </a:lnTo>
                <a:lnTo>
                  <a:pt x="6594800" y="2372321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2372321"/>
                </a:lnTo>
                <a:lnTo>
                  <a:pt x="4985" y="2397052"/>
                </a:lnTo>
                <a:lnTo>
                  <a:pt x="18586" y="2417235"/>
                </a:lnTo>
                <a:lnTo>
                  <a:pt x="38769" y="2430836"/>
                </a:lnTo>
                <a:lnTo>
                  <a:pt x="63500" y="2435821"/>
                </a:lnTo>
                <a:close/>
              </a:path>
            </a:pathLst>
          </a:custGeom>
          <a:ln xmlns:a="http://schemas.openxmlformats.org/drawingml/2006/main" w="6349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72" name="object 1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04f7089b364e7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16984" y="1623059"/>
            <a:ext cx="6526030" cy="2410421"/>
          </a:xfrm>
          <a:prstGeom xmlns:a="http://schemas.openxmlformats.org/drawingml/2006/main" prst="rect">
            <a:avLst/>
          </a:prstGeom>
        </p:spPr>
      </p:pic>
      <p:sp>
        <p:nvSpPr>
          <p:cNvPr id="16" name="object 16">
            <a:extLst xmlns:a="http://schemas.openxmlformats.org/drawingml/2006/main">
              <a:ext uri="{FF2B5EF4-FFF2-40B4-BE49-F238E27FC236}">
                <a16:creationId xmlns:a16="http://schemas.microsoft.com/office/drawing/2014/main" id="{B5FF62C8-43D0-4BE6-9D59-8D6650E77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8841" y="4096981"/>
            <a:ext cx="3142615" cy="14160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397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10"/>
              </a:spcBef>
              <a:buNone/>
            </a:pP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Figure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7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-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Approval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review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workspace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with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preview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and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document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details</a:t>
            </a:r>
            <a:endParaRPr sz="750">
              <a:latin typeface="Arial"/>
              <a:ea typeface="Arial"/>
              <a:cs typeface="Arial"/>
            </a:endParaRPr>
          </a:p>
        </p:txBody>
      </p:sp>
      <p:sp>
        <p:nvSpPr>
          <p:cNvPr id="18" name="object 18">
            <a:extLst xmlns:a="http://schemas.openxmlformats.org/drawingml/2006/main">
              <a:ext uri="{FF2B5EF4-FFF2-40B4-BE49-F238E27FC236}">
                <a16:creationId xmlns:a16="http://schemas.microsoft.com/office/drawing/2014/main" id="{919BC13B-0845-46D4-89D6-F33A7FBFE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4353521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9" name="object 19">
            <a:extLst xmlns:a="http://schemas.openxmlformats.org/drawingml/2006/main">
              <a:ext uri="{FF2B5EF4-FFF2-40B4-BE49-F238E27FC236}">
                <a16:creationId xmlns:a16="http://schemas.microsoft.com/office/drawing/2014/main" id="{450C0293-90AA-4E20-8E8B-EC5657DA9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4353521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3500" y="403860"/>
                </a:move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76" name="object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09e0a85c8a460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71500" y="4441151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21" name="object 21">
            <a:extLst xmlns:a="http://schemas.openxmlformats.org/drawingml/2006/main">
              <a:ext uri="{FF2B5EF4-FFF2-40B4-BE49-F238E27FC236}">
                <a16:creationId xmlns:a16="http://schemas.microsoft.com/office/drawing/2014/main" id="{4022DEBF-72D4-4DC5-88D3-A3CD881D4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15" y="4469091"/>
            <a:ext cx="89535" cy="162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  <a:endParaRPr sz="900">
              <a:latin typeface="Arial"/>
              <a:ea typeface="Arial"/>
              <a:cs typeface="Arial"/>
            </a:endParaRPr>
          </a:p>
        </p:txBody>
      </p:sp>
      <p:sp>
        <p:nvSpPr>
          <p:cNvPr id="22" name="object 22">
            <a:extLst xmlns:a="http://schemas.openxmlformats.org/drawingml/2006/main">
              <a:ext uri="{FF2B5EF4-FFF2-40B4-BE49-F238E27FC236}">
                <a16:creationId xmlns:a16="http://schemas.microsoft.com/office/drawing/2014/main" id="{22034BF4-E3F7-4BEC-94F7-30273A209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86165"/>
            <a:ext cx="3852545" cy="3086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3175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250"/>
              </a:spcBef>
              <a:buNone/>
            </a:pP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Confirm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document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identity</a:t>
            </a:r>
            <a:endParaRPr sz="850">
              <a:latin typeface="Arial"/>
              <a:ea typeface="Arial"/>
              <a:cs typeface="Arial"/>
            </a:endParaRPr>
          </a:p>
          <a:p xmlns:a="http://schemas.openxmlformats.org/drawingml/2006/main">
            <a:pPr marL="12700">
              <a:lnSpc>
                <a:spcPct val="100000"/>
              </a:lnSpc>
              <a:spcBef>
                <a:spcPts val="150"/>
              </a:spcBef>
              <a:buNone/>
            </a:pP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Check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file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name,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document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number,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revision,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plant,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department,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customer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and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category.</a:t>
            </a:r>
            <a:endParaRPr sz="750">
              <a:latin typeface="Arial MT"/>
              <a:ea typeface="Arial MT"/>
              <a:cs typeface="Arial MT"/>
            </a:endParaRPr>
          </a:p>
        </p:txBody>
      </p:sp>
      <p:sp>
        <p:nvSpPr>
          <p:cNvPr id="24" name="object 24">
            <a:extLst xmlns:a="http://schemas.openxmlformats.org/drawingml/2006/main">
              <a:ext uri="{FF2B5EF4-FFF2-40B4-BE49-F238E27FC236}">
                <a16:creationId xmlns:a16="http://schemas.microsoft.com/office/drawing/2014/main" id="{16D6007D-9B19-4BD8-BC99-A813E4852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4833581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5" name="object 25">
            <a:extLst xmlns:a="http://schemas.openxmlformats.org/drawingml/2006/main">
              <a:ext uri="{FF2B5EF4-FFF2-40B4-BE49-F238E27FC236}">
                <a16:creationId xmlns:a16="http://schemas.microsoft.com/office/drawing/2014/main" id="{A6508BE9-FA2B-4CAA-BFB8-4E79B5C91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4833581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3500" y="403860"/>
                </a:move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81" name="object 2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09e0a85c8a460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71500" y="4921211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27" name="object 27">
            <a:extLst xmlns:a="http://schemas.openxmlformats.org/drawingml/2006/main">
              <a:ext uri="{FF2B5EF4-FFF2-40B4-BE49-F238E27FC236}">
                <a16:creationId xmlns:a16="http://schemas.microsoft.com/office/drawing/2014/main" id="{FC29F5C9-AA2C-4988-B295-75401A6FA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15" y="4949151"/>
            <a:ext cx="89535" cy="162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  <a:endParaRPr sz="900">
              <a:latin typeface="Arial"/>
              <a:ea typeface="Arial"/>
              <a:cs typeface="Arial"/>
            </a:endParaRPr>
          </a:p>
        </p:txBody>
      </p:sp>
      <p:sp>
        <p:nvSpPr>
          <p:cNvPr id="28" name="object 28">
            <a:extLst xmlns:a="http://schemas.openxmlformats.org/drawingml/2006/main">
              <a:ext uri="{FF2B5EF4-FFF2-40B4-BE49-F238E27FC236}">
                <a16:creationId xmlns:a16="http://schemas.microsoft.com/office/drawing/2014/main" id="{063DD072-61C7-46E9-82F8-E3F0589F7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866225"/>
            <a:ext cx="4803775" cy="3086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3175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250"/>
              </a:spcBef>
              <a:buNone/>
            </a:pP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Inspect the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preview</a:t>
            </a:r>
            <a:endParaRPr sz="850">
              <a:latin typeface="Arial"/>
              <a:ea typeface="Arial"/>
              <a:cs typeface="Arial"/>
            </a:endParaRPr>
          </a:p>
          <a:p xmlns:a="http://schemas.openxmlformats.org/drawingml/2006/main">
            <a:pPr marL="12700">
              <a:lnSpc>
                <a:spcPct val="100000"/>
              </a:lnSpc>
              <a:spcBef>
                <a:spcPts val="150"/>
              </a:spcBef>
              <a:buNone/>
            </a:pP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Office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documents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use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generated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PDF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viewing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copy.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Use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Open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file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in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new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tab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when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larger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view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is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required.</a:t>
            </a:r>
            <a:endParaRPr sz="750">
              <a:latin typeface="Arial MT"/>
              <a:ea typeface="Arial MT"/>
              <a:cs typeface="Arial MT"/>
            </a:endParaRPr>
          </a:p>
        </p:txBody>
      </p:sp>
      <p:sp>
        <p:nvSpPr>
          <p:cNvPr id="30" name="object 30">
            <a:extLst xmlns:a="http://schemas.openxmlformats.org/drawingml/2006/main">
              <a:ext uri="{FF2B5EF4-FFF2-40B4-BE49-F238E27FC236}">
                <a16:creationId xmlns:a16="http://schemas.microsoft.com/office/drawing/2014/main" id="{5B9FA2BF-7E88-4DB9-8384-6D69601FE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5313641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1" name="object 31">
            <a:extLst xmlns:a="http://schemas.openxmlformats.org/drawingml/2006/main">
              <a:ext uri="{FF2B5EF4-FFF2-40B4-BE49-F238E27FC236}">
                <a16:creationId xmlns:a16="http://schemas.microsoft.com/office/drawing/2014/main" id="{29B6693D-8C11-407A-A734-2D9DE0B0D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5313641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3500" y="403860"/>
                </a:move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86" name="object 3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09e0a85c8a460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71500" y="5401271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33" name="object 33">
            <a:extLst xmlns:a="http://schemas.openxmlformats.org/drawingml/2006/main">
              <a:ext uri="{FF2B5EF4-FFF2-40B4-BE49-F238E27FC236}">
                <a16:creationId xmlns:a16="http://schemas.microsoft.com/office/drawing/2014/main" id="{65D44841-3AA1-4A46-B3B4-65EA52483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15" y="5429211"/>
            <a:ext cx="89535" cy="162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  <a:endParaRPr sz="900">
              <a:latin typeface="Arial"/>
              <a:ea typeface="Arial"/>
              <a:cs typeface="Arial"/>
            </a:endParaRPr>
          </a:p>
        </p:txBody>
      </p:sp>
      <p:sp>
        <p:nvSpPr>
          <p:cNvPr id="34" name="object 34">
            <a:extLst xmlns:a="http://schemas.openxmlformats.org/drawingml/2006/main">
              <a:ext uri="{FF2B5EF4-FFF2-40B4-BE49-F238E27FC236}">
                <a16:creationId xmlns:a16="http://schemas.microsoft.com/office/drawing/2014/main" id="{396DC36E-4A74-4AA2-BBFF-CD0C523C5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346285"/>
            <a:ext cx="4107815" cy="3086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3175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250"/>
              </a:spcBef>
              <a:buNone/>
            </a:pP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Check revision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context</a:t>
            </a:r>
            <a:endParaRPr sz="850">
              <a:latin typeface="Arial"/>
              <a:ea typeface="Arial"/>
              <a:cs typeface="Arial"/>
            </a:endParaRPr>
          </a:p>
          <a:p xmlns:a="http://schemas.openxmlformats.org/drawingml/2006/main">
            <a:pPr marL="12700">
              <a:lnSpc>
                <a:spcPct val="100000"/>
              </a:lnSpc>
              <a:spcBef>
                <a:spcPts val="150"/>
              </a:spcBef>
              <a:buNone/>
            </a:pP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Read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revision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summary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and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compare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with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previous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approved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version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when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applicable.</a:t>
            </a:r>
            <a:endParaRPr sz="750">
              <a:latin typeface="Arial MT"/>
              <a:ea typeface="Arial MT"/>
              <a:cs typeface="Arial MT"/>
            </a:endParaRPr>
          </a:p>
        </p:txBody>
      </p:sp>
      <p:sp>
        <p:nvSpPr>
          <p:cNvPr id="36" name="object 36">
            <a:extLst xmlns:a="http://schemas.openxmlformats.org/drawingml/2006/main">
              <a:ext uri="{FF2B5EF4-FFF2-40B4-BE49-F238E27FC236}">
                <a16:creationId xmlns:a16="http://schemas.microsoft.com/office/drawing/2014/main" id="{A8FEF5D4-B746-4E4F-B3CE-93D69CB27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5793701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59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59"/>
                </a:lnTo>
                <a:lnTo>
                  <a:pt x="6531300" y="403859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59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7" name="object 37">
            <a:extLst xmlns:a="http://schemas.openxmlformats.org/drawingml/2006/main">
              <a:ext uri="{FF2B5EF4-FFF2-40B4-BE49-F238E27FC236}">
                <a16:creationId xmlns:a16="http://schemas.microsoft.com/office/drawing/2014/main" id="{4CDF99B9-65C0-4DFF-8C77-A5FA679AB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5793701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3500" y="403859"/>
                </a:moveTo>
                <a:lnTo>
                  <a:pt x="6531300" y="403859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59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59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59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91" name="object 3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09e0a85c8a460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71500" y="5881331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39" name="object 39">
            <a:extLst xmlns:a="http://schemas.openxmlformats.org/drawingml/2006/main">
              <a:ext uri="{FF2B5EF4-FFF2-40B4-BE49-F238E27FC236}">
                <a16:creationId xmlns:a16="http://schemas.microsoft.com/office/drawing/2014/main" id="{85925138-7896-42E3-ADAC-9C11AB06F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15" y="5909271"/>
            <a:ext cx="89535" cy="162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  <a:endParaRPr sz="900">
              <a:latin typeface="Arial"/>
              <a:ea typeface="Arial"/>
              <a:cs typeface="Arial"/>
            </a:endParaRPr>
          </a:p>
        </p:txBody>
      </p:sp>
      <p:sp>
        <p:nvSpPr>
          <p:cNvPr id="40" name="object 40">
            <a:extLst xmlns:a="http://schemas.openxmlformats.org/drawingml/2006/main">
              <a:ext uri="{FF2B5EF4-FFF2-40B4-BE49-F238E27FC236}">
                <a16:creationId xmlns:a16="http://schemas.microsoft.com/office/drawing/2014/main" id="{2C774D79-3798-4D37-BCDB-F43B2AA24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826345"/>
            <a:ext cx="3504565" cy="3086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3175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250"/>
              </a:spcBef>
              <a:buNone/>
            </a:pP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Confirm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the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current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stage</a:t>
            </a:r>
            <a:endParaRPr sz="850">
              <a:latin typeface="Arial"/>
              <a:ea typeface="Arial"/>
              <a:cs typeface="Arial"/>
            </a:endParaRPr>
          </a:p>
          <a:p xmlns:a="http://schemas.openxmlformats.org/drawingml/2006/main">
            <a:pPr marL="12700">
              <a:lnSpc>
                <a:spcPct val="100000"/>
              </a:lnSpc>
              <a:spcBef>
                <a:spcPts val="150"/>
              </a:spcBef>
              <a:buNone/>
            </a:pP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Pending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requires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L2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action.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Pending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Final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Approval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requires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L1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or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Admin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action.</a:t>
            </a:r>
            <a:endParaRPr sz="750">
              <a:latin typeface="Arial MT"/>
              <a:ea typeface="Arial MT"/>
              <a:cs typeface="Arial MT"/>
            </a:endParaRPr>
          </a:p>
        </p:txBody>
      </p:sp>
      <p:sp>
        <p:nvSpPr>
          <p:cNvPr id="42" name="object 42">
            <a:extLst xmlns:a="http://schemas.openxmlformats.org/drawingml/2006/main">
              <a:ext uri="{FF2B5EF4-FFF2-40B4-BE49-F238E27FC236}">
                <a16:creationId xmlns:a16="http://schemas.microsoft.com/office/drawing/2014/main" id="{48D29F96-A3E8-4A5F-B120-F5910681B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6273761"/>
            <a:ext cx="6595109" cy="403860"/>
          </a:xfrm>
          <a:custGeom xmlns:a="http://schemas.openxmlformats.org/drawingml/2006/main">
            <a:rect l="l" t="t" r="r" b="b"/>
            <a:pathLst>
              <a:path w="6595109" h="403859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3" name="object 43">
            <a:extLst xmlns:a="http://schemas.openxmlformats.org/drawingml/2006/main">
              <a:ext uri="{FF2B5EF4-FFF2-40B4-BE49-F238E27FC236}">
                <a16:creationId xmlns:a16="http://schemas.microsoft.com/office/drawing/2014/main" id="{6E1592BC-E85A-41D8-B065-5CA20AD53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6273761"/>
            <a:ext cx="6595109" cy="403860"/>
          </a:xfrm>
          <a:custGeom xmlns:a="http://schemas.openxmlformats.org/drawingml/2006/main">
            <a:rect l="l" t="t" r="r" b="b"/>
            <a:pathLst>
              <a:path w="6595109" h="403859">
                <a:moveTo>
                  <a:pt x="63500" y="403860"/>
                </a:move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96" name="object 4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09e0a85c8a460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71500" y="6361391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45" name="object 45">
            <a:extLst xmlns:a="http://schemas.openxmlformats.org/drawingml/2006/main">
              <a:ext uri="{FF2B5EF4-FFF2-40B4-BE49-F238E27FC236}">
                <a16:creationId xmlns:a16="http://schemas.microsoft.com/office/drawing/2014/main" id="{18AE4EC5-FA72-46C5-A1CB-36EC97B44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15" y="6389331"/>
            <a:ext cx="89535" cy="162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  <a:endParaRPr sz="900">
              <a:latin typeface="Arial"/>
              <a:ea typeface="Arial"/>
              <a:cs typeface="Arial"/>
            </a:endParaRPr>
          </a:p>
        </p:txBody>
      </p:sp>
      <p:sp>
        <p:nvSpPr>
          <p:cNvPr id="46" name="object 46">
            <a:extLst xmlns:a="http://schemas.openxmlformats.org/drawingml/2006/main">
              <a:ext uri="{FF2B5EF4-FFF2-40B4-BE49-F238E27FC236}">
                <a16:creationId xmlns:a16="http://schemas.microsoft.com/office/drawing/2014/main" id="{3D7E95DC-655A-4111-866A-5543A4C3D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306405"/>
            <a:ext cx="2314575" cy="3086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3175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250"/>
              </a:spcBef>
              <a:buNone/>
            </a:pP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Record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a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clear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decision</a:t>
            </a:r>
            <a:endParaRPr sz="850">
              <a:latin typeface="Arial"/>
              <a:ea typeface="Arial"/>
              <a:cs typeface="Arial"/>
            </a:endParaRPr>
          </a:p>
          <a:p xmlns:a="http://schemas.openxmlformats.org/drawingml/2006/main">
            <a:pPr marL="12700">
              <a:lnSpc>
                <a:spcPct val="100000"/>
              </a:lnSpc>
              <a:spcBef>
                <a:spcPts val="150"/>
              </a:spcBef>
              <a:buNone/>
            </a:pP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Follow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correct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stage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procedure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on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next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page.</a:t>
            </a:r>
            <a:endParaRPr sz="750">
              <a:latin typeface="Arial MT"/>
              <a:ea typeface="Arial MT"/>
              <a:cs typeface="Arial MT"/>
            </a:endParaRPr>
          </a:p>
        </p:txBody>
      </p:sp>
      <p:sp>
        <p:nvSpPr>
          <p:cNvPr id="48" name="object 48">
            <a:extLst xmlns:a="http://schemas.openxmlformats.org/drawingml/2006/main">
              <a:ext uri="{FF2B5EF4-FFF2-40B4-BE49-F238E27FC236}">
                <a16:creationId xmlns:a16="http://schemas.microsoft.com/office/drawing/2014/main" id="{F8A050B5-0F74-4EA8-94DF-D09FB9B40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6753821"/>
            <a:ext cx="6595109" cy="518159"/>
          </a:xfrm>
          <a:custGeom xmlns:a="http://schemas.openxmlformats.org/drawingml/2006/main">
            <a:rect l="l" t="t" r="r" b="b"/>
            <a:pathLst>
              <a:path w="6595109" h="518159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454660"/>
                </a:lnTo>
                <a:lnTo>
                  <a:pt x="4985" y="479390"/>
                </a:lnTo>
                <a:lnTo>
                  <a:pt x="18586" y="499573"/>
                </a:lnTo>
                <a:lnTo>
                  <a:pt x="38769" y="513174"/>
                </a:lnTo>
                <a:lnTo>
                  <a:pt x="63500" y="518160"/>
                </a:lnTo>
                <a:lnTo>
                  <a:pt x="6531300" y="518160"/>
                </a:lnTo>
                <a:lnTo>
                  <a:pt x="6556030" y="513174"/>
                </a:lnTo>
                <a:lnTo>
                  <a:pt x="6576213" y="499573"/>
                </a:lnTo>
                <a:lnTo>
                  <a:pt x="6589814" y="479390"/>
                </a:lnTo>
                <a:lnTo>
                  <a:pt x="6594800" y="4546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FF6DA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9" name="object 49">
            <a:extLst xmlns:a="http://schemas.openxmlformats.org/drawingml/2006/main">
              <a:ext uri="{FF2B5EF4-FFF2-40B4-BE49-F238E27FC236}">
                <a16:creationId xmlns:a16="http://schemas.microsoft.com/office/drawing/2014/main" id="{1448D73E-E0EC-4FE5-8A2F-6C6A7AC0D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6753821"/>
            <a:ext cx="6595109" cy="518159"/>
          </a:xfrm>
          <a:custGeom xmlns:a="http://schemas.openxmlformats.org/drawingml/2006/main">
            <a:rect l="l" t="t" r="r" b="b"/>
            <a:pathLst>
              <a:path w="6595109" h="518159">
                <a:moveTo>
                  <a:pt x="63500" y="518160"/>
                </a:moveTo>
                <a:lnTo>
                  <a:pt x="6531300" y="518160"/>
                </a:lnTo>
                <a:lnTo>
                  <a:pt x="6556030" y="513174"/>
                </a:lnTo>
                <a:lnTo>
                  <a:pt x="6576213" y="499573"/>
                </a:lnTo>
                <a:lnTo>
                  <a:pt x="6589814" y="479390"/>
                </a:lnTo>
                <a:lnTo>
                  <a:pt x="6594800" y="4546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454660"/>
                </a:lnTo>
                <a:lnTo>
                  <a:pt x="4985" y="479390"/>
                </a:lnTo>
                <a:lnTo>
                  <a:pt x="18586" y="499573"/>
                </a:lnTo>
                <a:lnTo>
                  <a:pt x="38769" y="513174"/>
                </a:lnTo>
                <a:lnTo>
                  <a:pt x="63500" y="518160"/>
                </a:lnTo>
                <a:close/>
              </a:path>
            </a:pathLst>
          </a:custGeom>
          <a:ln xmlns:a="http://schemas.openxmlformats.org/drawingml/2006/main" w="6349">
            <a:solidFill>
              <a:srgbClr val="D88300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0" name="object 50">
            <a:extLst xmlns:a="http://schemas.openxmlformats.org/drawingml/2006/main">
              <a:ext uri="{FF2B5EF4-FFF2-40B4-BE49-F238E27FC236}">
                <a16:creationId xmlns:a16="http://schemas.microsoft.com/office/drawing/2014/main" id="{A5EF2366-4B3A-430E-A2A2-2F41AFDB2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6753821"/>
            <a:ext cx="63500" cy="518159"/>
          </a:xfrm>
          <a:custGeom xmlns:a="http://schemas.openxmlformats.org/drawingml/2006/main">
            <a:rect l="l" t="t" r="r" b="b"/>
            <a:pathLst>
              <a:path w="63500" h="518159">
                <a:moveTo>
                  <a:pt x="63500" y="0"/>
                </a:moveTo>
                <a:lnTo>
                  <a:pt x="0" y="0"/>
                </a:lnTo>
                <a:lnTo>
                  <a:pt x="0" y="518160"/>
                </a:lnTo>
                <a:lnTo>
                  <a:pt x="63500" y="518160"/>
                </a:lnTo>
                <a:lnTo>
                  <a:pt x="63500" y="0"/>
                </a:lnTo>
                <a:close/>
              </a:path>
            </a:pathLst>
          </a:custGeom>
          <a:solidFill xmlns:a="http://schemas.openxmlformats.org/drawingml/2006/main">
            <a:srgbClr val="D88300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1" name="object 51">
            <a:extLst xmlns:a="http://schemas.openxmlformats.org/drawingml/2006/main">
              <a:ext uri="{FF2B5EF4-FFF2-40B4-BE49-F238E27FC236}">
                <a16:creationId xmlns:a16="http://schemas.microsoft.com/office/drawing/2014/main" id="{01F66290-D216-4AEB-A9DF-678201D32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512" y="6814533"/>
            <a:ext cx="6494145" cy="33147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27940" rIns="0" bIns="0">
            <a:spAutoFit/>
          </a:bodyPr>
          <a:lstStyle xmlns:a="http://schemas.openxmlformats.org/drawingml/2006/main"/>
          <a:p xmlns:a="http://schemas.openxmlformats.org/drawingml/2006/main">
            <a:pPr marL="128270">
              <a:lnSpc>
                <a:spcPct val="100000"/>
              </a:lnSpc>
              <a:spcBef>
                <a:spcPts val="220"/>
              </a:spcBef>
              <a:buNone/>
            </a:pPr>
            <a:r>
              <a:rPr sz="10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Review </a:t>
            </a:r>
            <a:r>
              <a:rPr sz="10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standard</a:t>
            </a:r>
            <a:endParaRPr sz="1000">
              <a:latin typeface="Arial"/>
              <a:ea typeface="Arial"/>
              <a:cs typeface="Arial"/>
            </a:endParaRPr>
          </a:p>
          <a:p xmlns:a="http://schemas.openxmlformats.org/drawingml/2006/main">
            <a:pPr marL="128270">
              <a:lnSpc>
                <a:spcPct val="100000"/>
              </a:lnSpc>
              <a:spcBef>
                <a:spcPts val="120"/>
              </a:spcBef>
              <a:buNone/>
            </a:pP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Never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approve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from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list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view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alone.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Open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review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page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and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verify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actual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file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content.</a:t>
            </a:r>
            <a:endParaRPr sz="800">
              <a:latin typeface="Arial MT"/>
              <a:ea typeface="Arial MT"/>
              <a:cs typeface="Arial MT"/>
            </a:endParaRPr>
          </a:p>
        </p:txBody>
      </p:sp>
      <p:sp>
        <p:nvSpPr>
          <p:cNvPr id="52" name="object 52">
            <a:extLst xmlns:a="http://schemas.openxmlformats.org/drawingml/2006/main">
              <a:ext uri="{FF2B5EF4-FFF2-40B4-BE49-F238E27FC236}">
                <a16:creationId xmlns:a16="http://schemas.microsoft.com/office/drawing/2014/main" id="{8EF41A12-1E8C-4C4D-ACBC-FE8F68FE21A2}"/>
              </a:ext>
            </a:extLst>
          </p:cNvPr>
          <p:cNvSpPr>
            <a:spLocks xmlns:a="http://schemas.openxmlformats.org/drawingml/2006/main" noGrp="1"/>
          </p:cNvSpPr>
          <p:nvPr>
            <p:ph type="ft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6985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55"/>
              </a:spcBef>
              <a:buNone/>
            </a:pPr>
            <a:r>
              <a:t>Internal</a:t>
            </a:r>
            <a:r>
              <a:t> </a:t>
            </a:r>
            <a:r>
              <a:t>user</a:t>
            </a:r>
            <a:r>
              <a:t> </a:t>
            </a:r>
            <a:r>
              <a:t>guide</a:t>
            </a:r>
            <a:r>
              <a:t> </a:t>
            </a:r>
            <a:r>
              <a:t>-</a:t>
            </a:r>
            <a:r>
              <a:t> </a:t>
            </a:r>
            <a:r>
              <a:t>controlled</a:t>
            </a:r>
            <a:r>
              <a:t> </a:t>
            </a:r>
            <a:r>
              <a:t>copy</a:t>
            </a:r>
            <a:r>
              <a:t> </a:t>
            </a:r>
            <a:r>
              <a:t>when</a:t>
            </a:r>
            <a:r>
              <a:t> </a:t>
            </a:r>
            <a:r>
              <a:t>viewed</a:t>
            </a:r>
            <a:r>
              <a:t> </a:t>
            </a:r>
            <a:r>
              <a:t>in</a:t>
            </a:r>
            <a:r>
              <a:t> </a:t>
            </a:r>
            <a:r>
              <a:t>the</a:t>
            </a:r>
            <a:r>
              <a:t> </a:t>
            </a:r>
            <a:r>
              <a:t>DMS</a:t>
            </a:r>
            <a:r>
              <a:t> </a:t>
            </a:r>
            <a:r>
              <a:t>portal</a:t>
            </a:r>
          </a:p>
        </p:txBody>
      </p:sp>
      <p:sp>
        <p:nvSpPr>
          <p:cNvPr id="53" name="object 53">
            <a:extLst xmlns:a="http://schemas.openxmlformats.org/drawingml/2006/main">
              <a:ext uri="{FF2B5EF4-FFF2-40B4-BE49-F238E27FC236}">
                <a16:creationId xmlns:a16="http://schemas.microsoft.com/office/drawing/2014/main" id="{F81D2D32-F2DB-45E0-A17B-96686FA3BDB7}"/>
              </a:ext>
            </a:extLst>
          </p:cNvPr>
          <p:cNvSpPr>
            <a:spLocks xmlns:a="http://schemas.openxmlformats.org/drawingml/2006/main" noGrp="1"/>
          </p:cNvSpPr>
          <p:nvPr>
            <p:ph type="dt" idx="6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6985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55"/>
              </a:spcBef>
              <a:buNone/>
            </a:pPr>
            <a:r>
              <a:t>Smart</a:t>
            </a:r>
            <a:r>
              <a:t> </a:t>
            </a:r>
            <a:r>
              <a:t>DMS</a:t>
            </a:r>
            <a:r>
              <a:t> </a:t>
            </a:r>
            <a:r>
              <a:t>v2.0.0</a:t>
            </a:r>
          </a:p>
        </p:txBody>
      </p:sp>
    </p:spTree>
    <p:extLst>
      <p:ext uri="{BB962C8B-B14F-4D97-AF65-F5344CB8AC3E}">
        <p14:creationId xmlns:p14="http://schemas.microsoft.com/office/powerpoint/2010/main" val="1763675657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object 2">
            <a:extLst xmlns:a="http://schemas.openxmlformats.org/drawingml/2006/main">
              <a:ext uri="{FF2B5EF4-FFF2-40B4-BE49-F238E27FC236}">
                <a16:creationId xmlns:a16="http://schemas.microsoft.com/office/drawing/2014/main" id="{39C68FDB-1C90-4DE4-8CF5-2A2906812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9100" y="156971"/>
            <a:ext cx="1671955" cy="330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065" rIns="0" bIns="0">
            <a:spAutoFit/>
          </a:bodyPr>
          <a:lstStyle xmlns:a="http://schemas.openxmlformats.org/drawingml/2006/main"/>
          <a:p xmlns:a="http://schemas.openxmlformats.org/drawingml/2006/main">
            <a:pPr marL="12700" marR="5080">
              <a:lnSpc>
                <a:spcPct val="153800"/>
              </a:lnSpc>
              <a:spcBef>
                <a:spcPts val="95"/>
              </a:spcBef>
              <a:buNone/>
            </a:pP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ZF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Rane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Automotive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India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PVT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LTD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-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SGD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Smart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DMS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Portal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User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Manual</a:t>
            </a:r>
            <a:endParaRPr sz="650">
              <a:latin typeface="Arial MT"/>
              <a:ea typeface="Arial MT"/>
              <a:cs typeface="Arial MT"/>
            </a:endParaRPr>
          </a:p>
        </p:txBody>
      </p:sp>
      <p:graphicFrame>
        <p:nvGraphicFramePr>
          <p:cNvPr id="51" name="object 3"/>
          <p:cNvGraphicFramePr/>
          <p:nvPr/>
        </p:nvGraphicFramePr>
        <p:xfrm>
          <a:off xmlns:a="http://schemas.openxmlformats.org/drawingml/2006/main" x="4178625" y="161924"/>
          <a:ext xmlns:a="http://schemas.openxmlformats.org/drawingml/2006/main" cx="2978150" cy="444500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47800"/>
                <a:gridCol w="1447800"/>
              </a:tblGrid>
              <a:tr h="222250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50"/>
                        </a:spcBef>
                        <a:buNone/>
                      </a:pP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Document: DMS-UM-001</a:t>
                      </a:r>
                      <a:endParaRPr sz="6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985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50"/>
                        </a:spcBef>
                        <a:buNone/>
                      </a:pP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Revision: 1.3</a:t>
                      </a:r>
                      <a:endParaRPr sz="6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985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</a:tr>
              <a:tr h="222250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00"/>
                        </a:spcBef>
                        <a:buNone/>
                      </a:pP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Effective: 10-Aug-2026</a:t>
                      </a:r>
                      <a:endParaRPr sz="6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350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00"/>
                        </a:spcBef>
                        <a:buNone/>
                      </a:pP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Page: 12 of 27</a:t>
                      </a:r>
                      <a:endParaRPr sz="6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350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5" name="object 5">
            <a:extLst xmlns:a="http://schemas.openxmlformats.org/drawingml/2006/main">
              <a:ext uri="{FF2B5EF4-FFF2-40B4-BE49-F238E27FC236}">
                <a16:creationId xmlns:a16="http://schemas.microsoft.com/office/drawing/2014/main" id="{53F604DF-36DB-4F9C-BCA3-8601561B7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774699"/>
            <a:ext cx="7560309" cy="431800"/>
          </a:xfrm>
          <a:custGeom xmlns:a="http://schemas.openxmlformats.org/drawingml/2006/main">
            <a:rect l="l" t="t" r="r" b="b"/>
            <a:pathLst>
              <a:path w="7560309" h="431800">
                <a:moveTo>
                  <a:pt x="7560000" y="0"/>
                </a:moveTo>
                <a:lnTo>
                  <a:pt x="0" y="0"/>
                </a:lnTo>
                <a:lnTo>
                  <a:pt x="0" y="431800"/>
                </a:lnTo>
                <a:lnTo>
                  <a:pt x="7560000" y="431800"/>
                </a:lnTo>
                <a:lnTo>
                  <a:pt x="7560000" y="0"/>
                </a:lnTo>
                <a:close/>
              </a:path>
            </a:pathLst>
          </a:custGeom>
          <a:solidFill xmlns:a="http://schemas.openxmlformats.org/drawingml/2006/main">
            <a:srgbClr val="0877B8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object 6">
            <a:extLst xmlns:a="http://schemas.openxmlformats.org/drawingml/2006/main">
              <a:ext uri="{FF2B5EF4-FFF2-40B4-BE49-F238E27FC236}">
                <a16:creationId xmlns:a16="http://schemas.microsoft.com/office/drawing/2014/main" id="{26ABB419-9213-4AB8-BE35-44DD7380B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863599"/>
            <a:ext cx="533400" cy="254000"/>
          </a:xfrm>
          <a:custGeom xmlns:a="http://schemas.openxmlformats.org/drawingml/2006/main">
            <a:rect l="l" t="t" r="r" b="b"/>
            <a:pathLst>
              <a:path w="533400" h="254000">
                <a:moveTo>
                  <a:pt x="4699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190500"/>
                </a:lnTo>
                <a:lnTo>
                  <a:pt x="4985" y="215230"/>
                </a:lnTo>
                <a:lnTo>
                  <a:pt x="18586" y="235413"/>
                </a:lnTo>
                <a:lnTo>
                  <a:pt x="38769" y="249014"/>
                </a:lnTo>
                <a:lnTo>
                  <a:pt x="63500" y="254000"/>
                </a:lnTo>
                <a:lnTo>
                  <a:pt x="469900" y="254000"/>
                </a:lnTo>
                <a:lnTo>
                  <a:pt x="494630" y="249014"/>
                </a:lnTo>
                <a:lnTo>
                  <a:pt x="514813" y="235413"/>
                </a:lnTo>
                <a:lnTo>
                  <a:pt x="528414" y="215230"/>
                </a:lnTo>
                <a:lnTo>
                  <a:pt x="533400" y="190500"/>
                </a:lnTo>
                <a:lnTo>
                  <a:pt x="533400" y="63500"/>
                </a:lnTo>
                <a:lnTo>
                  <a:pt x="528414" y="38769"/>
                </a:lnTo>
                <a:lnTo>
                  <a:pt x="514813" y="18586"/>
                </a:lnTo>
                <a:lnTo>
                  <a:pt x="494630" y="4985"/>
                </a:lnTo>
                <a:lnTo>
                  <a:pt x="469900" y="0"/>
                </a:lnTo>
                <a:close/>
              </a:path>
            </a:pathLst>
          </a:custGeom>
          <a:solidFill xmlns:a="http://schemas.openxmlformats.org/drawingml/2006/main">
            <a:srgbClr val="F7B800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object 7">
            <a:extLst xmlns:a="http://schemas.openxmlformats.org/drawingml/2006/main">
              <a:ext uri="{FF2B5EF4-FFF2-40B4-BE49-F238E27FC236}">
                <a16:creationId xmlns:a16="http://schemas.microsoft.com/office/drawing/2014/main" id="{488F6C6E-D0B3-4FA3-8A7E-63795DCC3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981" y="920750"/>
            <a:ext cx="167005" cy="1473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8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6.3</a:t>
            </a:r>
            <a:endParaRPr sz="800">
              <a:latin typeface="Arial"/>
              <a:ea typeface="Arial"/>
              <a:cs typeface="Arial"/>
            </a:endParaRPr>
          </a:p>
        </p:txBody>
      </p:sp>
      <p:sp>
        <p:nvSpPr>
          <p:cNvPr id="8" name="object 8">
            <a:extLst xmlns:a="http://schemas.openxmlformats.org/drawingml/2006/main">
              <a:ext uri="{FF2B5EF4-FFF2-40B4-BE49-F238E27FC236}">
                <a16:creationId xmlns:a16="http://schemas.microsoft.com/office/drawing/2014/main" id="{D1BE7D80-0F66-4BCF-8D40-92AFFAFDA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300" y="863600"/>
            <a:ext cx="2534285" cy="25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Open the Approval 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Request</a:t>
            </a:r>
            <a:endParaRPr sz="1500">
              <a:latin typeface="Arial"/>
              <a:ea typeface="Arial"/>
              <a:cs typeface="Arial"/>
            </a:endParaRPr>
          </a:p>
        </p:txBody>
      </p:sp>
      <p:sp>
        <p:nvSpPr>
          <p:cNvPr id="9" name="object 9">
            <a:extLst xmlns:a="http://schemas.openxmlformats.org/drawingml/2006/main">
              <a:ext uri="{FF2B5EF4-FFF2-40B4-BE49-F238E27FC236}">
                <a16:creationId xmlns:a16="http://schemas.microsoft.com/office/drawing/2014/main" id="{6DCDE49A-1B2F-4113-AE5B-6E1FB2EB1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600" y="10298300"/>
            <a:ext cx="6595109" cy="0"/>
          </a:xfrm>
          <a:custGeom xmlns:a="http://schemas.openxmlformats.org/drawingml/2006/main">
            <a:rect l="l" t="t" r="r" b="b"/>
            <a:pathLst>
              <a:path w="6595109" h="0">
                <a:moveTo>
                  <a:pt x="0" y="0"/>
                </a:moveTo>
                <a:lnTo>
                  <a:pt x="6594800" y="0"/>
                </a:lnTo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object 10">
            <a:extLst xmlns:a="http://schemas.openxmlformats.org/drawingml/2006/main">
              <a:ext uri="{FF2B5EF4-FFF2-40B4-BE49-F238E27FC236}">
                <a16:creationId xmlns:a16="http://schemas.microsoft.com/office/drawing/2014/main" id="{7B8C0029-5928-4659-9D0F-16940049A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900" y="1358899"/>
            <a:ext cx="3412490" cy="15049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524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20"/>
              </a:spcBef>
              <a:buNone/>
            </a:pP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approval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email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and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review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page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provide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same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document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context.</a:t>
            </a:r>
            <a:endParaRPr sz="800">
              <a:latin typeface="Arial MT"/>
              <a:ea typeface="Arial MT"/>
              <a:cs typeface="Arial MT"/>
            </a:endParaRPr>
          </a:p>
        </p:txBody>
      </p:sp>
      <p:pic>
        <p:nvPicPr>
          <p:cNvPr id="58" name="object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4bf18bd857c42e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79425" y="1607184"/>
            <a:ext cx="6636075" cy="3585980"/>
          </a:xfrm>
          <a:prstGeom xmlns:a="http://schemas.openxmlformats.org/drawingml/2006/main" prst="rect">
            <a:avLst/>
          </a:prstGeom>
        </p:spPr>
      </p:pic>
      <p:sp>
        <p:nvSpPr>
          <p:cNvPr id="12" name="object 12">
            <a:extLst xmlns:a="http://schemas.openxmlformats.org/drawingml/2006/main">
              <a:ext uri="{FF2B5EF4-FFF2-40B4-BE49-F238E27FC236}">
                <a16:creationId xmlns:a16="http://schemas.microsoft.com/office/drawing/2014/main" id="{F762CF71-3F22-402A-950E-8F5FF6791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9691" y="5205865"/>
            <a:ext cx="2820670" cy="14160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397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10"/>
              </a:spcBef>
              <a:buNone/>
            </a:pP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Approval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request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example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-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preview,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status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and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document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details</a:t>
            </a:r>
            <a:endParaRPr sz="750">
              <a:latin typeface="Arial"/>
              <a:ea typeface="Arial"/>
              <a:cs typeface="Arial"/>
            </a:endParaRPr>
          </a:p>
        </p:txBody>
      </p:sp>
      <p:sp>
        <p:nvSpPr>
          <p:cNvPr id="14" name="object 14">
            <a:extLst xmlns:a="http://schemas.openxmlformats.org/drawingml/2006/main">
              <a:ext uri="{FF2B5EF4-FFF2-40B4-BE49-F238E27FC236}">
                <a16:creationId xmlns:a16="http://schemas.microsoft.com/office/drawing/2014/main" id="{7E61AE65-5B3B-47B2-BD36-980DBD04A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5462405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object 15">
            <a:extLst xmlns:a="http://schemas.openxmlformats.org/drawingml/2006/main">
              <a:ext uri="{FF2B5EF4-FFF2-40B4-BE49-F238E27FC236}">
                <a16:creationId xmlns:a16="http://schemas.microsoft.com/office/drawing/2014/main" id="{41CEE378-135B-4805-B274-2A84A29C7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5462405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3500" y="403860"/>
                </a:move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62" name="object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c98b607e9343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71500" y="5550035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17" name="object 17">
            <a:extLst xmlns:a="http://schemas.openxmlformats.org/drawingml/2006/main">
              <a:ext uri="{FF2B5EF4-FFF2-40B4-BE49-F238E27FC236}">
                <a16:creationId xmlns:a16="http://schemas.microsoft.com/office/drawing/2014/main" id="{2E1D62B9-7B07-4B2B-B746-ADB0F7B16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15" y="5577975"/>
            <a:ext cx="89535" cy="162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  <a:endParaRPr sz="900">
              <a:latin typeface="Arial"/>
              <a:ea typeface="Arial"/>
              <a:cs typeface="Arial"/>
            </a:endParaRPr>
          </a:p>
        </p:txBody>
      </p:sp>
      <p:sp>
        <p:nvSpPr>
          <p:cNvPr id="18" name="object 18">
            <a:extLst xmlns:a="http://schemas.openxmlformats.org/drawingml/2006/main">
              <a:ext uri="{FF2B5EF4-FFF2-40B4-BE49-F238E27FC236}">
                <a16:creationId xmlns:a16="http://schemas.microsoft.com/office/drawing/2014/main" id="{81BD507B-8425-404E-9316-AA9544821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495049"/>
            <a:ext cx="2874010" cy="3086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3175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250"/>
              </a:spcBef>
              <a:buNone/>
            </a:pP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Open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the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email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action</a:t>
            </a:r>
            <a:endParaRPr sz="850">
              <a:latin typeface="Arial"/>
              <a:ea typeface="Arial"/>
              <a:cs typeface="Arial"/>
            </a:endParaRPr>
          </a:p>
          <a:p xmlns:a="http://schemas.openxmlformats.org/drawingml/2006/main">
            <a:pPr marL="12700">
              <a:lnSpc>
                <a:spcPct val="100000"/>
              </a:lnSpc>
              <a:spcBef>
                <a:spcPts val="150"/>
              </a:spcBef>
              <a:buNone/>
            </a:pP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Select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Review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document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only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from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an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expected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approval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request.</a:t>
            </a:r>
            <a:endParaRPr sz="750">
              <a:latin typeface="Arial MT"/>
              <a:ea typeface="Arial MT"/>
              <a:cs typeface="Arial MT"/>
            </a:endParaRPr>
          </a:p>
        </p:txBody>
      </p:sp>
      <p:sp>
        <p:nvSpPr>
          <p:cNvPr id="20" name="object 20">
            <a:extLst xmlns:a="http://schemas.openxmlformats.org/drawingml/2006/main">
              <a:ext uri="{FF2B5EF4-FFF2-40B4-BE49-F238E27FC236}">
                <a16:creationId xmlns:a16="http://schemas.microsoft.com/office/drawing/2014/main" id="{E334C16B-FAF9-4C5E-8F33-B79BA1D3C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5942465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1" name="object 21">
            <a:extLst xmlns:a="http://schemas.openxmlformats.org/drawingml/2006/main">
              <a:ext uri="{FF2B5EF4-FFF2-40B4-BE49-F238E27FC236}">
                <a16:creationId xmlns:a16="http://schemas.microsoft.com/office/drawing/2014/main" id="{2FE2909C-46B3-4F0A-A3C5-A803E883F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5942465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3500" y="403860"/>
                </a:move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67" name="object 2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c98b607e9343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71500" y="6030095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23" name="object 23">
            <a:extLst xmlns:a="http://schemas.openxmlformats.org/drawingml/2006/main">
              <a:ext uri="{FF2B5EF4-FFF2-40B4-BE49-F238E27FC236}">
                <a16:creationId xmlns:a16="http://schemas.microsoft.com/office/drawing/2014/main" id="{1BBBDA6E-2193-4D9C-A7C6-E26DF348A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15" y="6058035"/>
            <a:ext cx="89535" cy="162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  <a:endParaRPr sz="900">
              <a:latin typeface="Arial"/>
              <a:ea typeface="Arial"/>
              <a:cs typeface="Arial"/>
            </a:endParaRPr>
          </a:p>
        </p:txBody>
      </p:sp>
      <p:sp>
        <p:nvSpPr>
          <p:cNvPr id="24" name="object 24">
            <a:extLst xmlns:a="http://schemas.openxmlformats.org/drawingml/2006/main">
              <a:ext uri="{FF2B5EF4-FFF2-40B4-BE49-F238E27FC236}">
                <a16:creationId xmlns:a16="http://schemas.microsoft.com/office/drawing/2014/main" id="{2E53E2B9-9FBC-43EC-A86B-A85EEBC6D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975109"/>
            <a:ext cx="2194560" cy="3086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3175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250"/>
              </a:spcBef>
              <a:buNone/>
            </a:pP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Confirm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the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status</a:t>
            </a:r>
            <a:endParaRPr sz="850">
              <a:latin typeface="Arial"/>
              <a:ea typeface="Arial"/>
              <a:cs typeface="Arial"/>
            </a:endParaRPr>
          </a:p>
          <a:p xmlns:a="http://schemas.openxmlformats.org/drawingml/2006/main">
            <a:pPr marL="12700">
              <a:lnSpc>
                <a:spcPct val="100000"/>
              </a:lnSpc>
              <a:spcBef>
                <a:spcPts val="150"/>
              </a:spcBef>
              <a:buNone/>
            </a:pP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first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reviewer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acts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while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status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is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Pending.</a:t>
            </a:r>
            <a:endParaRPr sz="750">
              <a:latin typeface="Arial MT"/>
              <a:ea typeface="Arial MT"/>
              <a:cs typeface="Arial MT"/>
            </a:endParaRPr>
          </a:p>
        </p:txBody>
      </p:sp>
      <p:sp>
        <p:nvSpPr>
          <p:cNvPr id="26" name="object 26">
            <a:extLst xmlns:a="http://schemas.openxmlformats.org/drawingml/2006/main">
              <a:ext uri="{FF2B5EF4-FFF2-40B4-BE49-F238E27FC236}">
                <a16:creationId xmlns:a16="http://schemas.microsoft.com/office/drawing/2014/main" id="{9B7723BE-2EBA-4F44-ACC3-9F83712DE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6422525"/>
            <a:ext cx="6595109" cy="403860"/>
          </a:xfrm>
          <a:custGeom xmlns:a="http://schemas.openxmlformats.org/drawingml/2006/main">
            <a:rect l="l" t="t" r="r" b="b"/>
            <a:pathLst>
              <a:path w="6595109" h="403859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7" name="object 27">
            <a:extLst xmlns:a="http://schemas.openxmlformats.org/drawingml/2006/main">
              <a:ext uri="{FF2B5EF4-FFF2-40B4-BE49-F238E27FC236}">
                <a16:creationId xmlns:a16="http://schemas.microsoft.com/office/drawing/2014/main" id="{B3F465D2-811B-4390-A87D-733D58AF1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6422525"/>
            <a:ext cx="6595109" cy="403860"/>
          </a:xfrm>
          <a:custGeom xmlns:a="http://schemas.openxmlformats.org/drawingml/2006/main">
            <a:rect l="l" t="t" r="r" b="b"/>
            <a:pathLst>
              <a:path w="6595109" h="403859">
                <a:moveTo>
                  <a:pt x="63500" y="403860"/>
                </a:move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72" name="object 2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c98b607e9343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71500" y="6510155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29" name="object 29">
            <a:extLst xmlns:a="http://schemas.openxmlformats.org/drawingml/2006/main">
              <a:ext uri="{FF2B5EF4-FFF2-40B4-BE49-F238E27FC236}">
                <a16:creationId xmlns:a16="http://schemas.microsoft.com/office/drawing/2014/main" id="{A3FFDF81-D15B-4386-AF91-C77E46F74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15" y="6538095"/>
            <a:ext cx="89535" cy="162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  <a:endParaRPr sz="900">
              <a:latin typeface="Arial"/>
              <a:ea typeface="Arial"/>
              <a:cs typeface="Arial"/>
            </a:endParaRPr>
          </a:p>
        </p:txBody>
      </p:sp>
      <p:sp>
        <p:nvSpPr>
          <p:cNvPr id="30" name="object 30">
            <a:extLst xmlns:a="http://schemas.openxmlformats.org/drawingml/2006/main">
              <a:ext uri="{FF2B5EF4-FFF2-40B4-BE49-F238E27FC236}">
                <a16:creationId xmlns:a16="http://schemas.microsoft.com/office/drawing/2014/main" id="{C16FF1AC-5917-4246-AB6B-F5AC037D6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455169"/>
            <a:ext cx="2841625" cy="3086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3175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250"/>
              </a:spcBef>
              <a:buNone/>
            </a:pP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Verify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the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converted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preview</a:t>
            </a:r>
            <a:endParaRPr sz="850">
              <a:latin typeface="Arial"/>
              <a:ea typeface="Arial"/>
              <a:cs typeface="Arial"/>
            </a:endParaRPr>
          </a:p>
          <a:p xmlns:a="http://schemas.openxmlformats.org/drawingml/2006/main">
            <a:pPr marL="12700">
              <a:lnSpc>
                <a:spcPct val="100000"/>
              </a:lnSpc>
              <a:spcBef>
                <a:spcPts val="150"/>
              </a:spcBef>
              <a:buNone/>
            </a:pP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Office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files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are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shown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through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their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generated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PDF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viewing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copy.</a:t>
            </a:r>
            <a:endParaRPr sz="750">
              <a:latin typeface="Arial MT"/>
              <a:ea typeface="Arial MT"/>
              <a:cs typeface="Arial MT"/>
            </a:endParaRPr>
          </a:p>
        </p:txBody>
      </p:sp>
      <p:sp>
        <p:nvSpPr>
          <p:cNvPr id="32" name="object 32">
            <a:extLst xmlns:a="http://schemas.openxmlformats.org/drawingml/2006/main">
              <a:ext uri="{FF2B5EF4-FFF2-40B4-BE49-F238E27FC236}">
                <a16:creationId xmlns:a16="http://schemas.microsoft.com/office/drawing/2014/main" id="{283D788C-CB4C-4778-B025-516712FD2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6902585"/>
            <a:ext cx="6595109" cy="403860"/>
          </a:xfrm>
          <a:custGeom xmlns:a="http://schemas.openxmlformats.org/drawingml/2006/main">
            <a:rect l="l" t="t" r="r" b="b"/>
            <a:pathLst>
              <a:path w="6595109" h="403859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3" name="object 33">
            <a:extLst xmlns:a="http://schemas.openxmlformats.org/drawingml/2006/main">
              <a:ext uri="{FF2B5EF4-FFF2-40B4-BE49-F238E27FC236}">
                <a16:creationId xmlns:a16="http://schemas.microsoft.com/office/drawing/2014/main" id="{D5742BC1-2583-43C7-9A0B-2B27C327F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6902585"/>
            <a:ext cx="6595109" cy="403860"/>
          </a:xfrm>
          <a:custGeom xmlns:a="http://schemas.openxmlformats.org/drawingml/2006/main">
            <a:rect l="l" t="t" r="r" b="b"/>
            <a:pathLst>
              <a:path w="6595109" h="403859">
                <a:moveTo>
                  <a:pt x="63500" y="403860"/>
                </a:move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77" name="object 3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c98b607e9343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71500" y="6990215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35" name="object 35">
            <a:extLst xmlns:a="http://schemas.openxmlformats.org/drawingml/2006/main">
              <a:ext uri="{FF2B5EF4-FFF2-40B4-BE49-F238E27FC236}">
                <a16:creationId xmlns:a16="http://schemas.microsoft.com/office/drawing/2014/main" id="{12A98CCF-E764-4C0E-9A78-3853FAD8D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15" y="7018155"/>
            <a:ext cx="89535" cy="162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  <a:endParaRPr sz="900">
              <a:latin typeface="Arial"/>
              <a:ea typeface="Arial"/>
              <a:cs typeface="Arial"/>
            </a:endParaRPr>
          </a:p>
        </p:txBody>
      </p:sp>
      <p:sp>
        <p:nvSpPr>
          <p:cNvPr id="36" name="object 36">
            <a:extLst xmlns:a="http://schemas.openxmlformats.org/drawingml/2006/main">
              <a:ext uri="{FF2B5EF4-FFF2-40B4-BE49-F238E27FC236}">
                <a16:creationId xmlns:a16="http://schemas.microsoft.com/office/drawing/2014/main" id="{B65531B9-6522-4C3F-967B-E52126C2B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935229"/>
            <a:ext cx="3901440" cy="3086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3175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250"/>
              </a:spcBef>
              <a:buNone/>
            </a:pP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Cross-check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metadata</a:t>
            </a:r>
            <a:endParaRPr sz="850">
              <a:latin typeface="Arial"/>
              <a:ea typeface="Arial"/>
              <a:cs typeface="Arial"/>
            </a:endParaRPr>
          </a:p>
          <a:p xmlns:a="http://schemas.openxmlformats.org/drawingml/2006/main">
            <a:pPr marL="12700">
              <a:lnSpc>
                <a:spcPct val="100000"/>
              </a:lnSpc>
              <a:spcBef>
                <a:spcPts val="150"/>
              </a:spcBef>
              <a:buNone/>
            </a:pP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Confirm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document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number,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revision,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category,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uploader,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plant,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department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and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customer.</a:t>
            </a:r>
            <a:endParaRPr sz="750">
              <a:latin typeface="Arial MT"/>
              <a:ea typeface="Arial MT"/>
              <a:cs typeface="Arial MT"/>
            </a:endParaRPr>
          </a:p>
        </p:txBody>
      </p:sp>
      <p:sp>
        <p:nvSpPr>
          <p:cNvPr id="38" name="object 38">
            <a:extLst xmlns:a="http://schemas.openxmlformats.org/drawingml/2006/main">
              <a:ext uri="{FF2B5EF4-FFF2-40B4-BE49-F238E27FC236}">
                <a16:creationId xmlns:a16="http://schemas.microsoft.com/office/drawing/2014/main" id="{3A2F24E8-A60A-476F-8D8C-CB31F19FE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7382645"/>
            <a:ext cx="6595109" cy="518159"/>
          </a:xfrm>
          <a:custGeom xmlns:a="http://schemas.openxmlformats.org/drawingml/2006/main">
            <a:rect l="l" t="t" r="r" b="b"/>
            <a:pathLst>
              <a:path w="6595109" h="518159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499"/>
                </a:lnTo>
                <a:lnTo>
                  <a:pt x="0" y="454659"/>
                </a:lnTo>
                <a:lnTo>
                  <a:pt x="4985" y="479390"/>
                </a:lnTo>
                <a:lnTo>
                  <a:pt x="18586" y="499573"/>
                </a:lnTo>
                <a:lnTo>
                  <a:pt x="38769" y="513174"/>
                </a:lnTo>
                <a:lnTo>
                  <a:pt x="63500" y="518159"/>
                </a:lnTo>
                <a:lnTo>
                  <a:pt x="6531300" y="518159"/>
                </a:lnTo>
                <a:lnTo>
                  <a:pt x="6556030" y="513174"/>
                </a:lnTo>
                <a:lnTo>
                  <a:pt x="6576213" y="499573"/>
                </a:lnTo>
                <a:lnTo>
                  <a:pt x="6589814" y="479390"/>
                </a:lnTo>
                <a:lnTo>
                  <a:pt x="6594800" y="454659"/>
                </a:lnTo>
                <a:lnTo>
                  <a:pt x="6594800" y="63499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FF6DA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9" name="object 39">
            <a:extLst xmlns:a="http://schemas.openxmlformats.org/drawingml/2006/main">
              <a:ext uri="{FF2B5EF4-FFF2-40B4-BE49-F238E27FC236}">
                <a16:creationId xmlns:a16="http://schemas.microsoft.com/office/drawing/2014/main" id="{9B8CB617-D914-496B-8EC3-BD52BA42E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7382645"/>
            <a:ext cx="6595109" cy="518159"/>
          </a:xfrm>
          <a:custGeom xmlns:a="http://schemas.openxmlformats.org/drawingml/2006/main">
            <a:rect l="l" t="t" r="r" b="b"/>
            <a:pathLst>
              <a:path w="6595109" h="518159">
                <a:moveTo>
                  <a:pt x="63500" y="518159"/>
                </a:moveTo>
                <a:lnTo>
                  <a:pt x="6531300" y="518159"/>
                </a:lnTo>
                <a:lnTo>
                  <a:pt x="6556030" y="513174"/>
                </a:lnTo>
                <a:lnTo>
                  <a:pt x="6576213" y="499573"/>
                </a:lnTo>
                <a:lnTo>
                  <a:pt x="6589814" y="479390"/>
                </a:lnTo>
                <a:lnTo>
                  <a:pt x="6594800" y="454659"/>
                </a:lnTo>
                <a:lnTo>
                  <a:pt x="6594800" y="63499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499"/>
                </a:lnTo>
                <a:lnTo>
                  <a:pt x="0" y="454659"/>
                </a:lnTo>
                <a:lnTo>
                  <a:pt x="4985" y="479390"/>
                </a:lnTo>
                <a:lnTo>
                  <a:pt x="18586" y="499573"/>
                </a:lnTo>
                <a:lnTo>
                  <a:pt x="38769" y="513174"/>
                </a:lnTo>
                <a:lnTo>
                  <a:pt x="63500" y="518159"/>
                </a:lnTo>
                <a:close/>
              </a:path>
            </a:pathLst>
          </a:custGeom>
          <a:ln xmlns:a="http://schemas.openxmlformats.org/drawingml/2006/main" w="6349">
            <a:solidFill>
              <a:srgbClr val="D88300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0" name="object 40">
            <a:extLst xmlns:a="http://schemas.openxmlformats.org/drawingml/2006/main">
              <a:ext uri="{FF2B5EF4-FFF2-40B4-BE49-F238E27FC236}">
                <a16:creationId xmlns:a16="http://schemas.microsoft.com/office/drawing/2014/main" id="{77D70C3D-4157-4913-AFAA-252035450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7382645"/>
            <a:ext cx="63500" cy="518159"/>
          </a:xfrm>
          <a:custGeom xmlns:a="http://schemas.openxmlformats.org/drawingml/2006/main">
            <a:rect l="l" t="t" r="r" b="b"/>
            <a:pathLst>
              <a:path w="63500" h="518159">
                <a:moveTo>
                  <a:pt x="63500" y="0"/>
                </a:moveTo>
                <a:lnTo>
                  <a:pt x="0" y="0"/>
                </a:lnTo>
                <a:lnTo>
                  <a:pt x="0" y="518159"/>
                </a:lnTo>
                <a:lnTo>
                  <a:pt x="63500" y="518159"/>
                </a:lnTo>
                <a:lnTo>
                  <a:pt x="63500" y="0"/>
                </a:lnTo>
                <a:close/>
              </a:path>
            </a:pathLst>
          </a:custGeom>
          <a:solidFill xmlns:a="http://schemas.openxmlformats.org/drawingml/2006/main">
            <a:srgbClr val="D88300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1" name="object 41">
            <a:extLst xmlns:a="http://schemas.openxmlformats.org/drawingml/2006/main">
              <a:ext uri="{FF2B5EF4-FFF2-40B4-BE49-F238E27FC236}">
                <a16:creationId xmlns:a16="http://schemas.microsoft.com/office/drawing/2014/main" id="{5547B352-C34C-4A95-A894-4613425BB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512" y="7443358"/>
            <a:ext cx="6494145" cy="33147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27940" rIns="0" bIns="0">
            <a:spAutoFit/>
          </a:bodyPr>
          <a:lstStyle xmlns:a="http://schemas.openxmlformats.org/drawingml/2006/main"/>
          <a:p xmlns:a="http://schemas.openxmlformats.org/drawingml/2006/main">
            <a:pPr marL="128270">
              <a:lnSpc>
                <a:spcPct val="100000"/>
              </a:lnSpc>
              <a:spcBef>
                <a:spcPts val="220"/>
              </a:spcBef>
              <a:buNone/>
            </a:pPr>
            <a:r>
              <a:rPr sz="10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Email </a:t>
            </a:r>
            <a:r>
              <a:rPr sz="10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safety</a:t>
            </a:r>
            <a:endParaRPr sz="1000">
              <a:latin typeface="Arial"/>
              <a:ea typeface="Arial"/>
              <a:cs typeface="Arial"/>
            </a:endParaRPr>
          </a:p>
          <a:p xmlns:a="http://schemas.openxmlformats.org/drawingml/2006/main">
            <a:pPr marL="128270">
              <a:lnSpc>
                <a:spcPct val="100000"/>
              </a:lnSpc>
              <a:spcBef>
                <a:spcPts val="120"/>
              </a:spcBef>
              <a:buNone/>
            </a:pP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Confirm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sender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and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document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context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before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opening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review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link.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Report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unexpected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or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duplicate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requests.</a:t>
            </a:r>
            <a:endParaRPr sz="800">
              <a:latin typeface="Arial MT"/>
              <a:ea typeface="Arial MT"/>
              <a:cs typeface="Arial MT"/>
            </a:endParaRPr>
          </a:p>
        </p:txBody>
      </p:sp>
      <p:sp>
        <p:nvSpPr>
          <p:cNvPr id="42" name="object 42">
            <a:extLst xmlns:a="http://schemas.openxmlformats.org/drawingml/2006/main">
              <a:ext uri="{FF2B5EF4-FFF2-40B4-BE49-F238E27FC236}">
                <a16:creationId xmlns:a16="http://schemas.microsoft.com/office/drawing/2014/main" id="{FF45B44B-0063-4E59-AB6B-0A491BB78D6C}"/>
              </a:ext>
            </a:extLst>
          </p:cNvPr>
          <p:cNvSpPr>
            <a:spLocks xmlns:a="http://schemas.openxmlformats.org/drawingml/2006/main" noGrp="1"/>
          </p:cNvSpPr>
          <p:nvPr>
            <p:ph type="ft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6985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55"/>
              </a:spcBef>
              <a:buNone/>
            </a:pPr>
            <a:r>
              <a:t>Internal</a:t>
            </a:r>
            <a:r>
              <a:t> </a:t>
            </a:r>
            <a:r>
              <a:t>user</a:t>
            </a:r>
            <a:r>
              <a:t> </a:t>
            </a:r>
            <a:r>
              <a:t>guide</a:t>
            </a:r>
            <a:r>
              <a:t> </a:t>
            </a:r>
            <a:r>
              <a:t>-</a:t>
            </a:r>
            <a:r>
              <a:t> </a:t>
            </a:r>
            <a:r>
              <a:t>controlled</a:t>
            </a:r>
            <a:r>
              <a:t> </a:t>
            </a:r>
            <a:r>
              <a:t>copy</a:t>
            </a:r>
            <a:r>
              <a:t> </a:t>
            </a:r>
            <a:r>
              <a:t>when</a:t>
            </a:r>
            <a:r>
              <a:t> </a:t>
            </a:r>
            <a:r>
              <a:t>viewed</a:t>
            </a:r>
            <a:r>
              <a:t> </a:t>
            </a:r>
            <a:r>
              <a:t>in</a:t>
            </a:r>
            <a:r>
              <a:t> </a:t>
            </a:r>
            <a:r>
              <a:t>the</a:t>
            </a:r>
            <a:r>
              <a:t> </a:t>
            </a:r>
            <a:r>
              <a:t>DMS</a:t>
            </a:r>
            <a:r>
              <a:t> </a:t>
            </a:r>
            <a:r>
              <a:t>portal</a:t>
            </a:r>
          </a:p>
        </p:txBody>
      </p:sp>
      <p:sp>
        <p:nvSpPr>
          <p:cNvPr id="43" name="object 43">
            <a:extLst xmlns:a="http://schemas.openxmlformats.org/drawingml/2006/main">
              <a:ext uri="{FF2B5EF4-FFF2-40B4-BE49-F238E27FC236}">
                <a16:creationId xmlns:a16="http://schemas.microsoft.com/office/drawing/2014/main" id="{ECDF68AB-8BB7-462B-9A5E-86209075093C}"/>
              </a:ext>
            </a:extLst>
          </p:cNvPr>
          <p:cNvSpPr>
            <a:spLocks xmlns:a="http://schemas.openxmlformats.org/drawingml/2006/main" noGrp="1"/>
          </p:cNvSpPr>
          <p:nvPr>
            <p:ph type="dt" idx="6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6985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55"/>
              </a:spcBef>
              <a:buNone/>
            </a:pPr>
            <a:r>
              <a:t>Smart</a:t>
            </a:r>
            <a:r>
              <a:t> </a:t>
            </a:r>
            <a:r>
              <a:t>DMS</a:t>
            </a:r>
            <a:r>
              <a:t> </a:t>
            </a:r>
            <a:r>
              <a:t>v2.0.0</a:t>
            </a:r>
          </a:p>
        </p:txBody>
      </p:sp>
    </p:spTree>
    <p:extLst>
      <p:ext uri="{BB962C8B-B14F-4D97-AF65-F5344CB8AC3E}">
        <p14:creationId xmlns:p14="http://schemas.microsoft.com/office/powerpoint/2010/main" val="1241259430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object 2">
            <a:extLst xmlns:a="http://schemas.openxmlformats.org/drawingml/2006/main">
              <a:ext uri="{FF2B5EF4-FFF2-40B4-BE49-F238E27FC236}">
                <a16:creationId xmlns:a16="http://schemas.microsoft.com/office/drawing/2014/main" id="{D2F55237-0C65-411D-9ADA-22A6D9EA2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9100" y="156971"/>
            <a:ext cx="1671955" cy="330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065" rIns="0" bIns="0">
            <a:spAutoFit/>
          </a:bodyPr>
          <a:lstStyle xmlns:a="http://schemas.openxmlformats.org/drawingml/2006/main"/>
          <a:p xmlns:a="http://schemas.openxmlformats.org/drawingml/2006/main">
            <a:pPr marL="12700" marR="5080">
              <a:lnSpc>
                <a:spcPct val="153800"/>
              </a:lnSpc>
              <a:spcBef>
                <a:spcPts val="95"/>
              </a:spcBef>
              <a:buNone/>
            </a:pP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ZF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Rane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Automotive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India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PVT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LTD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-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SGD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Smart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DMS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Portal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User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Manual</a:t>
            </a:r>
            <a:endParaRPr sz="650">
              <a:latin typeface="Arial MT"/>
              <a:ea typeface="Arial MT"/>
              <a:cs typeface="Arial MT"/>
            </a:endParaRPr>
          </a:p>
        </p:txBody>
      </p:sp>
      <p:graphicFrame>
        <p:nvGraphicFramePr>
          <p:cNvPr id="51" name="object 3"/>
          <p:cNvGraphicFramePr/>
          <p:nvPr/>
        </p:nvGraphicFramePr>
        <p:xfrm>
          <a:off xmlns:a="http://schemas.openxmlformats.org/drawingml/2006/main" x="4178625" y="161924"/>
          <a:ext xmlns:a="http://schemas.openxmlformats.org/drawingml/2006/main" cx="2978150" cy="444500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47800"/>
                <a:gridCol w="1447800"/>
              </a:tblGrid>
              <a:tr h="222250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50"/>
                        </a:spcBef>
                        <a:buNone/>
                      </a:pP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Document: DMS-UM-001</a:t>
                      </a:r>
                      <a:endParaRPr sz="6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985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50"/>
                        </a:spcBef>
                        <a:buNone/>
                      </a:pP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Revision: 1.3</a:t>
                      </a:r>
                      <a:endParaRPr sz="6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985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</a:tr>
              <a:tr h="222250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00"/>
                        </a:spcBef>
                        <a:buNone/>
                      </a:pP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Effective: 10-Aug-2026</a:t>
                      </a:r>
                      <a:endParaRPr sz="6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350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00"/>
                        </a:spcBef>
                        <a:buNone/>
                      </a:pP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Page: 13 of 27</a:t>
                      </a:r>
                      <a:endParaRPr sz="6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350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5" name="object 5">
            <a:extLst xmlns:a="http://schemas.openxmlformats.org/drawingml/2006/main">
              <a:ext uri="{FF2B5EF4-FFF2-40B4-BE49-F238E27FC236}">
                <a16:creationId xmlns:a16="http://schemas.microsoft.com/office/drawing/2014/main" id="{E5410BB3-8863-4A90-A3D1-5D867CF77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774699"/>
            <a:ext cx="7560309" cy="431800"/>
          </a:xfrm>
          <a:custGeom xmlns:a="http://schemas.openxmlformats.org/drawingml/2006/main">
            <a:rect l="l" t="t" r="r" b="b"/>
            <a:pathLst>
              <a:path w="7560309" h="431800">
                <a:moveTo>
                  <a:pt x="7560000" y="0"/>
                </a:moveTo>
                <a:lnTo>
                  <a:pt x="0" y="0"/>
                </a:lnTo>
                <a:lnTo>
                  <a:pt x="0" y="431800"/>
                </a:lnTo>
                <a:lnTo>
                  <a:pt x="7560000" y="431800"/>
                </a:lnTo>
                <a:lnTo>
                  <a:pt x="7560000" y="0"/>
                </a:lnTo>
                <a:close/>
              </a:path>
            </a:pathLst>
          </a:custGeom>
          <a:solidFill xmlns:a="http://schemas.openxmlformats.org/drawingml/2006/main">
            <a:srgbClr val="1A793A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object 6">
            <a:extLst xmlns:a="http://schemas.openxmlformats.org/drawingml/2006/main">
              <a:ext uri="{FF2B5EF4-FFF2-40B4-BE49-F238E27FC236}">
                <a16:creationId xmlns:a16="http://schemas.microsoft.com/office/drawing/2014/main" id="{413D6CA1-3699-447B-A82C-1AC5C3481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863599"/>
            <a:ext cx="533400" cy="254000"/>
          </a:xfrm>
          <a:custGeom xmlns:a="http://schemas.openxmlformats.org/drawingml/2006/main">
            <a:rect l="l" t="t" r="r" b="b"/>
            <a:pathLst>
              <a:path w="533400" h="254000">
                <a:moveTo>
                  <a:pt x="4699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190500"/>
                </a:lnTo>
                <a:lnTo>
                  <a:pt x="4985" y="215230"/>
                </a:lnTo>
                <a:lnTo>
                  <a:pt x="18586" y="235413"/>
                </a:lnTo>
                <a:lnTo>
                  <a:pt x="38769" y="249014"/>
                </a:lnTo>
                <a:lnTo>
                  <a:pt x="63500" y="254000"/>
                </a:lnTo>
                <a:lnTo>
                  <a:pt x="469900" y="254000"/>
                </a:lnTo>
                <a:lnTo>
                  <a:pt x="494630" y="249014"/>
                </a:lnTo>
                <a:lnTo>
                  <a:pt x="514813" y="235413"/>
                </a:lnTo>
                <a:lnTo>
                  <a:pt x="528414" y="215230"/>
                </a:lnTo>
                <a:lnTo>
                  <a:pt x="533400" y="190500"/>
                </a:lnTo>
                <a:lnTo>
                  <a:pt x="533400" y="63500"/>
                </a:lnTo>
                <a:lnTo>
                  <a:pt x="528414" y="38769"/>
                </a:lnTo>
                <a:lnTo>
                  <a:pt x="514813" y="18586"/>
                </a:lnTo>
                <a:lnTo>
                  <a:pt x="494630" y="4985"/>
                </a:lnTo>
                <a:lnTo>
                  <a:pt x="469900" y="0"/>
                </a:lnTo>
                <a:close/>
              </a:path>
            </a:pathLst>
          </a:custGeom>
          <a:solidFill xmlns:a="http://schemas.openxmlformats.org/drawingml/2006/main">
            <a:srgbClr val="F7B800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object 7">
            <a:extLst xmlns:a="http://schemas.openxmlformats.org/drawingml/2006/main">
              <a:ext uri="{FF2B5EF4-FFF2-40B4-BE49-F238E27FC236}">
                <a16:creationId xmlns:a16="http://schemas.microsoft.com/office/drawing/2014/main" id="{FDE42337-28CD-4F61-A172-0F53879F6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981" y="920750"/>
            <a:ext cx="167005" cy="1473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8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6.4</a:t>
            </a:r>
            <a:endParaRPr sz="800">
              <a:latin typeface="Arial"/>
              <a:ea typeface="Arial"/>
              <a:cs typeface="Arial"/>
            </a:endParaRPr>
          </a:p>
        </p:txBody>
      </p:sp>
      <p:sp>
        <p:nvSpPr>
          <p:cNvPr id="8" name="object 8">
            <a:extLst xmlns:a="http://schemas.openxmlformats.org/drawingml/2006/main">
              <a:ext uri="{FF2B5EF4-FFF2-40B4-BE49-F238E27FC236}">
                <a16:creationId xmlns:a16="http://schemas.microsoft.com/office/drawing/2014/main" id="{6A29C4A0-41CA-4474-8BAF-D4DD41C42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300" y="863600"/>
            <a:ext cx="2820035" cy="25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Complete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First-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Stage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Approval</a:t>
            </a:r>
            <a:endParaRPr sz="1500">
              <a:latin typeface="Arial"/>
              <a:ea typeface="Arial"/>
              <a:cs typeface="Arial"/>
            </a:endParaRPr>
          </a:p>
        </p:txBody>
      </p:sp>
      <p:sp>
        <p:nvSpPr>
          <p:cNvPr id="9" name="object 9">
            <a:extLst xmlns:a="http://schemas.openxmlformats.org/drawingml/2006/main">
              <a:ext uri="{FF2B5EF4-FFF2-40B4-BE49-F238E27FC236}">
                <a16:creationId xmlns:a16="http://schemas.microsoft.com/office/drawing/2014/main" id="{9EB8ED3C-99D2-49D2-A6CE-0BC2358CE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600" y="10298300"/>
            <a:ext cx="6595109" cy="0"/>
          </a:xfrm>
          <a:custGeom xmlns:a="http://schemas.openxmlformats.org/drawingml/2006/main">
            <a:rect l="l" t="t" r="r" b="b"/>
            <a:pathLst>
              <a:path w="6595109" h="0">
                <a:moveTo>
                  <a:pt x="0" y="0"/>
                </a:moveTo>
                <a:lnTo>
                  <a:pt x="6594800" y="0"/>
                </a:lnTo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object 10">
            <a:extLst xmlns:a="http://schemas.openxmlformats.org/drawingml/2006/main">
              <a:ext uri="{FF2B5EF4-FFF2-40B4-BE49-F238E27FC236}">
                <a16:creationId xmlns:a16="http://schemas.microsoft.com/office/drawing/2014/main" id="{25578A35-EAED-408C-B26A-BD66145CE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900" y="1358899"/>
            <a:ext cx="3608704" cy="15049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524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20"/>
              </a:spcBef>
              <a:buNone/>
            </a:pP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designated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L2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reviewer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verifies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document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and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selects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final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recipients.</a:t>
            </a:r>
            <a:endParaRPr sz="800">
              <a:latin typeface="Arial MT"/>
              <a:ea typeface="Arial MT"/>
              <a:cs typeface="Arial MT"/>
            </a:endParaRPr>
          </a:p>
        </p:txBody>
      </p:sp>
      <p:pic>
        <p:nvPicPr>
          <p:cNvPr id="58" name="object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e8567c6ff8f494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79425" y="1607184"/>
            <a:ext cx="6636075" cy="3585980"/>
          </a:xfrm>
          <a:prstGeom xmlns:a="http://schemas.openxmlformats.org/drawingml/2006/main" prst="rect">
            <a:avLst/>
          </a:prstGeom>
        </p:spPr>
      </p:pic>
      <p:sp>
        <p:nvSpPr>
          <p:cNvPr id="12" name="object 12">
            <a:extLst xmlns:a="http://schemas.openxmlformats.org/drawingml/2006/main">
              <a:ext uri="{FF2B5EF4-FFF2-40B4-BE49-F238E27FC236}">
                <a16:creationId xmlns:a16="http://schemas.microsoft.com/office/drawing/2014/main" id="{1FE53971-9200-44CD-9CB6-B781B7A90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1656" y="5205865"/>
            <a:ext cx="2616835" cy="14160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397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10"/>
              </a:spcBef>
              <a:buNone/>
            </a:pP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First-stage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request,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decision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controls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and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successful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handoff</a:t>
            </a:r>
            <a:endParaRPr sz="750">
              <a:latin typeface="Arial"/>
              <a:ea typeface="Arial"/>
              <a:cs typeface="Arial"/>
            </a:endParaRPr>
          </a:p>
        </p:txBody>
      </p:sp>
      <p:sp>
        <p:nvSpPr>
          <p:cNvPr id="14" name="object 14">
            <a:extLst xmlns:a="http://schemas.openxmlformats.org/drawingml/2006/main">
              <a:ext uri="{FF2B5EF4-FFF2-40B4-BE49-F238E27FC236}">
                <a16:creationId xmlns:a16="http://schemas.microsoft.com/office/drawing/2014/main" id="{C382C63D-B953-4301-AF94-75EF4D6AE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5462405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object 15">
            <a:extLst xmlns:a="http://schemas.openxmlformats.org/drawingml/2006/main">
              <a:ext uri="{FF2B5EF4-FFF2-40B4-BE49-F238E27FC236}">
                <a16:creationId xmlns:a16="http://schemas.microsoft.com/office/drawing/2014/main" id="{B2B9A0CD-C8D0-4735-B087-B92324A16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5462405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3500" y="403860"/>
                </a:move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62" name="object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cf4a642fa73495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71500" y="5550035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17" name="object 17">
            <a:extLst xmlns:a="http://schemas.openxmlformats.org/drawingml/2006/main">
              <a:ext uri="{FF2B5EF4-FFF2-40B4-BE49-F238E27FC236}">
                <a16:creationId xmlns:a16="http://schemas.microsoft.com/office/drawing/2014/main" id="{30FDB23F-73D4-4CF6-8862-7B7285ED8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15" y="5577975"/>
            <a:ext cx="89535" cy="162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  <a:endParaRPr sz="900">
              <a:latin typeface="Arial"/>
              <a:ea typeface="Arial"/>
              <a:cs typeface="Arial"/>
            </a:endParaRPr>
          </a:p>
        </p:txBody>
      </p:sp>
      <p:sp>
        <p:nvSpPr>
          <p:cNvPr id="18" name="object 18">
            <a:extLst xmlns:a="http://schemas.openxmlformats.org/drawingml/2006/main">
              <a:ext uri="{FF2B5EF4-FFF2-40B4-BE49-F238E27FC236}">
                <a16:creationId xmlns:a16="http://schemas.microsoft.com/office/drawing/2014/main" id="{CE4995CF-DBD3-4D4C-8645-52EC3F1DF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495049"/>
            <a:ext cx="2961005" cy="3086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3175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250"/>
              </a:spcBef>
              <a:buNone/>
            </a:pP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Review the initial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email</a:t>
            </a:r>
            <a:endParaRPr sz="850">
              <a:latin typeface="Arial"/>
              <a:ea typeface="Arial"/>
              <a:cs typeface="Arial"/>
            </a:endParaRPr>
          </a:p>
          <a:p xmlns:a="http://schemas.openxmlformats.org/drawingml/2006/main">
            <a:pPr marL="12700">
              <a:lnSpc>
                <a:spcPct val="100000"/>
              </a:lnSpc>
              <a:spcBef>
                <a:spcPts val="150"/>
              </a:spcBef>
              <a:buNone/>
            </a:pP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Check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that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request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status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is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Pending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and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open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review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page.</a:t>
            </a:r>
            <a:endParaRPr sz="750">
              <a:latin typeface="Arial MT"/>
              <a:ea typeface="Arial MT"/>
              <a:cs typeface="Arial MT"/>
            </a:endParaRPr>
          </a:p>
        </p:txBody>
      </p:sp>
      <p:sp>
        <p:nvSpPr>
          <p:cNvPr id="20" name="object 20">
            <a:extLst xmlns:a="http://schemas.openxmlformats.org/drawingml/2006/main">
              <a:ext uri="{FF2B5EF4-FFF2-40B4-BE49-F238E27FC236}">
                <a16:creationId xmlns:a16="http://schemas.microsoft.com/office/drawing/2014/main" id="{29B156BD-1295-447A-A85E-808A0D68A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5942465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1" name="object 21">
            <a:extLst xmlns:a="http://schemas.openxmlformats.org/drawingml/2006/main">
              <a:ext uri="{FF2B5EF4-FFF2-40B4-BE49-F238E27FC236}">
                <a16:creationId xmlns:a16="http://schemas.microsoft.com/office/drawing/2014/main" id="{3F53A1F2-C455-4C3B-AD1D-1027C55A5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5942465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3500" y="403860"/>
                </a:move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67" name="object 2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cf4a642fa73495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71500" y="6030095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23" name="object 23">
            <a:extLst xmlns:a="http://schemas.openxmlformats.org/drawingml/2006/main">
              <a:ext uri="{FF2B5EF4-FFF2-40B4-BE49-F238E27FC236}">
                <a16:creationId xmlns:a16="http://schemas.microsoft.com/office/drawing/2014/main" id="{52D8C3E7-E5C0-4128-A66D-EAD7A8F02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15" y="6058035"/>
            <a:ext cx="89535" cy="162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  <a:endParaRPr sz="900">
              <a:latin typeface="Arial"/>
              <a:ea typeface="Arial"/>
              <a:cs typeface="Arial"/>
            </a:endParaRPr>
          </a:p>
        </p:txBody>
      </p:sp>
      <p:sp>
        <p:nvSpPr>
          <p:cNvPr id="24" name="object 24">
            <a:extLst xmlns:a="http://schemas.openxmlformats.org/drawingml/2006/main">
              <a:ext uri="{FF2B5EF4-FFF2-40B4-BE49-F238E27FC236}">
                <a16:creationId xmlns:a16="http://schemas.microsoft.com/office/drawing/2014/main" id="{B980BC84-B09A-4738-892C-F987DC3EC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975109"/>
            <a:ext cx="3825875" cy="3086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3175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250"/>
              </a:spcBef>
              <a:buNone/>
            </a:pP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Select final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recipients</a:t>
            </a:r>
            <a:endParaRPr sz="850">
              <a:latin typeface="Arial"/>
              <a:ea typeface="Arial"/>
              <a:cs typeface="Arial"/>
            </a:endParaRPr>
          </a:p>
          <a:p xmlns:a="http://schemas.openxmlformats.org/drawingml/2006/main">
            <a:pPr marL="12700">
              <a:lnSpc>
                <a:spcPct val="100000"/>
              </a:lnSpc>
              <a:spcBef>
                <a:spcPts val="150"/>
              </a:spcBef>
              <a:buNone/>
            </a:pP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Enter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approved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people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or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department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heads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who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should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receive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final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document.</a:t>
            </a:r>
            <a:endParaRPr sz="750">
              <a:latin typeface="Arial MT"/>
              <a:ea typeface="Arial MT"/>
              <a:cs typeface="Arial MT"/>
            </a:endParaRPr>
          </a:p>
        </p:txBody>
      </p:sp>
      <p:sp>
        <p:nvSpPr>
          <p:cNvPr id="26" name="object 26">
            <a:extLst xmlns:a="http://schemas.openxmlformats.org/drawingml/2006/main">
              <a:ext uri="{FF2B5EF4-FFF2-40B4-BE49-F238E27FC236}">
                <a16:creationId xmlns:a16="http://schemas.microsoft.com/office/drawing/2014/main" id="{3E89FE76-0F6E-4E2D-A3F7-799D05919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6422525"/>
            <a:ext cx="6595109" cy="403860"/>
          </a:xfrm>
          <a:custGeom xmlns:a="http://schemas.openxmlformats.org/drawingml/2006/main">
            <a:rect l="l" t="t" r="r" b="b"/>
            <a:pathLst>
              <a:path w="6595109" h="403859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7" name="object 27">
            <a:extLst xmlns:a="http://schemas.openxmlformats.org/drawingml/2006/main">
              <a:ext uri="{FF2B5EF4-FFF2-40B4-BE49-F238E27FC236}">
                <a16:creationId xmlns:a16="http://schemas.microsoft.com/office/drawing/2014/main" id="{0977FBBF-E977-46DC-BD46-D0EDE803D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6422525"/>
            <a:ext cx="6595109" cy="403860"/>
          </a:xfrm>
          <a:custGeom xmlns:a="http://schemas.openxmlformats.org/drawingml/2006/main">
            <a:rect l="l" t="t" r="r" b="b"/>
            <a:pathLst>
              <a:path w="6595109" h="403859">
                <a:moveTo>
                  <a:pt x="63500" y="403860"/>
                </a:move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72" name="object 2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cf4a642fa73495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71500" y="6510155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29" name="object 29">
            <a:extLst xmlns:a="http://schemas.openxmlformats.org/drawingml/2006/main">
              <a:ext uri="{FF2B5EF4-FFF2-40B4-BE49-F238E27FC236}">
                <a16:creationId xmlns:a16="http://schemas.microsoft.com/office/drawing/2014/main" id="{721D321C-324F-4373-9F17-AC284BE4C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15" y="6538095"/>
            <a:ext cx="89535" cy="162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  <a:endParaRPr sz="900">
              <a:latin typeface="Arial"/>
              <a:ea typeface="Arial"/>
              <a:cs typeface="Arial"/>
            </a:endParaRPr>
          </a:p>
        </p:txBody>
      </p:sp>
      <p:sp>
        <p:nvSpPr>
          <p:cNvPr id="30" name="object 30">
            <a:extLst xmlns:a="http://schemas.openxmlformats.org/drawingml/2006/main">
              <a:ext uri="{FF2B5EF4-FFF2-40B4-BE49-F238E27FC236}">
                <a16:creationId xmlns:a16="http://schemas.microsoft.com/office/drawing/2014/main" id="{8AAFE515-DDA2-49C3-BA09-CE54E00B9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455169"/>
            <a:ext cx="3553460" cy="3086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3175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250"/>
              </a:spcBef>
              <a:buNone/>
            </a:pP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Approve or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reject</a:t>
            </a:r>
            <a:endParaRPr sz="850">
              <a:latin typeface="Arial"/>
              <a:ea typeface="Arial"/>
              <a:cs typeface="Arial"/>
            </a:endParaRPr>
          </a:p>
          <a:p xmlns:a="http://schemas.openxmlformats.org/drawingml/2006/main">
            <a:pPr marL="12700">
              <a:lnSpc>
                <a:spcPct val="100000"/>
              </a:lnSpc>
              <a:spcBef>
                <a:spcPts val="150"/>
              </a:spcBef>
              <a:buNone/>
            </a:pP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Choose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Approve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first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stage,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or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add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specific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correction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comments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before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rejecting.</a:t>
            </a:r>
            <a:endParaRPr sz="750">
              <a:latin typeface="Arial MT"/>
              <a:ea typeface="Arial MT"/>
              <a:cs typeface="Arial MT"/>
            </a:endParaRPr>
          </a:p>
        </p:txBody>
      </p:sp>
      <p:sp>
        <p:nvSpPr>
          <p:cNvPr id="32" name="object 32">
            <a:extLst xmlns:a="http://schemas.openxmlformats.org/drawingml/2006/main">
              <a:ext uri="{FF2B5EF4-FFF2-40B4-BE49-F238E27FC236}">
                <a16:creationId xmlns:a16="http://schemas.microsoft.com/office/drawing/2014/main" id="{52CB4E1A-B6A5-4441-831D-26D427F29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6902585"/>
            <a:ext cx="6595109" cy="403860"/>
          </a:xfrm>
          <a:custGeom xmlns:a="http://schemas.openxmlformats.org/drawingml/2006/main">
            <a:rect l="l" t="t" r="r" b="b"/>
            <a:pathLst>
              <a:path w="6595109" h="403859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3" name="object 33">
            <a:extLst xmlns:a="http://schemas.openxmlformats.org/drawingml/2006/main">
              <a:ext uri="{FF2B5EF4-FFF2-40B4-BE49-F238E27FC236}">
                <a16:creationId xmlns:a16="http://schemas.microsoft.com/office/drawing/2014/main" id="{F8AD934D-D536-406B-BAB1-3E0A5F5C8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6902585"/>
            <a:ext cx="6595109" cy="403860"/>
          </a:xfrm>
          <a:custGeom xmlns:a="http://schemas.openxmlformats.org/drawingml/2006/main">
            <a:rect l="l" t="t" r="r" b="b"/>
            <a:pathLst>
              <a:path w="6595109" h="403859">
                <a:moveTo>
                  <a:pt x="63500" y="403860"/>
                </a:move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77" name="object 3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cf4a642fa73495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71500" y="6990215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35" name="object 35">
            <a:extLst xmlns:a="http://schemas.openxmlformats.org/drawingml/2006/main">
              <a:ext uri="{FF2B5EF4-FFF2-40B4-BE49-F238E27FC236}">
                <a16:creationId xmlns:a16="http://schemas.microsoft.com/office/drawing/2014/main" id="{DBE27366-D523-438A-B672-C15127198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15" y="7018155"/>
            <a:ext cx="89535" cy="162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  <a:endParaRPr sz="900">
              <a:latin typeface="Arial"/>
              <a:ea typeface="Arial"/>
              <a:cs typeface="Arial"/>
            </a:endParaRPr>
          </a:p>
        </p:txBody>
      </p:sp>
      <p:sp>
        <p:nvSpPr>
          <p:cNvPr id="36" name="object 36">
            <a:extLst xmlns:a="http://schemas.openxmlformats.org/drawingml/2006/main">
              <a:ext uri="{FF2B5EF4-FFF2-40B4-BE49-F238E27FC236}">
                <a16:creationId xmlns:a16="http://schemas.microsoft.com/office/drawing/2014/main" id="{18BA6DAA-D2D8-42FC-A7DA-C22ECC857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935229"/>
            <a:ext cx="3107690" cy="3086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3175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250"/>
              </a:spcBef>
              <a:buNone/>
            </a:pP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Confirm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the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handoff</a:t>
            </a:r>
            <a:endParaRPr sz="850">
              <a:latin typeface="Arial"/>
              <a:ea typeface="Arial"/>
              <a:cs typeface="Arial"/>
            </a:endParaRPr>
          </a:p>
          <a:p xmlns:a="http://schemas.openxmlformats.org/drawingml/2006/main">
            <a:pPr marL="12700">
              <a:lnSpc>
                <a:spcPct val="100000"/>
              </a:lnSpc>
              <a:spcBef>
                <a:spcPts val="150"/>
              </a:spcBef>
              <a:buNone/>
            </a:pP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successful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first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approval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changes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item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to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Pending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Final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Approval.</a:t>
            </a:r>
            <a:endParaRPr sz="750">
              <a:latin typeface="Arial MT"/>
              <a:ea typeface="Arial MT"/>
              <a:cs typeface="Arial MT"/>
            </a:endParaRPr>
          </a:p>
        </p:txBody>
      </p:sp>
      <p:sp>
        <p:nvSpPr>
          <p:cNvPr id="38" name="object 38">
            <a:extLst xmlns:a="http://schemas.openxmlformats.org/drawingml/2006/main">
              <a:ext uri="{FF2B5EF4-FFF2-40B4-BE49-F238E27FC236}">
                <a16:creationId xmlns:a16="http://schemas.microsoft.com/office/drawing/2014/main" id="{39C8A4F4-CCC4-4F9B-AEB4-15B6B3574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7382645"/>
            <a:ext cx="6595109" cy="518159"/>
          </a:xfrm>
          <a:custGeom xmlns:a="http://schemas.openxmlformats.org/drawingml/2006/main">
            <a:rect l="l" t="t" r="r" b="b"/>
            <a:pathLst>
              <a:path w="6595109" h="518159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499"/>
                </a:lnTo>
                <a:lnTo>
                  <a:pt x="0" y="454659"/>
                </a:lnTo>
                <a:lnTo>
                  <a:pt x="4985" y="479390"/>
                </a:lnTo>
                <a:lnTo>
                  <a:pt x="18586" y="499573"/>
                </a:lnTo>
                <a:lnTo>
                  <a:pt x="38769" y="513174"/>
                </a:lnTo>
                <a:lnTo>
                  <a:pt x="63500" y="518159"/>
                </a:lnTo>
                <a:lnTo>
                  <a:pt x="6531300" y="518159"/>
                </a:lnTo>
                <a:lnTo>
                  <a:pt x="6556030" y="513174"/>
                </a:lnTo>
                <a:lnTo>
                  <a:pt x="6576213" y="499573"/>
                </a:lnTo>
                <a:lnTo>
                  <a:pt x="6589814" y="479390"/>
                </a:lnTo>
                <a:lnTo>
                  <a:pt x="6594800" y="454659"/>
                </a:lnTo>
                <a:lnTo>
                  <a:pt x="6594800" y="63499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E9F2F9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9" name="object 39">
            <a:extLst xmlns:a="http://schemas.openxmlformats.org/drawingml/2006/main">
              <a:ext uri="{FF2B5EF4-FFF2-40B4-BE49-F238E27FC236}">
                <a16:creationId xmlns:a16="http://schemas.microsoft.com/office/drawing/2014/main" id="{F5F7F541-40E4-41BD-B2D1-D52DFCC37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7382645"/>
            <a:ext cx="6595109" cy="518159"/>
          </a:xfrm>
          <a:custGeom xmlns:a="http://schemas.openxmlformats.org/drawingml/2006/main">
            <a:rect l="l" t="t" r="r" b="b"/>
            <a:pathLst>
              <a:path w="6595109" h="518159">
                <a:moveTo>
                  <a:pt x="63500" y="518159"/>
                </a:moveTo>
                <a:lnTo>
                  <a:pt x="6531300" y="518159"/>
                </a:lnTo>
                <a:lnTo>
                  <a:pt x="6556030" y="513174"/>
                </a:lnTo>
                <a:lnTo>
                  <a:pt x="6576213" y="499573"/>
                </a:lnTo>
                <a:lnTo>
                  <a:pt x="6589814" y="479390"/>
                </a:lnTo>
                <a:lnTo>
                  <a:pt x="6594800" y="454659"/>
                </a:lnTo>
                <a:lnTo>
                  <a:pt x="6594800" y="63499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499"/>
                </a:lnTo>
                <a:lnTo>
                  <a:pt x="0" y="454659"/>
                </a:lnTo>
                <a:lnTo>
                  <a:pt x="4985" y="479390"/>
                </a:lnTo>
                <a:lnTo>
                  <a:pt x="18586" y="499573"/>
                </a:lnTo>
                <a:lnTo>
                  <a:pt x="38769" y="513174"/>
                </a:lnTo>
                <a:lnTo>
                  <a:pt x="63500" y="518159"/>
                </a:lnTo>
                <a:close/>
              </a:path>
            </a:pathLst>
          </a:custGeom>
          <a:ln xmlns:a="http://schemas.openxmlformats.org/drawingml/2006/main" w="6349">
            <a:solidFill>
              <a:srgbClr val="0877B8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0" name="object 40">
            <a:extLst xmlns:a="http://schemas.openxmlformats.org/drawingml/2006/main">
              <a:ext uri="{FF2B5EF4-FFF2-40B4-BE49-F238E27FC236}">
                <a16:creationId xmlns:a16="http://schemas.microsoft.com/office/drawing/2014/main" id="{0A5CA866-744A-4A33-ADC4-038A8F2D4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7382645"/>
            <a:ext cx="63500" cy="518159"/>
          </a:xfrm>
          <a:custGeom xmlns:a="http://schemas.openxmlformats.org/drawingml/2006/main">
            <a:rect l="l" t="t" r="r" b="b"/>
            <a:pathLst>
              <a:path w="63500" h="518159">
                <a:moveTo>
                  <a:pt x="63500" y="0"/>
                </a:moveTo>
                <a:lnTo>
                  <a:pt x="0" y="0"/>
                </a:lnTo>
                <a:lnTo>
                  <a:pt x="0" y="518159"/>
                </a:lnTo>
                <a:lnTo>
                  <a:pt x="63500" y="518159"/>
                </a:lnTo>
                <a:lnTo>
                  <a:pt x="63500" y="0"/>
                </a:lnTo>
                <a:close/>
              </a:path>
            </a:pathLst>
          </a:custGeom>
          <a:solidFill xmlns:a="http://schemas.openxmlformats.org/drawingml/2006/main">
            <a:srgbClr val="0877B8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1" name="object 41">
            <a:extLst xmlns:a="http://schemas.openxmlformats.org/drawingml/2006/main">
              <a:ext uri="{FF2B5EF4-FFF2-40B4-BE49-F238E27FC236}">
                <a16:creationId xmlns:a16="http://schemas.microsoft.com/office/drawing/2014/main" id="{0E685C5F-EDA7-41FC-B205-BFDAC71D2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512" y="7443358"/>
            <a:ext cx="6494145" cy="33147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27940" rIns="0" bIns="0">
            <a:spAutoFit/>
          </a:bodyPr>
          <a:lstStyle xmlns:a="http://schemas.openxmlformats.org/drawingml/2006/main"/>
          <a:p xmlns:a="http://schemas.openxmlformats.org/drawingml/2006/main">
            <a:pPr marL="128270">
              <a:lnSpc>
                <a:spcPct val="100000"/>
              </a:lnSpc>
              <a:spcBef>
                <a:spcPts val="220"/>
              </a:spcBef>
              <a:buNone/>
            </a:pPr>
            <a:r>
              <a:rPr sz="10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Recipient </a:t>
            </a:r>
            <a:r>
              <a:rPr sz="10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check</a:t>
            </a:r>
            <a:endParaRPr sz="1000">
              <a:latin typeface="Arial"/>
              <a:ea typeface="Arial"/>
              <a:cs typeface="Arial"/>
            </a:endParaRPr>
          </a:p>
          <a:p xmlns:a="http://schemas.openxmlformats.org/drawingml/2006/main">
            <a:pPr marL="128270">
              <a:lnSpc>
                <a:spcPct val="100000"/>
              </a:lnSpc>
              <a:spcBef>
                <a:spcPts val="120"/>
              </a:spcBef>
              <a:buNone/>
            </a:pP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Verify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recipient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addresses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before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approval.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Final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sharing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uses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recipients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selected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at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this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stage.</a:t>
            </a:r>
            <a:endParaRPr sz="800">
              <a:latin typeface="Arial MT"/>
              <a:ea typeface="Arial MT"/>
              <a:cs typeface="Arial MT"/>
            </a:endParaRPr>
          </a:p>
        </p:txBody>
      </p:sp>
      <p:sp>
        <p:nvSpPr>
          <p:cNvPr id="42" name="object 42">
            <a:extLst xmlns:a="http://schemas.openxmlformats.org/drawingml/2006/main">
              <a:ext uri="{FF2B5EF4-FFF2-40B4-BE49-F238E27FC236}">
                <a16:creationId xmlns:a16="http://schemas.microsoft.com/office/drawing/2014/main" id="{871F6CF5-485E-4041-8653-3FE96976F9AC}"/>
              </a:ext>
            </a:extLst>
          </p:cNvPr>
          <p:cNvSpPr>
            <a:spLocks xmlns:a="http://schemas.openxmlformats.org/drawingml/2006/main" noGrp="1"/>
          </p:cNvSpPr>
          <p:nvPr>
            <p:ph type="ft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6985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55"/>
              </a:spcBef>
              <a:buNone/>
            </a:pPr>
            <a:r>
              <a:t>Internal</a:t>
            </a:r>
            <a:r>
              <a:t> </a:t>
            </a:r>
            <a:r>
              <a:t>user</a:t>
            </a:r>
            <a:r>
              <a:t> </a:t>
            </a:r>
            <a:r>
              <a:t>guide</a:t>
            </a:r>
            <a:r>
              <a:t> </a:t>
            </a:r>
            <a:r>
              <a:t>-</a:t>
            </a:r>
            <a:r>
              <a:t> </a:t>
            </a:r>
            <a:r>
              <a:t>controlled</a:t>
            </a:r>
            <a:r>
              <a:t> </a:t>
            </a:r>
            <a:r>
              <a:t>copy</a:t>
            </a:r>
            <a:r>
              <a:t> </a:t>
            </a:r>
            <a:r>
              <a:t>when</a:t>
            </a:r>
            <a:r>
              <a:t> </a:t>
            </a:r>
            <a:r>
              <a:t>viewed</a:t>
            </a:r>
            <a:r>
              <a:t> </a:t>
            </a:r>
            <a:r>
              <a:t>in</a:t>
            </a:r>
            <a:r>
              <a:t> </a:t>
            </a:r>
            <a:r>
              <a:t>the</a:t>
            </a:r>
            <a:r>
              <a:t> </a:t>
            </a:r>
            <a:r>
              <a:t>DMS</a:t>
            </a:r>
            <a:r>
              <a:t> </a:t>
            </a:r>
            <a:r>
              <a:t>portal</a:t>
            </a:r>
          </a:p>
        </p:txBody>
      </p:sp>
      <p:sp>
        <p:nvSpPr>
          <p:cNvPr id="43" name="object 43">
            <a:extLst xmlns:a="http://schemas.openxmlformats.org/drawingml/2006/main">
              <a:ext uri="{FF2B5EF4-FFF2-40B4-BE49-F238E27FC236}">
                <a16:creationId xmlns:a16="http://schemas.microsoft.com/office/drawing/2014/main" id="{C8643EE2-11A3-48DD-AABB-E819426C569E}"/>
              </a:ext>
            </a:extLst>
          </p:cNvPr>
          <p:cNvSpPr>
            <a:spLocks xmlns:a="http://schemas.openxmlformats.org/drawingml/2006/main" noGrp="1"/>
          </p:cNvSpPr>
          <p:nvPr>
            <p:ph type="dt" idx="6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6985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55"/>
              </a:spcBef>
              <a:buNone/>
            </a:pPr>
            <a:r>
              <a:t>Smart</a:t>
            </a:r>
            <a:r>
              <a:t> </a:t>
            </a:r>
            <a:r>
              <a:t>DMS</a:t>
            </a:r>
            <a:r>
              <a:t> </a:t>
            </a:r>
            <a:r>
              <a:t>v2.0.0</a:t>
            </a:r>
          </a:p>
        </p:txBody>
      </p:sp>
    </p:spTree>
    <p:extLst>
      <p:ext uri="{BB962C8B-B14F-4D97-AF65-F5344CB8AC3E}">
        <p14:creationId xmlns:p14="http://schemas.microsoft.com/office/powerpoint/2010/main" val="290305123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object 2">
            <a:extLst xmlns:a="http://schemas.openxmlformats.org/drawingml/2006/main">
              <a:ext uri="{FF2B5EF4-FFF2-40B4-BE49-F238E27FC236}">
                <a16:creationId xmlns:a16="http://schemas.microsoft.com/office/drawing/2014/main" id="{49E58114-5968-46A9-A139-7DC4F62B4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9100" y="156971"/>
            <a:ext cx="1671955" cy="330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065" rIns="0" bIns="0">
            <a:spAutoFit/>
          </a:bodyPr>
          <a:lstStyle xmlns:a="http://schemas.openxmlformats.org/drawingml/2006/main"/>
          <a:p xmlns:a="http://schemas.openxmlformats.org/drawingml/2006/main">
            <a:pPr marL="12700" marR="5080">
              <a:lnSpc>
                <a:spcPct val="153800"/>
              </a:lnSpc>
              <a:spcBef>
                <a:spcPts val="95"/>
              </a:spcBef>
              <a:buNone/>
            </a:pP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ZF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Rane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Automotive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India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PVT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LTD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-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SGD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Smart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DMS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Portal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User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Manual</a:t>
            </a:r>
            <a:endParaRPr sz="650">
              <a:latin typeface="Arial MT"/>
              <a:ea typeface="Arial MT"/>
              <a:cs typeface="Arial MT"/>
            </a:endParaRPr>
          </a:p>
        </p:txBody>
      </p:sp>
      <p:graphicFrame>
        <p:nvGraphicFramePr>
          <p:cNvPr id="51" name="object 3"/>
          <p:cNvGraphicFramePr/>
          <p:nvPr/>
        </p:nvGraphicFramePr>
        <p:xfrm>
          <a:off xmlns:a="http://schemas.openxmlformats.org/drawingml/2006/main" x="4178625" y="161924"/>
          <a:ext xmlns:a="http://schemas.openxmlformats.org/drawingml/2006/main" cx="2978150" cy="444500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47800"/>
                <a:gridCol w="1447800"/>
              </a:tblGrid>
              <a:tr h="222250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50"/>
                        </a:spcBef>
                        <a:buNone/>
                      </a:pP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Document: DMS-UM-001</a:t>
                      </a:r>
                      <a:endParaRPr sz="6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985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50"/>
                        </a:spcBef>
                        <a:buNone/>
                      </a:pP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Revision: 1.3</a:t>
                      </a:r>
                      <a:endParaRPr sz="6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985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</a:tr>
              <a:tr h="222250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00"/>
                        </a:spcBef>
                        <a:buNone/>
                      </a:pP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Effective: 10-Aug-2026</a:t>
                      </a:r>
                      <a:endParaRPr sz="6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350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00"/>
                        </a:spcBef>
                        <a:buNone/>
                      </a:pP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Page: 14 of 27</a:t>
                      </a:r>
                      <a:endParaRPr sz="6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350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5" name="object 5">
            <a:extLst xmlns:a="http://schemas.openxmlformats.org/drawingml/2006/main">
              <a:ext uri="{FF2B5EF4-FFF2-40B4-BE49-F238E27FC236}">
                <a16:creationId xmlns:a16="http://schemas.microsoft.com/office/drawing/2014/main" id="{BAE764B9-9D73-463D-B4B0-8570EFDBC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774699"/>
            <a:ext cx="7560309" cy="431800"/>
          </a:xfrm>
          <a:custGeom xmlns:a="http://schemas.openxmlformats.org/drawingml/2006/main">
            <a:rect l="l" t="t" r="r" b="b"/>
            <a:pathLst>
              <a:path w="7560309" h="431800">
                <a:moveTo>
                  <a:pt x="7560000" y="0"/>
                </a:moveTo>
                <a:lnTo>
                  <a:pt x="0" y="0"/>
                </a:lnTo>
                <a:lnTo>
                  <a:pt x="0" y="431800"/>
                </a:lnTo>
                <a:lnTo>
                  <a:pt x="7560000" y="431800"/>
                </a:lnTo>
                <a:lnTo>
                  <a:pt x="7560000" y="0"/>
                </a:lnTo>
                <a:close/>
              </a:path>
            </a:pathLst>
          </a:custGeom>
          <a:solidFill xmlns:a="http://schemas.openxmlformats.org/drawingml/2006/main">
            <a:srgbClr val="0A346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object 6">
            <a:extLst xmlns:a="http://schemas.openxmlformats.org/drawingml/2006/main">
              <a:ext uri="{FF2B5EF4-FFF2-40B4-BE49-F238E27FC236}">
                <a16:creationId xmlns:a16="http://schemas.microsoft.com/office/drawing/2014/main" id="{BBFC068E-6BD1-4F11-9B1F-7AB27CE64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863599"/>
            <a:ext cx="533400" cy="254000"/>
          </a:xfrm>
          <a:custGeom xmlns:a="http://schemas.openxmlformats.org/drawingml/2006/main">
            <a:rect l="l" t="t" r="r" b="b"/>
            <a:pathLst>
              <a:path w="533400" h="254000">
                <a:moveTo>
                  <a:pt x="4699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190500"/>
                </a:lnTo>
                <a:lnTo>
                  <a:pt x="4985" y="215230"/>
                </a:lnTo>
                <a:lnTo>
                  <a:pt x="18586" y="235413"/>
                </a:lnTo>
                <a:lnTo>
                  <a:pt x="38769" y="249014"/>
                </a:lnTo>
                <a:lnTo>
                  <a:pt x="63500" y="254000"/>
                </a:lnTo>
                <a:lnTo>
                  <a:pt x="469900" y="254000"/>
                </a:lnTo>
                <a:lnTo>
                  <a:pt x="494630" y="249014"/>
                </a:lnTo>
                <a:lnTo>
                  <a:pt x="514813" y="235413"/>
                </a:lnTo>
                <a:lnTo>
                  <a:pt x="528414" y="215230"/>
                </a:lnTo>
                <a:lnTo>
                  <a:pt x="533400" y="190500"/>
                </a:lnTo>
                <a:lnTo>
                  <a:pt x="533400" y="63500"/>
                </a:lnTo>
                <a:lnTo>
                  <a:pt x="528414" y="38769"/>
                </a:lnTo>
                <a:lnTo>
                  <a:pt x="514813" y="18586"/>
                </a:lnTo>
                <a:lnTo>
                  <a:pt x="494630" y="4985"/>
                </a:lnTo>
                <a:lnTo>
                  <a:pt x="469900" y="0"/>
                </a:lnTo>
                <a:close/>
              </a:path>
            </a:pathLst>
          </a:custGeom>
          <a:solidFill xmlns:a="http://schemas.openxmlformats.org/drawingml/2006/main">
            <a:srgbClr val="F7B800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object 7">
            <a:extLst xmlns:a="http://schemas.openxmlformats.org/drawingml/2006/main">
              <a:ext uri="{FF2B5EF4-FFF2-40B4-BE49-F238E27FC236}">
                <a16:creationId xmlns:a16="http://schemas.microsoft.com/office/drawing/2014/main" id="{59F5D42C-0AAE-4848-8FBB-189AB82DE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981" y="920750"/>
            <a:ext cx="167005" cy="1473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8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6.5</a:t>
            </a:r>
            <a:endParaRPr sz="800">
              <a:latin typeface="Arial"/>
              <a:ea typeface="Arial"/>
              <a:cs typeface="Arial"/>
            </a:endParaRPr>
          </a:p>
        </p:txBody>
      </p:sp>
      <p:sp>
        <p:nvSpPr>
          <p:cNvPr id="8" name="object 8">
            <a:extLst xmlns:a="http://schemas.openxmlformats.org/drawingml/2006/main">
              <a:ext uri="{FF2B5EF4-FFF2-40B4-BE49-F238E27FC236}">
                <a16:creationId xmlns:a16="http://schemas.microsoft.com/office/drawing/2014/main" id="{FA10F251-45DB-4761-9E2D-01F194047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300" y="863600"/>
            <a:ext cx="3423285" cy="25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Complete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Final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Approval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and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Sharing</a:t>
            </a:r>
            <a:endParaRPr sz="1500">
              <a:latin typeface="Arial"/>
              <a:ea typeface="Arial"/>
              <a:cs typeface="Arial"/>
            </a:endParaRPr>
          </a:p>
        </p:txBody>
      </p:sp>
      <p:sp>
        <p:nvSpPr>
          <p:cNvPr id="9" name="object 9">
            <a:extLst xmlns:a="http://schemas.openxmlformats.org/drawingml/2006/main">
              <a:ext uri="{FF2B5EF4-FFF2-40B4-BE49-F238E27FC236}">
                <a16:creationId xmlns:a16="http://schemas.microsoft.com/office/drawing/2014/main" id="{90C7D198-5BBC-40BD-961B-2CCE95E0D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600" y="10298300"/>
            <a:ext cx="6595109" cy="0"/>
          </a:xfrm>
          <a:custGeom xmlns:a="http://schemas.openxmlformats.org/drawingml/2006/main">
            <a:rect l="l" t="t" r="r" b="b"/>
            <a:pathLst>
              <a:path w="6595109" h="0">
                <a:moveTo>
                  <a:pt x="0" y="0"/>
                </a:moveTo>
                <a:lnTo>
                  <a:pt x="6594800" y="0"/>
                </a:lnTo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object 10">
            <a:extLst xmlns:a="http://schemas.openxmlformats.org/drawingml/2006/main">
              <a:ext uri="{FF2B5EF4-FFF2-40B4-BE49-F238E27FC236}">
                <a16:creationId xmlns:a16="http://schemas.microsoft.com/office/drawing/2014/main" id="{069E8B6D-C590-41D3-AD23-23BF07898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900" y="1358899"/>
            <a:ext cx="3359785" cy="15049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524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20"/>
              </a:spcBef>
              <a:buNone/>
            </a:pP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L1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or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Admin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reviewer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makes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final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controlled-document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decision.</a:t>
            </a:r>
            <a:endParaRPr sz="800">
              <a:latin typeface="Arial MT"/>
              <a:ea typeface="Arial MT"/>
              <a:cs typeface="Arial MT"/>
            </a:endParaRPr>
          </a:p>
        </p:txBody>
      </p:sp>
      <p:pic>
        <p:nvPicPr>
          <p:cNvPr id="58" name="object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889518b706474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79425" y="1607184"/>
            <a:ext cx="6636075" cy="3585980"/>
          </a:xfrm>
          <a:prstGeom xmlns:a="http://schemas.openxmlformats.org/drawingml/2006/main" prst="rect">
            <a:avLst/>
          </a:prstGeom>
        </p:spPr>
      </p:pic>
      <p:sp>
        <p:nvSpPr>
          <p:cNvPr id="12" name="object 12">
            <a:extLst xmlns:a="http://schemas.openxmlformats.org/drawingml/2006/main">
              <a:ext uri="{FF2B5EF4-FFF2-40B4-BE49-F238E27FC236}">
                <a16:creationId xmlns:a16="http://schemas.microsoft.com/office/drawing/2014/main" id="{8262E6C6-6F89-482C-A880-50CFFD9B7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3077" y="5205865"/>
            <a:ext cx="3014345" cy="14160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397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10"/>
              </a:spcBef>
              <a:buNone/>
            </a:pP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Final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approval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request,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confirmation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and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shared-document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notification</a:t>
            </a:r>
            <a:endParaRPr sz="750">
              <a:latin typeface="Arial"/>
              <a:ea typeface="Arial"/>
              <a:cs typeface="Arial"/>
            </a:endParaRPr>
          </a:p>
        </p:txBody>
      </p:sp>
      <p:sp>
        <p:nvSpPr>
          <p:cNvPr id="14" name="object 14">
            <a:extLst xmlns:a="http://schemas.openxmlformats.org/drawingml/2006/main">
              <a:ext uri="{FF2B5EF4-FFF2-40B4-BE49-F238E27FC236}">
                <a16:creationId xmlns:a16="http://schemas.microsoft.com/office/drawing/2014/main" id="{2CC01A64-9BF0-46BA-8DC0-729E51944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5462405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object 15">
            <a:extLst xmlns:a="http://schemas.openxmlformats.org/drawingml/2006/main">
              <a:ext uri="{FF2B5EF4-FFF2-40B4-BE49-F238E27FC236}">
                <a16:creationId xmlns:a16="http://schemas.microsoft.com/office/drawing/2014/main" id="{EB6AB096-F435-4180-94D7-F276FDE3A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5462405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3500" y="403860"/>
                </a:move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62" name="object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ffc8575e1548d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71500" y="5550035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17" name="object 17">
            <a:extLst xmlns:a="http://schemas.openxmlformats.org/drawingml/2006/main">
              <a:ext uri="{FF2B5EF4-FFF2-40B4-BE49-F238E27FC236}">
                <a16:creationId xmlns:a16="http://schemas.microsoft.com/office/drawing/2014/main" id="{FE0C8E90-CD60-4E40-AF39-7246878D6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15" y="5577975"/>
            <a:ext cx="89535" cy="162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  <a:endParaRPr sz="900">
              <a:latin typeface="Arial"/>
              <a:ea typeface="Arial"/>
              <a:cs typeface="Arial"/>
            </a:endParaRPr>
          </a:p>
        </p:txBody>
      </p:sp>
      <p:sp>
        <p:nvSpPr>
          <p:cNvPr id="18" name="object 18">
            <a:extLst xmlns:a="http://schemas.openxmlformats.org/drawingml/2006/main">
              <a:ext uri="{FF2B5EF4-FFF2-40B4-BE49-F238E27FC236}">
                <a16:creationId xmlns:a16="http://schemas.microsoft.com/office/drawing/2014/main" id="{27BD5276-A12A-4CA7-9CD9-717DA8316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495049"/>
            <a:ext cx="1982470" cy="3086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3175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250"/>
              </a:spcBef>
              <a:buNone/>
            </a:pP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Open the final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request</a:t>
            </a:r>
            <a:endParaRPr sz="850">
              <a:latin typeface="Arial"/>
              <a:ea typeface="Arial"/>
              <a:cs typeface="Arial"/>
            </a:endParaRPr>
          </a:p>
          <a:p xmlns:a="http://schemas.openxmlformats.org/drawingml/2006/main">
            <a:pPr marL="12700">
              <a:lnSpc>
                <a:spcPct val="100000"/>
              </a:lnSpc>
              <a:spcBef>
                <a:spcPts val="150"/>
              </a:spcBef>
              <a:buNone/>
            </a:pP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Confirm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status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is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Pending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Final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Approval.</a:t>
            </a:r>
            <a:endParaRPr sz="750">
              <a:latin typeface="Arial MT"/>
              <a:ea typeface="Arial MT"/>
              <a:cs typeface="Arial MT"/>
            </a:endParaRPr>
          </a:p>
        </p:txBody>
      </p:sp>
      <p:sp>
        <p:nvSpPr>
          <p:cNvPr id="20" name="object 20">
            <a:extLst xmlns:a="http://schemas.openxmlformats.org/drawingml/2006/main">
              <a:ext uri="{FF2B5EF4-FFF2-40B4-BE49-F238E27FC236}">
                <a16:creationId xmlns:a16="http://schemas.microsoft.com/office/drawing/2014/main" id="{44CB28AF-47C1-4DBA-810F-788CE0410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5942465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1" name="object 21">
            <a:extLst xmlns:a="http://schemas.openxmlformats.org/drawingml/2006/main">
              <a:ext uri="{FF2B5EF4-FFF2-40B4-BE49-F238E27FC236}">
                <a16:creationId xmlns:a16="http://schemas.microsoft.com/office/drawing/2014/main" id="{6583B118-C9F4-4EB6-A49F-E92A639F0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5942465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3500" y="403860"/>
                </a:move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67" name="object 2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ffc8575e1548d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71500" y="6030095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23" name="object 23">
            <a:extLst xmlns:a="http://schemas.openxmlformats.org/drawingml/2006/main">
              <a:ext uri="{FF2B5EF4-FFF2-40B4-BE49-F238E27FC236}">
                <a16:creationId xmlns:a16="http://schemas.microsoft.com/office/drawing/2014/main" id="{16F40AD9-C174-4F49-89B5-D0F5932D4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15" y="6058035"/>
            <a:ext cx="89535" cy="162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  <a:endParaRPr sz="900">
              <a:latin typeface="Arial"/>
              <a:ea typeface="Arial"/>
              <a:cs typeface="Arial"/>
            </a:endParaRPr>
          </a:p>
        </p:txBody>
      </p:sp>
      <p:sp>
        <p:nvSpPr>
          <p:cNvPr id="24" name="object 24">
            <a:extLst xmlns:a="http://schemas.openxmlformats.org/drawingml/2006/main">
              <a:ext uri="{FF2B5EF4-FFF2-40B4-BE49-F238E27FC236}">
                <a16:creationId xmlns:a16="http://schemas.microsoft.com/office/drawing/2014/main" id="{FABAE102-853D-4FA3-8F84-1EB3AB2B9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975109"/>
            <a:ext cx="3498850" cy="3086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3175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250"/>
              </a:spcBef>
              <a:buNone/>
            </a:pP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Perform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the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final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review</a:t>
            </a:r>
            <a:endParaRPr sz="850">
              <a:latin typeface="Arial"/>
              <a:ea typeface="Arial"/>
              <a:cs typeface="Arial"/>
            </a:endParaRPr>
          </a:p>
          <a:p xmlns:a="http://schemas.openxmlformats.org/drawingml/2006/main">
            <a:pPr marL="12700">
              <a:lnSpc>
                <a:spcPct val="100000"/>
              </a:lnSpc>
              <a:spcBef>
                <a:spcPts val="150"/>
              </a:spcBef>
              <a:buNone/>
            </a:pP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Recheck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file,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metadata,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revision,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first-stage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decision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and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selected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recipients.</a:t>
            </a:r>
            <a:endParaRPr sz="750">
              <a:latin typeface="Arial MT"/>
              <a:ea typeface="Arial MT"/>
              <a:cs typeface="Arial MT"/>
            </a:endParaRPr>
          </a:p>
        </p:txBody>
      </p:sp>
      <p:sp>
        <p:nvSpPr>
          <p:cNvPr id="26" name="object 26">
            <a:extLst xmlns:a="http://schemas.openxmlformats.org/drawingml/2006/main">
              <a:ext uri="{FF2B5EF4-FFF2-40B4-BE49-F238E27FC236}">
                <a16:creationId xmlns:a16="http://schemas.microsoft.com/office/drawing/2014/main" id="{683759D6-7384-4C65-8797-21E5F4ECA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6422525"/>
            <a:ext cx="6595109" cy="403860"/>
          </a:xfrm>
          <a:custGeom xmlns:a="http://schemas.openxmlformats.org/drawingml/2006/main">
            <a:rect l="l" t="t" r="r" b="b"/>
            <a:pathLst>
              <a:path w="6595109" h="403859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7" name="object 27">
            <a:extLst xmlns:a="http://schemas.openxmlformats.org/drawingml/2006/main">
              <a:ext uri="{FF2B5EF4-FFF2-40B4-BE49-F238E27FC236}">
                <a16:creationId xmlns:a16="http://schemas.microsoft.com/office/drawing/2014/main" id="{2A3693A0-BF52-43DB-90C3-D6DB5D34C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6422525"/>
            <a:ext cx="6595109" cy="403860"/>
          </a:xfrm>
          <a:custGeom xmlns:a="http://schemas.openxmlformats.org/drawingml/2006/main">
            <a:rect l="l" t="t" r="r" b="b"/>
            <a:pathLst>
              <a:path w="6595109" h="403859">
                <a:moveTo>
                  <a:pt x="63500" y="403860"/>
                </a:move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72" name="object 2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ffc8575e1548d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71500" y="6510155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29" name="object 29">
            <a:extLst xmlns:a="http://schemas.openxmlformats.org/drawingml/2006/main">
              <a:ext uri="{FF2B5EF4-FFF2-40B4-BE49-F238E27FC236}">
                <a16:creationId xmlns:a16="http://schemas.microsoft.com/office/drawing/2014/main" id="{1061DB15-66BB-410B-95FF-0B345DE77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15" y="6538095"/>
            <a:ext cx="89535" cy="162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  <a:endParaRPr sz="900">
              <a:latin typeface="Arial"/>
              <a:ea typeface="Arial"/>
              <a:cs typeface="Arial"/>
            </a:endParaRPr>
          </a:p>
        </p:txBody>
      </p:sp>
      <p:sp>
        <p:nvSpPr>
          <p:cNvPr id="30" name="object 30">
            <a:extLst xmlns:a="http://schemas.openxmlformats.org/drawingml/2006/main">
              <a:ext uri="{FF2B5EF4-FFF2-40B4-BE49-F238E27FC236}">
                <a16:creationId xmlns:a16="http://schemas.microsoft.com/office/drawing/2014/main" id="{DB97076B-4908-43C7-92FC-9739C2BF5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455169"/>
            <a:ext cx="3346450" cy="3086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3175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250"/>
              </a:spcBef>
              <a:buNone/>
            </a:pP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Approve or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reject</a:t>
            </a:r>
            <a:endParaRPr sz="850">
              <a:latin typeface="Arial"/>
              <a:ea typeface="Arial"/>
              <a:cs typeface="Arial"/>
            </a:endParaRPr>
          </a:p>
          <a:p xmlns:a="http://schemas.openxmlformats.org/drawingml/2006/main">
            <a:pPr marL="12700">
              <a:lnSpc>
                <a:spcPct val="100000"/>
              </a:lnSpc>
              <a:spcBef>
                <a:spcPts val="150"/>
              </a:spcBef>
              <a:buNone/>
            </a:pP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Approve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to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publish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and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notify,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or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reject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with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mandatory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correction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comments.</a:t>
            </a:r>
            <a:endParaRPr sz="750">
              <a:latin typeface="Arial MT"/>
              <a:ea typeface="Arial MT"/>
              <a:cs typeface="Arial MT"/>
            </a:endParaRPr>
          </a:p>
        </p:txBody>
      </p:sp>
      <p:sp>
        <p:nvSpPr>
          <p:cNvPr id="32" name="object 32">
            <a:extLst xmlns:a="http://schemas.openxmlformats.org/drawingml/2006/main">
              <a:ext uri="{FF2B5EF4-FFF2-40B4-BE49-F238E27FC236}">
                <a16:creationId xmlns:a16="http://schemas.microsoft.com/office/drawing/2014/main" id="{5D951AD0-73F2-4369-88CC-804C2ADCE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6902585"/>
            <a:ext cx="6595109" cy="403860"/>
          </a:xfrm>
          <a:custGeom xmlns:a="http://schemas.openxmlformats.org/drawingml/2006/main">
            <a:rect l="l" t="t" r="r" b="b"/>
            <a:pathLst>
              <a:path w="6595109" h="403859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3" name="object 33">
            <a:extLst xmlns:a="http://schemas.openxmlformats.org/drawingml/2006/main">
              <a:ext uri="{FF2B5EF4-FFF2-40B4-BE49-F238E27FC236}">
                <a16:creationId xmlns:a16="http://schemas.microsoft.com/office/drawing/2014/main" id="{D3096CF1-34D4-440D-86B6-95EBFA668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6902585"/>
            <a:ext cx="6595109" cy="403860"/>
          </a:xfrm>
          <a:custGeom xmlns:a="http://schemas.openxmlformats.org/drawingml/2006/main">
            <a:rect l="l" t="t" r="r" b="b"/>
            <a:pathLst>
              <a:path w="6595109" h="403859">
                <a:moveTo>
                  <a:pt x="63500" y="403860"/>
                </a:move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77" name="object 3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ffc8575e1548d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71500" y="6990215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35" name="object 35">
            <a:extLst xmlns:a="http://schemas.openxmlformats.org/drawingml/2006/main">
              <a:ext uri="{FF2B5EF4-FFF2-40B4-BE49-F238E27FC236}">
                <a16:creationId xmlns:a16="http://schemas.microsoft.com/office/drawing/2014/main" id="{CA5AA2F2-D693-4640-BBDF-B3C9CD858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15" y="7018155"/>
            <a:ext cx="89535" cy="162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  <a:endParaRPr sz="900">
              <a:latin typeface="Arial"/>
              <a:ea typeface="Arial"/>
              <a:cs typeface="Arial"/>
            </a:endParaRPr>
          </a:p>
        </p:txBody>
      </p:sp>
      <p:sp>
        <p:nvSpPr>
          <p:cNvPr id="36" name="object 36">
            <a:extLst xmlns:a="http://schemas.openxmlformats.org/drawingml/2006/main">
              <a:ext uri="{FF2B5EF4-FFF2-40B4-BE49-F238E27FC236}">
                <a16:creationId xmlns:a16="http://schemas.microsoft.com/office/drawing/2014/main" id="{A7293854-E24E-4443-B451-37627FF2E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935229"/>
            <a:ext cx="3461385" cy="3086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3175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250"/>
              </a:spcBef>
              <a:buNone/>
            </a:pP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Confirm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communication</a:t>
            </a:r>
            <a:endParaRPr sz="850">
              <a:latin typeface="Arial"/>
              <a:ea typeface="Arial"/>
              <a:cs typeface="Arial"/>
            </a:endParaRPr>
          </a:p>
          <a:p xmlns:a="http://schemas.openxmlformats.org/drawingml/2006/main">
            <a:pPr marL="12700">
              <a:lnSpc>
                <a:spcPct val="100000"/>
              </a:lnSpc>
              <a:spcBef>
                <a:spcPts val="150"/>
              </a:spcBef>
              <a:buNone/>
            </a:pP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uploader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is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notified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and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approved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recipients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receive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final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sharing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email.</a:t>
            </a:r>
            <a:endParaRPr sz="750">
              <a:latin typeface="Arial MT"/>
              <a:ea typeface="Arial MT"/>
              <a:cs typeface="Arial MT"/>
            </a:endParaRPr>
          </a:p>
        </p:txBody>
      </p:sp>
      <p:sp>
        <p:nvSpPr>
          <p:cNvPr id="38" name="object 38">
            <a:extLst xmlns:a="http://schemas.openxmlformats.org/drawingml/2006/main">
              <a:ext uri="{FF2B5EF4-FFF2-40B4-BE49-F238E27FC236}">
                <a16:creationId xmlns:a16="http://schemas.microsoft.com/office/drawing/2014/main" id="{503D6BEB-2983-4D82-97EC-EA6F4CF2E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7382645"/>
            <a:ext cx="6595109" cy="518159"/>
          </a:xfrm>
          <a:custGeom xmlns:a="http://schemas.openxmlformats.org/drawingml/2006/main">
            <a:rect l="l" t="t" r="r" b="b"/>
            <a:pathLst>
              <a:path w="6595109" h="518159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499"/>
                </a:lnTo>
                <a:lnTo>
                  <a:pt x="0" y="454659"/>
                </a:lnTo>
                <a:lnTo>
                  <a:pt x="4985" y="479390"/>
                </a:lnTo>
                <a:lnTo>
                  <a:pt x="18586" y="499573"/>
                </a:lnTo>
                <a:lnTo>
                  <a:pt x="38769" y="513174"/>
                </a:lnTo>
                <a:lnTo>
                  <a:pt x="63500" y="518159"/>
                </a:lnTo>
                <a:lnTo>
                  <a:pt x="6531300" y="518159"/>
                </a:lnTo>
                <a:lnTo>
                  <a:pt x="6556030" y="513174"/>
                </a:lnTo>
                <a:lnTo>
                  <a:pt x="6576213" y="499573"/>
                </a:lnTo>
                <a:lnTo>
                  <a:pt x="6589814" y="479390"/>
                </a:lnTo>
                <a:lnTo>
                  <a:pt x="6594800" y="454659"/>
                </a:lnTo>
                <a:lnTo>
                  <a:pt x="6594800" y="63499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E9F6ED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9" name="object 39">
            <a:extLst xmlns:a="http://schemas.openxmlformats.org/drawingml/2006/main">
              <a:ext uri="{FF2B5EF4-FFF2-40B4-BE49-F238E27FC236}">
                <a16:creationId xmlns:a16="http://schemas.microsoft.com/office/drawing/2014/main" id="{B4BCFE32-95AF-45A0-8670-274FFA347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7382645"/>
            <a:ext cx="6595109" cy="518159"/>
          </a:xfrm>
          <a:custGeom xmlns:a="http://schemas.openxmlformats.org/drawingml/2006/main">
            <a:rect l="l" t="t" r="r" b="b"/>
            <a:pathLst>
              <a:path w="6595109" h="518159">
                <a:moveTo>
                  <a:pt x="63500" y="518159"/>
                </a:moveTo>
                <a:lnTo>
                  <a:pt x="6531300" y="518159"/>
                </a:lnTo>
                <a:lnTo>
                  <a:pt x="6556030" y="513174"/>
                </a:lnTo>
                <a:lnTo>
                  <a:pt x="6576213" y="499573"/>
                </a:lnTo>
                <a:lnTo>
                  <a:pt x="6589814" y="479390"/>
                </a:lnTo>
                <a:lnTo>
                  <a:pt x="6594800" y="454659"/>
                </a:lnTo>
                <a:lnTo>
                  <a:pt x="6594800" y="63499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499"/>
                </a:lnTo>
                <a:lnTo>
                  <a:pt x="0" y="454659"/>
                </a:lnTo>
                <a:lnTo>
                  <a:pt x="4985" y="479390"/>
                </a:lnTo>
                <a:lnTo>
                  <a:pt x="18586" y="499573"/>
                </a:lnTo>
                <a:lnTo>
                  <a:pt x="38769" y="513174"/>
                </a:lnTo>
                <a:lnTo>
                  <a:pt x="63500" y="518159"/>
                </a:lnTo>
                <a:close/>
              </a:path>
            </a:pathLst>
          </a:custGeom>
          <a:ln xmlns:a="http://schemas.openxmlformats.org/drawingml/2006/main" w="6349">
            <a:solidFill>
              <a:srgbClr val="1A793A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0" name="object 40">
            <a:extLst xmlns:a="http://schemas.openxmlformats.org/drawingml/2006/main">
              <a:ext uri="{FF2B5EF4-FFF2-40B4-BE49-F238E27FC236}">
                <a16:creationId xmlns:a16="http://schemas.microsoft.com/office/drawing/2014/main" id="{6E816D35-BAB7-4A1B-B945-F1BE33EC7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7382645"/>
            <a:ext cx="63500" cy="518159"/>
          </a:xfrm>
          <a:custGeom xmlns:a="http://schemas.openxmlformats.org/drawingml/2006/main">
            <a:rect l="l" t="t" r="r" b="b"/>
            <a:pathLst>
              <a:path w="63500" h="518159">
                <a:moveTo>
                  <a:pt x="63500" y="0"/>
                </a:moveTo>
                <a:lnTo>
                  <a:pt x="0" y="0"/>
                </a:lnTo>
                <a:lnTo>
                  <a:pt x="0" y="518159"/>
                </a:lnTo>
                <a:lnTo>
                  <a:pt x="63500" y="518159"/>
                </a:lnTo>
                <a:lnTo>
                  <a:pt x="63500" y="0"/>
                </a:lnTo>
                <a:close/>
              </a:path>
            </a:pathLst>
          </a:custGeom>
          <a:solidFill xmlns:a="http://schemas.openxmlformats.org/drawingml/2006/main">
            <a:srgbClr val="1A793A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1" name="object 41">
            <a:extLst xmlns:a="http://schemas.openxmlformats.org/drawingml/2006/main">
              <a:ext uri="{FF2B5EF4-FFF2-40B4-BE49-F238E27FC236}">
                <a16:creationId xmlns:a16="http://schemas.microsoft.com/office/drawing/2014/main" id="{B8DA3007-918F-49C7-A269-F19EC073F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512" y="7443358"/>
            <a:ext cx="6494145" cy="33147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27940" rIns="0" bIns="0">
            <a:spAutoFit/>
          </a:bodyPr>
          <a:lstStyle xmlns:a="http://schemas.openxmlformats.org/drawingml/2006/main"/>
          <a:p xmlns:a="http://schemas.openxmlformats.org/drawingml/2006/main">
            <a:pPr marL="128270">
              <a:lnSpc>
                <a:spcPct val="100000"/>
              </a:lnSpc>
              <a:spcBef>
                <a:spcPts val="220"/>
              </a:spcBef>
              <a:buNone/>
            </a:pPr>
            <a:r>
              <a:rPr sz="10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Completion</a:t>
            </a:r>
            <a:r>
              <a:rPr sz="10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 </a:t>
            </a:r>
            <a:r>
              <a:rPr sz="10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evidence</a:t>
            </a:r>
            <a:endParaRPr sz="1000">
              <a:latin typeface="Arial"/>
              <a:ea typeface="Arial"/>
              <a:cs typeface="Arial"/>
            </a:endParaRPr>
          </a:p>
          <a:p xmlns:a="http://schemas.openxmlformats.org/drawingml/2006/main">
            <a:pPr marL="128270">
              <a:lnSpc>
                <a:spcPct val="100000"/>
              </a:lnSpc>
              <a:spcBef>
                <a:spcPts val="120"/>
              </a:spcBef>
              <a:buNone/>
            </a:pP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Use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Track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Approvals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and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System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Log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for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workflow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evidence;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email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is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notification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and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not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system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of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record.</a:t>
            </a:r>
            <a:endParaRPr sz="800">
              <a:latin typeface="Arial MT"/>
              <a:ea typeface="Arial MT"/>
              <a:cs typeface="Arial MT"/>
            </a:endParaRPr>
          </a:p>
        </p:txBody>
      </p:sp>
      <p:sp>
        <p:nvSpPr>
          <p:cNvPr id="42" name="object 42">
            <a:extLst xmlns:a="http://schemas.openxmlformats.org/drawingml/2006/main">
              <a:ext uri="{FF2B5EF4-FFF2-40B4-BE49-F238E27FC236}">
                <a16:creationId xmlns:a16="http://schemas.microsoft.com/office/drawing/2014/main" id="{B4FD9128-F67D-42B6-A8F4-CA1D471D7911}"/>
              </a:ext>
            </a:extLst>
          </p:cNvPr>
          <p:cNvSpPr>
            <a:spLocks xmlns:a="http://schemas.openxmlformats.org/drawingml/2006/main" noGrp="1"/>
          </p:cNvSpPr>
          <p:nvPr>
            <p:ph type="ft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6985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55"/>
              </a:spcBef>
              <a:buNone/>
            </a:pPr>
            <a:r>
              <a:t>Internal</a:t>
            </a:r>
            <a:r>
              <a:t> </a:t>
            </a:r>
            <a:r>
              <a:t>user</a:t>
            </a:r>
            <a:r>
              <a:t> </a:t>
            </a:r>
            <a:r>
              <a:t>guide</a:t>
            </a:r>
            <a:r>
              <a:t> </a:t>
            </a:r>
            <a:r>
              <a:t>-</a:t>
            </a:r>
            <a:r>
              <a:t> </a:t>
            </a:r>
            <a:r>
              <a:t>controlled</a:t>
            </a:r>
            <a:r>
              <a:t> </a:t>
            </a:r>
            <a:r>
              <a:t>copy</a:t>
            </a:r>
            <a:r>
              <a:t> </a:t>
            </a:r>
            <a:r>
              <a:t>when</a:t>
            </a:r>
            <a:r>
              <a:t> </a:t>
            </a:r>
            <a:r>
              <a:t>viewed</a:t>
            </a:r>
            <a:r>
              <a:t> </a:t>
            </a:r>
            <a:r>
              <a:t>in</a:t>
            </a:r>
            <a:r>
              <a:t> </a:t>
            </a:r>
            <a:r>
              <a:t>the</a:t>
            </a:r>
            <a:r>
              <a:t> </a:t>
            </a:r>
            <a:r>
              <a:t>DMS</a:t>
            </a:r>
            <a:r>
              <a:t> </a:t>
            </a:r>
            <a:r>
              <a:t>portal</a:t>
            </a:r>
          </a:p>
        </p:txBody>
      </p:sp>
      <p:sp>
        <p:nvSpPr>
          <p:cNvPr id="43" name="object 43">
            <a:extLst xmlns:a="http://schemas.openxmlformats.org/drawingml/2006/main">
              <a:ext uri="{FF2B5EF4-FFF2-40B4-BE49-F238E27FC236}">
                <a16:creationId xmlns:a16="http://schemas.microsoft.com/office/drawing/2014/main" id="{3A615564-1DCF-44DA-B614-3D9E861DA362}"/>
              </a:ext>
            </a:extLst>
          </p:cNvPr>
          <p:cNvSpPr>
            <a:spLocks xmlns:a="http://schemas.openxmlformats.org/drawingml/2006/main" noGrp="1"/>
          </p:cNvSpPr>
          <p:nvPr>
            <p:ph type="dt" idx="6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6985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55"/>
              </a:spcBef>
              <a:buNone/>
            </a:pPr>
            <a:r>
              <a:t>Smart</a:t>
            </a:r>
            <a:r>
              <a:t> </a:t>
            </a:r>
            <a:r>
              <a:t>DMS</a:t>
            </a:r>
            <a:r>
              <a:t> </a:t>
            </a:r>
            <a:r>
              <a:t>v2.0.0</a:t>
            </a:r>
          </a:p>
        </p:txBody>
      </p:sp>
    </p:spTree>
    <p:extLst>
      <p:ext uri="{BB962C8B-B14F-4D97-AF65-F5344CB8AC3E}">
        <p14:creationId xmlns:p14="http://schemas.microsoft.com/office/powerpoint/2010/main" val="2107853129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object 2">
            <a:extLst xmlns:a="http://schemas.openxmlformats.org/drawingml/2006/main">
              <a:ext uri="{FF2B5EF4-FFF2-40B4-BE49-F238E27FC236}">
                <a16:creationId xmlns:a16="http://schemas.microsoft.com/office/drawing/2014/main" id="{768FFF3E-B7C7-4A2D-AA3E-318C1DEC3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9100" y="156971"/>
            <a:ext cx="1671955" cy="330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065" rIns="0" bIns="0">
            <a:spAutoFit/>
          </a:bodyPr>
          <a:lstStyle xmlns:a="http://schemas.openxmlformats.org/drawingml/2006/main"/>
          <a:p xmlns:a="http://schemas.openxmlformats.org/drawingml/2006/main">
            <a:pPr marL="12700" marR="5080">
              <a:lnSpc>
                <a:spcPct val="153800"/>
              </a:lnSpc>
              <a:spcBef>
                <a:spcPts val="95"/>
              </a:spcBef>
              <a:buNone/>
            </a:pP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ZF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Rane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Automotive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India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PVT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LTD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-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SGD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Smart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DMS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Portal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User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Manual</a:t>
            </a:r>
            <a:endParaRPr sz="650">
              <a:latin typeface="Arial MT"/>
              <a:ea typeface="Arial MT"/>
              <a:cs typeface="Arial MT"/>
            </a:endParaRPr>
          </a:p>
        </p:txBody>
      </p:sp>
      <p:graphicFrame>
        <p:nvGraphicFramePr>
          <p:cNvPr id="64" name="object 3"/>
          <p:cNvGraphicFramePr/>
          <p:nvPr/>
        </p:nvGraphicFramePr>
        <p:xfrm>
          <a:off xmlns:a="http://schemas.openxmlformats.org/drawingml/2006/main" x="4178625" y="161924"/>
          <a:ext xmlns:a="http://schemas.openxmlformats.org/drawingml/2006/main" cx="2978150" cy="444500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47800"/>
                <a:gridCol w="1447800"/>
              </a:tblGrid>
              <a:tr h="222250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50"/>
                        </a:spcBef>
                        <a:buNone/>
                      </a:pP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Document: DMS-UM-001</a:t>
                      </a:r>
                      <a:endParaRPr sz="6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985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50"/>
                        </a:spcBef>
                        <a:buNone/>
                      </a:pP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Revision: 1.3</a:t>
                      </a:r>
                      <a:endParaRPr sz="6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985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</a:tr>
              <a:tr h="222250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00"/>
                        </a:spcBef>
                        <a:buNone/>
                      </a:pP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Effective: 10-Aug-2026</a:t>
                      </a:r>
                      <a:endParaRPr sz="6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350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00"/>
                        </a:spcBef>
                        <a:buNone/>
                      </a:pP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Page: 15 of 27</a:t>
                      </a:r>
                      <a:endParaRPr sz="6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350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5" name="object 5">
            <a:extLst xmlns:a="http://schemas.openxmlformats.org/drawingml/2006/main">
              <a:ext uri="{FF2B5EF4-FFF2-40B4-BE49-F238E27FC236}">
                <a16:creationId xmlns:a16="http://schemas.microsoft.com/office/drawing/2014/main" id="{7840DFDD-9EEC-4373-BF4F-3FC65C0AA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774699"/>
            <a:ext cx="7560309" cy="431800"/>
          </a:xfrm>
          <a:custGeom xmlns:a="http://schemas.openxmlformats.org/drawingml/2006/main">
            <a:rect l="l" t="t" r="r" b="b"/>
            <a:pathLst>
              <a:path w="7560309" h="431800">
                <a:moveTo>
                  <a:pt x="7560000" y="0"/>
                </a:moveTo>
                <a:lnTo>
                  <a:pt x="0" y="0"/>
                </a:lnTo>
                <a:lnTo>
                  <a:pt x="0" y="431800"/>
                </a:lnTo>
                <a:lnTo>
                  <a:pt x="7560000" y="431800"/>
                </a:lnTo>
                <a:lnTo>
                  <a:pt x="7560000" y="0"/>
                </a:lnTo>
                <a:close/>
              </a:path>
            </a:pathLst>
          </a:custGeom>
          <a:solidFill xmlns:a="http://schemas.openxmlformats.org/drawingml/2006/main">
            <a:srgbClr val="1A793A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object 6">
            <a:extLst xmlns:a="http://schemas.openxmlformats.org/drawingml/2006/main">
              <a:ext uri="{FF2B5EF4-FFF2-40B4-BE49-F238E27FC236}">
                <a16:creationId xmlns:a16="http://schemas.microsoft.com/office/drawing/2014/main" id="{BE2EF193-A705-48AF-96AA-388FF2216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863599"/>
            <a:ext cx="533400" cy="254000"/>
          </a:xfrm>
          <a:custGeom xmlns:a="http://schemas.openxmlformats.org/drawingml/2006/main">
            <a:rect l="l" t="t" r="r" b="b"/>
            <a:pathLst>
              <a:path w="533400" h="254000">
                <a:moveTo>
                  <a:pt x="4699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190500"/>
                </a:lnTo>
                <a:lnTo>
                  <a:pt x="4985" y="215230"/>
                </a:lnTo>
                <a:lnTo>
                  <a:pt x="18586" y="235413"/>
                </a:lnTo>
                <a:lnTo>
                  <a:pt x="38769" y="249014"/>
                </a:lnTo>
                <a:lnTo>
                  <a:pt x="63500" y="254000"/>
                </a:lnTo>
                <a:lnTo>
                  <a:pt x="469900" y="254000"/>
                </a:lnTo>
                <a:lnTo>
                  <a:pt x="494630" y="249014"/>
                </a:lnTo>
                <a:lnTo>
                  <a:pt x="514813" y="235413"/>
                </a:lnTo>
                <a:lnTo>
                  <a:pt x="528414" y="215230"/>
                </a:lnTo>
                <a:lnTo>
                  <a:pt x="533400" y="190500"/>
                </a:lnTo>
                <a:lnTo>
                  <a:pt x="533400" y="63500"/>
                </a:lnTo>
                <a:lnTo>
                  <a:pt x="528414" y="38769"/>
                </a:lnTo>
                <a:lnTo>
                  <a:pt x="514813" y="18586"/>
                </a:lnTo>
                <a:lnTo>
                  <a:pt x="494630" y="4985"/>
                </a:lnTo>
                <a:lnTo>
                  <a:pt x="469900" y="0"/>
                </a:lnTo>
                <a:close/>
              </a:path>
            </a:pathLst>
          </a:custGeom>
          <a:solidFill xmlns:a="http://schemas.openxmlformats.org/drawingml/2006/main">
            <a:srgbClr val="F7B800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object 7">
            <a:extLst xmlns:a="http://schemas.openxmlformats.org/drawingml/2006/main">
              <a:ext uri="{FF2B5EF4-FFF2-40B4-BE49-F238E27FC236}">
                <a16:creationId xmlns:a16="http://schemas.microsoft.com/office/drawing/2014/main" id="{98EAC85B-50E5-4149-9722-BF8F7D3E4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981" y="920750"/>
            <a:ext cx="167005" cy="1473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8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6.6</a:t>
            </a:r>
            <a:endParaRPr sz="800">
              <a:latin typeface="Arial"/>
              <a:ea typeface="Arial"/>
              <a:cs typeface="Arial"/>
            </a:endParaRPr>
          </a:p>
        </p:txBody>
      </p:sp>
      <p:sp>
        <p:nvSpPr>
          <p:cNvPr id="8" name="object 8">
            <a:extLst xmlns:a="http://schemas.openxmlformats.org/drawingml/2006/main">
              <a:ext uri="{FF2B5EF4-FFF2-40B4-BE49-F238E27FC236}">
                <a16:creationId xmlns:a16="http://schemas.microsoft.com/office/drawing/2014/main" id="{0EEB1919-8114-4A22-941D-9DC66ED04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300" y="863600"/>
            <a:ext cx="3126740" cy="25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Complete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the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Two-Stage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Approval</a:t>
            </a:r>
            <a:endParaRPr sz="1500">
              <a:latin typeface="Arial"/>
              <a:ea typeface="Arial"/>
              <a:cs typeface="Arial"/>
            </a:endParaRPr>
          </a:p>
        </p:txBody>
      </p:sp>
      <p:sp>
        <p:nvSpPr>
          <p:cNvPr id="9" name="object 9">
            <a:extLst xmlns:a="http://schemas.openxmlformats.org/drawingml/2006/main">
              <a:ext uri="{FF2B5EF4-FFF2-40B4-BE49-F238E27FC236}">
                <a16:creationId xmlns:a16="http://schemas.microsoft.com/office/drawing/2014/main" id="{99AEEF1C-9A5B-456B-B996-8A4272A48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600" y="10298300"/>
            <a:ext cx="6595109" cy="0"/>
          </a:xfrm>
          <a:custGeom xmlns:a="http://schemas.openxmlformats.org/drawingml/2006/main">
            <a:rect l="l" t="t" r="r" b="b"/>
            <a:pathLst>
              <a:path w="6595109" h="0">
                <a:moveTo>
                  <a:pt x="0" y="0"/>
                </a:moveTo>
                <a:lnTo>
                  <a:pt x="6594800" y="0"/>
                </a:lnTo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object 10">
            <a:extLst xmlns:a="http://schemas.openxmlformats.org/drawingml/2006/main">
              <a:ext uri="{FF2B5EF4-FFF2-40B4-BE49-F238E27FC236}">
                <a16:creationId xmlns:a16="http://schemas.microsoft.com/office/drawing/2014/main" id="{1AF14063-D81A-46CD-B39C-D58C34EE1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900" y="1358899"/>
            <a:ext cx="3620770" cy="15049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524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20"/>
              </a:spcBef>
              <a:buNone/>
            </a:pP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Approval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responsibility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is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assigned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by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QMS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level,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independent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of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general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role.</a:t>
            </a:r>
            <a:endParaRPr sz="800">
              <a:latin typeface="Arial MT"/>
              <a:ea typeface="Arial MT"/>
              <a:cs typeface="Arial MT"/>
            </a:endParaRPr>
          </a:p>
        </p:txBody>
      </p:sp>
      <p:sp>
        <p:nvSpPr>
          <p:cNvPr id="12" name="object 12">
            <a:extLst xmlns:a="http://schemas.openxmlformats.org/drawingml/2006/main">
              <a:ext uri="{FF2B5EF4-FFF2-40B4-BE49-F238E27FC236}">
                <a16:creationId xmlns:a16="http://schemas.microsoft.com/office/drawing/2014/main" id="{D54DDD17-F36B-493B-A0A8-A26936B59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1737359"/>
            <a:ext cx="3208655" cy="3175000"/>
          </a:xfrm>
          <a:custGeom xmlns:a="http://schemas.openxmlformats.org/drawingml/2006/main">
            <a:rect l="l" t="t" r="r" b="b"/>
            <a:pathLst>
              <a:path w="3208654" h="3175000">
                <a:moveTo>
                  <a:pt x="3106900" y="0"/>
                </a:moveTo>
                <a:lnTo>
                  <a:pt x="101600" y="0"/>
                </a:lnTo>
                <a:lnTo>
                  <a:pt x="62030" y="7976"/>
                </a:lnTo>
                <a:lnTo>
                  <a:pt x="29738" y="29738"/>
                </a:lnTo>
                <a:lnTo>
                  <a:pt x="7976" y="62030"/>
                </a:lnTo>
                <a:lnTo>
                  <a:pt x="0" y="101600"/>
                </a:lnTo>
                <a:lnTo>
                  <a:pt x="0" y="3073399"/>
                </a:lnTo>
                <a:lnTo>
                  <a:pt x="7976" y="3112969"/>
                </a:lnTo>
                <a:lnTo>
                  <a:pt x="29738" y="3145261"/>
                </a:lnTo>
                <a:lnTo>
                  <a:pt x="62030" y="3167023"/>
                </a:lnTo>
                <a:lnTo>
                  <a:pt x="101600" y="3174999"/>
                </a:lnTo>
                <a:lnTo>
                  <a:pt x="3106900" y="3174999"/>
                </a:lnTo>
                <a:lnTo>
                  <a:pt x="3146469" y="3167023"/>
                </a:lnTo>
                <a:lnTo>
                  <a:pt x="3178761" y="3145261"/>
                </a:lnTo>
                <a:lnTo>
                  <a:pt x="3200523" y="3112969"/>
                </a:lnTo>
                <a:lnTo>
                  <a:pt x="3208500" y="3073399"/>
                </a:lnTo>
                <a:lnTo>
                  <a:pt x="3208500" y="101600"/>
                </a:lnTo>
                <a:lnTo>
                  <a:pt x="3200523" y="62030"/>
                </a:lnTo>
                <a:lnTo>
                  <a:pt x="3178761" y="29738"/>
                </a:lnTo>
                <a:lnTo>
                  <a:pt x="3146469" y="7976"/>
                </a:lnTo>
                <a:lnTo>
                  <a:pt x="3106900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object 13">
            <a:extLst xmlns:a="http://schemas.openxmlformats.org/drawingml/2006/main">
              <a:ext uri="{FF2B5EF4-FFF2-40B4-BE49-F238E27FC236}">
                <a16:creationId xmlns:a16="http://schemas.microsoft.com/office/drawing/2014/main" id="{CA3FF53C-5A6A-4C72-B739-4F440B39F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1737359"/>
            <a:ext cx="3208655" cy="3175000"/>
          </a:xfrm>
          <a:custGeom xmlns:a="http://schemas.openxmlformats.org/drawingml/2006/main">
            <a:rect l="l" t="t" r="r" b="b"/>
            <a:pathLst>
              <a:path w="3208654" h="3175000">
                <a:moveTo>
                  <a:pt x="101600" y="3174999"/>
                </a:moveTo>
                <a:lnTo>
                  <a:pt x="3106900" y="3174999"/>
                </a:lnTo>
                <a:lnTo>
                  <a:pt x="3146469" y="3167023"/>
                </a:lnTo>
                <a:lnTo>
                  <a:pt x="3178761" y="3145261"/>
                </a:lnTo>
                <a:lnTo>
                  <a:pt x="3200523" y="3112969"/>
                </a:lnTo>
                <a:lnTo>
                  <a:pt x="3208500" y="3073399"/>
                </a:lnTo>
                <a:lnTo>
                  <a:pt x="3208500" y="101600"/>
                </a:lnTo>
                <a:lnTo>
                  <a:pt x="3200523" y="62030"/>
                </a:lnTo>
                <a:lnTo>
                  <a:pt x="3178761" y="29738"/>
                </a:lnTo>
                <a:lnTo>
                  <a:pt x="3146469" y="7976"/>
                </a:lnTo>
                <a:lnTo>
                  <a:pt x="3106900" y="0"/>
                </a:lnTo>
                <a:lnTo>
                  <a:pt x="101600" y="0"/>
                </a:lnTo>
                <a:lnTo>
                  <a:pt x="62030" y="7976"/>
                </a:lnTo>
                <a:lnTo>
                  <a:pt x="29738" y="29738"/>
                </a:lnTo>
                <a:lnTo>
                  <a:pt x="7976" y="62030"/>
                </a:lnTo>
                <a:lnTo>
                  <a:pt x="0" y="101600"/>
                </a:lnTo>
                <a:lnTo>
                  <a:pt x="0" y="3073399"/>
                </a:lnTo>
                <a:lnTo>
                  <a:pt x="7976" y="3112969"/>
                </a:lnTo>
                <a:lnTo>
                  <a:pt x="29738" y="3145261"/>
                </a:lnTo>
                <a:lnTo>
                  <a:pt x="62030" y="3167023"/>
                </a:lnTo>
                <a:lnTo>
                  <a:pt x="101600" y="3174999"/>
                </a:lnTo>
                <a:close/>
              </a:path>
            </a:pathLst>
          </a:custGeom>
          <a:ln xmlns:a="http://schemas.openxmlformats.org/drawingml/2006/main" w="6350">
            <a:solidFill>
              <a:srgbClr val="1A793A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object 14">
            <a:extLst xmlns:a="http://schemas.openxmlformats.org/drawingml/2006/main">
              <a:ext uri="{FF2B5EF4-FFF2-40B4-BE49-F238E27FC236}">
                <a16:creationId xmlns:a16="http://schemas.microsoft.com/office/drawing/2014/main" id="{65B88E5E-AE48-4C35-8521-DAA5BCDBE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1737369"/>
            <a:ext cx="3208655" cy="406400"/>
          </a:xfrm>
          <a:custGeom xmlns:a="http://schemas.openxmlformats.org/drawingml/2006/main">
            <a:rect l="l" t="t" r="r" b="b"/>
            <a:pathLst>
              <a:path w="3208654" h="406400">
                <a:moveTo>
                  <a:pt x="3208490" y="101600"/>
                </a:moveTo>
                <a:lnTo>
                  <a:pt x="3200514" y="62026"/>
                </a:lnTo>
                <a:lnTo>
                  <a:pt x="3178759" y="29730"/>
                </a:lnTo>
                <a:lnTo>
                  <a:pt x="3146463" y="7975"/>
                </a:lnTo>
                <a:lnTo>
                  <a:pt x="3106890" y="0"/>
                </a:lnTo>
                <a:lnTo>
                  <a:pt x="101600" y="0"/>
                </a:lnTo>
                <a:lnTo>
                  <a:pt x="62026" y="7975"/>
                </a:lnTo>
                <a:lnTo>
                  <a:pt x="29730" y="29730"/>
                </a:lnTo>
                <a:lnTo>
                  <a:pt x="7975" y="62026"/>
                </a:lnTo>
                <a:lnTo>
                  <a:pt x="0" y="101600"/>
                </a:lnTo>
                <a:lnTo>
                  <a:pt x="0" y="304800"/>
                </a:lnTo>
                <a:lnTo>
                  <a:pt x="0" y="406400"/>
                </a:lnTo>
                <a:lnTo>
                  <a:pt x="101600" y="406400"/>
                </a:lnTo>
                <a:lnTo>
                  <a:pt x="3106890" y="406400"/>
                </a:lnTo>
                <a:lnTo>
                  <a:pt x="3208490" y="406400"/>
                </a:lnTo>
                <a:lnTo>
                  <a:pt x="3208490" y="304800"/>
                </a:lnTo>
                <a:lnTo>
                  <a:pt x="3208490" y="101600"/>
                </a:lnTo>
                <a:close/>
              </a:path>
            </a:pathLst>
          </a:custGeom>
          <a:solidFill xmlns:a="http://schemas.openxmlformats.org/drawingml/2006/main">
            <a:srgbClr val="1A793A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object 15">
            <a:extLst xmlns:a="http://schemas.openxmlformats.org/drawingml/2006/main">
              <a:ext uri="{FF2B5EF4-FFF2-40B4-BE49-F238E27FC236}">
                <a16:creationId xmlns:a16="http://schemas.microsoft.com/office/drawing/2014/main" id="{8B908E83-49AD-435A-9CAA-6FFC7A9DF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300" y="1864359"/>
            <a:ext cx="1366520" cy="177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1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L2</a:t>
            </a:r>
            <a:r>
              <a:rPr sz="1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1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- First-stage</a:t>
            </a:r>
            <a:r>
              <a:rPr sz="1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1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review</a:t>
            </a:r>
            <a:endParaRPr sz="1000">
              <a:latin typeface="Arial"/>
              <a:ea typeface="Arial"/>
              <a:cs typeface="Arial"/>
            </a:endParaRPr>
          </a:p>
        </p:txBody>
      </p:sp>
      <p:pic>
        <p:nvPicPr>
          <p:cNvPr id="75" name="object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f4db4a7fdf4cf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6900" y="2359659"/>
            <a:ext cx="203200" cy="203200"/>
          </a:xfrm>
          <a:prstGeom xmlns:a="http://schemas.openxmlformats.org/drawingml/2006/main" prst="rect">
            <a:avLst/>
          </a:prstGeom>
        </p:spPr>
      </p:pic>
      <p:sp>
        <p:nvSpPr>
          <p:cNvPr id="17" name="object 17">
            <a:extLst xmlns:a="http://schemas.openxmlformats.org/drawingml/2006/main">
              <a:ext uri="{FF2B5EF4-FFF2-40B4-BE49-F238E27FC236}">
                <a16:creationId xmlns:a16="http://schemas.microsoft.com/office/drawing/2014/main" id="{3CD2D872-71D2-4EAF-A729-BBC141B2F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79" y="2391409"/>
            <a:ext cx="74930" cy="1320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7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  <a:endParaRPr sz="700">
              <a:latin typeface="Arial"/>
              <a:ea typeface="Arial"/>
              <a:cs typeface="Arial"/>
            </a:endParaRPr>
          </a:p>
        </p:txBody>
      </p:sp>
      <p:sp>
        <p:nvSpPr>
          <p:cNvPr id="18" name="object 18">
            <a:extLst xmlns:a="http://schemas.openxmlformats.org/drawingml/2006/main">
              <a:ext uri="{FF2B5EF4-FFF2-40B4-BE49-F238E27FC236}">
                <a16:creationId xmlns:a16="http://schemas.microsoft.com/office/drawing/2014/main" id="{F96ACDF2-4461-487D-A084-A8E6B436D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600" y="2359660"/>
            <a:ext cx="2277110" cy="15049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524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20"/>
              </a:spcBef>
              <a:buNone/>
            </a:pP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Verify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document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accuracy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and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library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placement.</a:t>
            </a:r>
            <a:endParaRPr sz="800">
              <a:latin typeface="Arial MT"/>
              <a:ea typeface="Arial MT"/>
              <a:cs typeface="Arial MT"/>
            </a:endParaRPr>
          </a:p>
        </p:txBody>
      </p:sp>
      <p:pic>
        <p:nvPicPr>
          <p:cNvPr id="78" name="object 1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f4db4a7fdf4cf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6900" y="2623819"/>
            <a:ext cx="203200" cy="203200"/>
          </a:xfrm>
          <a:prstGeom xmlns:a="http://schemas.openxmlformats.org/drawingml/2006/main" prst="rect">
            <a:avLst/>
          </a:prstGeom>
        </p:spPr>
      </p:pic>
      <p:sp>
        <p:nvSpPr>
          <p:cNvPr id="20" name="object 20">
            <a:extLst xmlns:a="http://schemas.openxmlformats.org/drawingml/2006/main">
              <a:ext uri="{FF2B5EF4-FFF2-40B4-BE49-F238E27FC236}">
                <a16:creationId xmlns:a16="http://schemas.microsoft.com/office/drawing/2014/main" id="{35502674-AC45-41F7-A7DE-07BB187C3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79" y="2655569"/>
            <a:ext cx="74930" cy="1320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7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  <a:endParaRPr sz="700">
              <a:latin typeface="Arial"/>
              <a:ea typeface="Arial"/>
              <a:cs typeface="Arial"/>
            </a:endParaRPr>
          </a:p>
        </p:txBody>
      </p:sp>
      <p:sp>
        <p:nvSpPr>
          <p:cNvPr id="21" name="object 21">
            <a:extLst xmlns:a="http://schemas.openxmlformats.org/drawingml/2006/main">
              <a:ext uri="{FF2B5EF4-FFF2-40B4-BE49-F238E27FC236}">
                <a16:creationId xmlns:a16="http://schemas.microsoft.com/office/drawing/2014/main" id="{7F1142A0-35AD-41C3-8E08-73F82076D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600" y="2611627"/>
            <a:ext cx="2578735" cy="2997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065" rIns="0" bIns="0">
            <a:spAutoFit/>
          </a:bodyPr>
          <a:lstStyle xmlns:a="http://schemas.openxmlformats.org/drawingml/2006/main"/>
          <a:p xmlns:a="http://schemas.openxmlformats.org/drawingml/2006/main">
            <a:pPr marL="12700" marR="5080">
              <a:lnSpc>
                <a:spcPct val="112500"/>
              </a:lnSpc>
              <a:spcBef>
                <a:spcPts val="95"/>
              </a:spcBef>
              <a:buNone/>
            </a:pP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Choose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recipients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or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department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heads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who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should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receive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final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approved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document.</a:t>
            </a:r>
            <a:endParaRPr sz="800">
              <a:latin typeface="Arial MT"/>
              <a:ea typeface="Arial MT"/>
              <a:cs typeface="Arial MT"/>
            </a:endParaRPr>
          </a:p>
        </p:txBody>
      </p:sp>
      <p:pic>
        <p:nvPicPr>
          <p:cNvPr id="81" name="object 2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f4db4a7fdf4cf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6900" y="3025139"/>
            <a:ext cx="203200" cy="203200"/>
          </a:xfrm>
          <a:prstGeom xmlns:a="http://schemas.openxmlformats.org/drawingml/2006/main" prst="rect">
            <a:avLst/>
          </a:prstGeom>
        </p:spPr>
      </p:pic>
      <p:sp>
        <p:nvSpPr>
          <p:cNvPr id="23" name="object 23">
            <a:extLst xmlns:a="http://schemas.openxmlformats.org/drawingml/2006/main">
              <a:ext uri="{FF2B5EF4-FFF2-40B4-BE49-F238E27FC236}">
                <a16:creationId xmlns:a16="http://schemas.microsoft.com/office/drawing/2014/main" id="{3936D6B3-5D40-4737-814E-DACFE1FD4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79" y="3056889"/>
            <a:ext cx="74930" cy="1320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7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  <a:endParaRPr sz="700">
              <a:latin typeface="Arial"/>
              <a:ea typeface="Arial"/>
              <a:cs typeface="Arial"/>
            </a:endParaRPr>
          </a:p>
        </p:txBody>
      </p:sp>
      <p:sp>
        <p:nvSpPr>
          <p:cNvPr id="24" name="object 24">
            <a:extLst xmlns:a="http://schemas.openxmlformats.org/drawingml/2006/main">
              <a:ext uri="{FF2B5EF4-FFF2-40B4-BE49-F238E27FC236}">
                <a16:creationId xmlns:a16="http://schemas.microsoft.com/office/drawing/2014/main" id="{6461D6F8-9ED9-4BF4-935F-320A23DCE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600" y="3012947"/>
            <a:ext cx="2538095" cy="2997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065" rIns="0" bIns="0">
            <a:spAutoFit/>
          </a:bodyPr>
          <a:lstStyle xmlns:a="http://schemas.openxmlformats.org/drawingml/2006/main"/>
          <a:p xmlns:a="http://schemas.openxmlformats.org/drawingml/2006/main">
            <a:pPr marL="12700" marR="5080">
              <a:lnSpc>
                <a:spcPct val="112500"/>
              </a:lnSpc>
              <a:spcBef>
                <a:spcPts val="95"/>
              </a:spcBef>
              <a:buNone/>
            </a:pP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Select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Approve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first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stage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to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move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item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to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Pending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Final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Approval.</a:t>
            </a:r>
            <a:endParaRPr sz="800">
              <a:latin typeface="Arial MT"/>
              <a:ea typeface="Arial MT"/>
              <a:cs typeface="Arial MT"/>
            </a:endParaRPr>
          </a:p>
        </p:txBody>
      </p:sp>
      <p:pic>
        <p:nvPicPr>
          <p:cNvPr id="84" name="object 2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f4db4a7fdf4cf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6900" y="3426459"/>
            <a:ext cx="203200" cy="203200"/>
          </a:xfrm>
          <a:prstGeom xmlns:a="http://schemas.openxmlformats.org/drawingml/2006/main" prst="rect">
            <a:avLst/>
          </a:prstGeom>
        </p:spPr>
      </p:pic>
      <p:sp>
        <p:nvSpPr>
          <p:cNvPr id="26" name="object 26">
            <a:extLst xmlns:a="http://schemas.openxmlformats.org/drawingml/2006/main">
              <a:ext uri="{FF2B5EF4-FFF2-40B4-BE49-F238E27FC236}">
                <a16:creationId xmlns:a16="http://schemas.microsoft.com/office/drawing/2014/main" id="{92E14996-D2D7-46BB-958D-4FAA274D1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79" y="3458209"/>
            <a:ext cx="74930" cy="1320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7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  <a:endParaRPr sz="700">
              <a:latin typeface="Arial"/>
              <a:ea typeface="Arial"/>
              <a:cs typeface="Arial"/>
            </a:endParaRPr>
          </a:p>
        </p:txBody>
      </p:sp>
      <p:sp>
        <p:nvSpPr>
          <p:cNvPr id="27" name="object 27">
            <a:extLst xmlns:a="http://schemas.openxmlformats.org/drawingml/2006/main">
              <a:ext uri="{FF2B5EF4-FFF2-40B4-BE49-F238E27FC236}">
                <a16:creationId xmlns:a16="http://schemas.microsoft.com/office/drawing/2014/main" id="{05FC0990-9CB4-4C88-A24C-2869EF522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600" y="3426459"/>
            <a:ext cx="2549525" cy="15049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524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20"/>
              </a:spcBef>
              <a:buNone/>
            </a:pP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Or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select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Reject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and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enter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clear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correction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comment.</a:t>
            </a:r>
            <a:endParaRPr sz="800">
              <a:latin typeface="Arial MT"/>
              <a:ea typeface="Arial MT"/>
              <a:cs typeface="Arial MT"/>
            </a:endParaRPr>
          </a:p>
        </p:txBody>
      </p:sp>
      <p:sp>
        <p:nvSpPr>
          <p:cNvPr id="29" name="object 29">
            <a:extLst xmlns:a="http://schemas.openxmlformats.org/drawingml/2006/main">
              <a:ext uri="{FF2B5EF4-FFF2-40B4-BE49-F238E27FC236}">
                <a16:creationId xmlns:a16="http://schemas.microsoft.com/office/drawing/2014/main" id="{260323D9-4757-4F52-BED0-68CA85568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868899" y="1737359"/>
            <a:ext cx="3208655" cy="3175000"/>
          </a:xfrm>
          <a:custGeom xmlns:a="http://schemas.openxmlformats.org/drawingml/2006/main">
            <a:rect l="l" t="t" r="r" b="b"/>
            <a:pathLst>
              <a:path w="3208654" h="3175000">
                <a:moveTo>
                  <a:pt x="3106900" y="0"/>
                </a:moveTo>
                <a:lnTo>
                  <a:pt x="101600" y="0"/>
                </a:lnTo>
                <a:lnTo>
                  <a:pt x="62030" y="7976"/>
                </a:lnTo>
                <a:lnTo>
                  <a:pt x="29738" y="29738"/>
                </a:lnTo>
                <a:lnTo>
                  <a:pt x="7976" y="62030"/>
                </a:lnTo>
                <a:lnTo>
                  <a:pt x="0" y="101600"/>
                </a:lnTo>
                <a:lnTo>
                  <a:pt x="0" y="3073399"/>
                </a:lnTo>
                <a:lnTo>
                  <a:pt x="7976" y="3112969"/>
                </a:lnTo>
                <a:lnTo>
                  <a:pt x="29738" y="3145261"/>
                </a:lnTo>
                <a:lnTo>
                  <a:pt x="62030" y="3167023"/>
                </a:lnTo>
                <a:lnTo>
                  <a:pt x="101600" y="3174999"/>
                </a:lnTo>
                <a:lnTo>
                  <a:pt x="3106900" y="3174999"/>
                </a:lnTo>
                <a:lnTo>
                  <a:pt x="3146469" y="3167023"/>
                </a:lnTo>
                <a:lnTo>
                  <a:pt x="3178761" y="3145261"/>
                </a:lnTo>
                <a:lnTo>
                  <a:pt x="3200523" y="3112969"/>
                </a:lnTo>
                <a:lnTo>
                  <a:pt x="3208500" y="3073399"/>
                </a:lnTo>
                <a:lnTo>
                  <a:pt x="3208500" y="101600"/>
                </a:lnTo>
                <a:lnTo>
                  <a:pt x="3200523" y="62030"/>
                </a:lnTo>
                <a:lnTo>
                  <a:pt x="3178761" y="29738"/>
                </a:lnTo>
                <a:lnTo>
                  <a:pt x="3146469" y="7976"/>
                </a:lnTo>
                <a:lnTo>
                  <a:pt x="3106900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0" name="object 30">
            <a:extLst xmlns:a="http://schemas.openxmlformats.org/drawingml/2006/main">
              <a:ext uri="{FF2B5EF4-FFF2-40B4-BE49-F238E27FC236}">
                <a16:creationId xmlns:a16="http://schemas.microsoft.com/office/drawing/2014/main" id="{F5873883-D8D2-418D-9D2F-97EAD2331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868899" y="1737359"/>
            <a:ext cx="3208655" cy="3175000"/>
          </a:xfrm>
          <a:custGeom xmlns:a="http://schemas.openxmlformats.org/drawingml/2006/main">
            <a:rect l="l" t="t" r="r" b="b"/>
            <a:pathLst>
              <a:path w="3208654" h="3175000">
                <a:moveTo>
                  <a:pt x="101600" y="3174999"/>
                </a:moveTo>
                <a:lnTo>
                  <a:pt x="3106900" y="3174999"/>
                </a:lnTo>
                <a:lnTo>
                  <a:pt x="3146469" y="3167023"/>
                </a:lnTo>
                <a:lnTo>
                  <a:pt x="3178761" y="3145261"/>
                </a:lnTo>
                <a:lnTo>
                  <a:pt x="3200523" y="3112969"/>
                </a:lnTo>
                <a:lnTo>
                  <a:pt x="3208500" y="3073399"/>
                </a:lnTo>
                <a:lnTo>
                  <a:pt x="3208500" y="101600"/>
                </a:lnTo>
                <a:lnTo>
                  <a:pt x="3200523" y="62030"/>
                </a:lnTo>
                <a:lnTo>
                  <a:pt x="3178761" y="29738"/>
                </a:lnTo>
                <a:lnTo>
                  <a:pt x="3146469" y="7976"/>
                </a:lnTo>
                <a:lnTo>
                  <a:pt x="3106900" y="0"/>
                </a:lnTo>
                <a:lnTo>
                  <a:pt x="101600" y="0"/>
                </a:lnTo>
                <a:lnTo>
                  <a:pt x="62030" y="7976"/>
                </a:lnTo>
                <a:lnTo>
                  <a:pt x="29738" y="29738"/>
                </a:lnTo>
                <a:lnTo>
                  <a:pt x="7976" y="62030"/>
                </a:lnTo>
                <a:lnTo>
                  <a:pt x="0" y="101600"/>
                </a:lnTo>
                <a:lnTo>
                  <a:pt x="0" y="3073399"/>
                </a:lnTo>
                <a:lnTo>
                  <a:pt x="7976" y="3112969"/>
                </a:lnTo>
                <a:lnTo>
                  <a:pt x="29738" y="3145261"/>
                </a:lnTo>
                <a:lnTo>
                  <a:pt x="62030" y="3167023"/>
                </a:lnTo>
                <a:lnTo>
                  <a:pt x="101600" y="3174999"/>
                </a:lnTo>
                <a:close/>
              </a:path>
            </a:pathLst>
          </a:custGeom>
          <a:ln xmlns:a="http://schemas.openxmlformats.org/drawingml/2006/main" w="6350">
            <a:solidFill>
              <a:srgbClr val="0A346B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1" name="object 31">
            <a:extLst xmlns:a="http://schemas.openxmlformats.org/drawingml/2006/main">
              <a:ext uri="{FF2B5EF4-FFF2-40B4-BE49-F238E27FC236}">
                <a16:creationId xmlns:a16="http://schemas.microsoft.com/office/drawing/2014/main" id="{75A95EB1-9041-4DA5-A15D-0E4B301B9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868889" y="1737369"/>
            <a:ext cx="3208655" cy="406400"/>
          </a:xfrm>
          <a:custGeom xmlns:a="http://schemas.openxmlformats.org/drawingml/2006/main">
            <a:rect l="l" t="t" r="r" b="b"/>
            <a:pathLst>
              <a:path w="3208654" h="406400">
                <a:moveTo>
                  <a:pt x="3208502" y="101600"/>
                </a:moveTo>
                <a:lnTo>
                  <a:pt x="3200527" y="62026"/>
                </a:lnTo>
                <a:lnTo>
                  <a:pt x="3178772" y="29730"/>
                </a:lnTo>
                <a:lnTo>
                  <a:pt x="3146475" y="7975"/>
                </a:lnTo>
                <a:lnTo>
                  <a:pt x="3106902" y="0"/>
                </a:lnTo>
                <a:lnTo>
                  <a:pt x="101600" y="0"/>
                </a:lnTo>
                <a:lnTo>
                  <a:pt x="62039" y="7975"/>
                </a:lnTo>
                <a:lnTo>
                  <a:pt x="29743" y="29730"/>
                </a:lnTo>
                <a:lnTo>
                  <a:pt x="7975" y="62026"/>
                </a:lnTo>
                <a:lnTo>
                  <a:pt x="0" y="101600"/>
                </a:lnTo>
                <a:lnTo>
                  <a:pt x="0" y="304800"/>
                </a:lnTo>
                <a:lnTo>
                  <a:pt x="0" y="406400"/>
                </a:lnTo>
                <a:lnTo>
                  <a:pt x="101600" y="406400"/>
                </a:lnTo>
                <a:lnTo>
                  <a:pt x="3106902" y="406400"/>
                </a:lnTo>
                <a:lnTo>
                  <a:pt x="3208502" y="406400"/>
                </a:lnTo>
                <a:lnTo>
                  <a:pt x="3208502" y="304800"/>
                </a:lnTo>
                <a:lnTo>
                  <a:pt x="3208502" y="101600"/>
                </a:lnTo>
                <a:close/>
              </a:path>
            </a:pathLst>
          </a:custGeom>
          <a:solidFill xmlns:a="http://schemas.openxmlformats.org/drawingml/2006/main">
            <a:srgbClr val="0A346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2" name="object 32">
            <a:extLst xmlns:a="http://schemas.openxmlformats.org/drawingml/2006/main">
              <a:ext uri="{FF2B5EF4-FFF2-40B4-BE49-F238E27FC236}">
                <a16:creationId xmlns:a16="http://schemas.microsoft.com/office/drawing/2014/main" id="{F03E7AC4-DD78-4CC7-AD91-A65C3AB85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8599" y="1864359"/>
            <a:ext cx="1014094" cy="177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1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L1</a:t>
            </a:r>
            <a:r>
              <a:rPr sz="1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1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- Final</a:t>
            </a:r>
            <a:r>
              <a:rPr sz="1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1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review</a:t>
            </a:r>
            <a:endParaRPr sz="1000">
              <a:latin typeface="Arial"/>
              <a:ea typeface="Arial"/>
              <a:cs typeface="Arial"/>
            </a:endParaRPr>
          </a:p>
        </p:txBody>
      </p:sp>
      <p:pic>
        <p:nvPicPr>
          <p:cNvPr id="91" name="object 3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a7b56a0129478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983199" y="2359659"/>
            <a:ext cx="203200" cy="203200"/>
          </a:xfrm>
          <a:prstGeom xmlns:a="http://schemas.openxmlformats.org/drawingml/2006/main" prst="rect">
            <a:avLst/>
          </a:prstGeom>
        </p:spPr>
      </p:pic>
      <p:sp>
        <p:nvSpPr>
          <p:cNvPr id="34" name="object 34">
            <a:extLst xmlns:a="http://schemas.openxmlformats.org/drawingml/2006/main">
              <a:ext uri="{FF2B5EF4-FFF2-40B4-BE49-F238E27FC236}">
                <a16:creationId xmlns:a16="http://schemas.microsoft.com/office/drawing/2014/main" id="{81D14467-AAB2-446C-B8BF-A242B4547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7379" y="2391409"/>
            <a:ext cx="74930" cy="1320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7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  <a:endParaRPr sz="700">
              <a:latin typeface="Arial"/>
              <a:ea typeface="Arial"/>
              <a:cs typeface="Arial"/>
            </a:endParaRPr>
          </a:p>
        </p:txBody>
      </p:sp>
      <p:sp>
        <p:nvSpPr>
          <p:cNvPr id="35" name="object 35">
            <a:extLst xmlns:a="http://schemas.openxmlformats.org/drawingml/2006/main">
              <a:ext uri="{FF2B5EF4-FFF2-40B4-BE49-F238E27FC236}">
                <a16:creationId xmlns:a16="http://schemas.microsoft.com/office/drawing/2014/main" id="{1D3C999B-D96C-4F97-B205-1FE32C8C3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9899" y="2359660"/>
            <a:ext cx="2161540" cy="15049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524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20"/>
              </a:spcBef>
              <a:buNone/>
            </a:pP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Confirm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L2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review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and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selected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recipients.</a:t>
            </a:r>
            <a:endParaRPr sz="800">
              <a:latin typeface="Arial MT"/>
              <a:ea typeface="Arial MT"/>
              <a:cs typeface="Arial MT"/>
            </a:endParaRPr>
          </a:p>
        </p:txBody>
      </p:sp>
      <p:pic>
        <p:nvPicPr>
          <p:cNvPr id="94" name="object 3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a7b56a0129478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983199" y="2623819"/>
            <a:ext cx="203200" cy="203200"/>
          </a:xfrm>
          <a:prstGeom xmlns:a="http://schemas.openxmlformats.org/drawingml/2006/main" prst="rect">
            <a:avLst/>
          </a:prstGeom>
        </p:spPr>
      </p:pic>
      <p:sp>
        <p:nvSpPr>
          <p:cNvPr id="37" name="object 37">
            <a:extLst xmlns:a="http://schemas.openxmlformats.org/drawingml/2006/main">
              <a:ext uri="{FF2B5EF4-FFF2-40B4-BE49-F238E27FC236}">
                <a16:creationId xmlns:a16="http://schemas.microsoft.com/office/drawing/2014/main" id="{10B1020C-0DCF-436C-833B-723A1FA1C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7379" y="2655569"/>
            <a:ext cx="74930" cy="1320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7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  <a:endParaRPr sz="700">
              <a:latin typeface="Arial"/>
              <a:ea typeface="Arial"/>
              <a:cs typeface="Arial"/>
            </a:endParaRPr>
          </a:p>
        </p:txBody>
      </p:sp>
      <p:sp>
        <p:nvSpPr>
          <p:cNvPr id="38" name="object 38">
            <a:extLst xmlns:a="http://schemas.openxmlformats.org/drawingml/2006/main">
              <a:ext uri="{FF2B5EF4-FFF2-40B4-BE49-F238E27FC236}">
                <a16:creationId xmlns:a16="http://schemas.microsoft.com/office/drawing/2014/main" id="{A60298EF-FDA1-4F0A-95DB-6708DB03F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9899" y="2611627"/>
            <a:ext cx="2647950" cy="2997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065" rIns="0" bIns="0">
            <a:spAutoFit/>
          </a:bodyPr>
          <a:lstStyle xmlns:a="http://schemas.openxmlformats.org/drawingml/2006/main"/>
          <a:p xmlns:a="http://schemas.openxmlformats.org/drawingml/2006/main">
            <a:pPr marL="12700" marR="5080">
              <a:lnSpc>
                <a:spcPct val="112500"/>
              </a:lnSpc>
              <a:spcBef>
                <a:spcPts val="95"/>
              </a:spcBef>
              <a:buNone/>
            </a:pP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Verify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final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content,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revision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and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controlled-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document location.</a:t>
            </a:r>
            <a:endParaRPr sz="800">
              <a:latin typeface="Arial MT"/>
              <a:ea typeface="Arial MT"/>
              <a:cs typeface="Arial MT"/>
            </a:endParaRPr>
          </a:p>
        </p:txBody>
      </p:sp>
      <p:pic>
        <p:nvPicPr>
          <p:cNvPr id="97" name="object 3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a7b56a0129478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983199" y="3025139"/>
            <a:ext cx="203200" cy="203200"/>
          </a:xfrm>
          <a:prstGeom xmlns:a="http://schemas.openxmlformats.org/drawingml/2006/main" prst="rect">
            <a:avLst/>
          </a:prstGeom>
        </p:spPr>
      </p:pic>
      <p:sp>
        <p:nvSpPr>
          <p:cNvPr id="40" name="object 40">
            <a:extLst xmlns:a="http://schemas.openxmlformats.org/drawingml/2006/main">
              <a:ext uri="{FF2B5EF4-FFF2-40B4-BE49-F238E27FC236}">
                <a16:creationId xmlns:a16="http://schemas.microsoft.com/office/drawing/2014/main" id="{68948444-9436-4A47-BD5F-0D616B76D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7379" y="3056889"/>
            <a:ext cx="74930" cy="1320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7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  <a:endParaRPr sz="700">
              <a:latin typeface="Arial"/>
              <a:ea typeface="Arial"/>
              <a:cs typeface="Arial"/>
            </a:endParaRPr>
          </a:p>
        </p:txBody>
      </p:sp>
      <p:sp>
        <p:nvSpPr>
          <p:cNvPr id="41" name="object 41">
            <a:extLst xmlns:a="http://schemas.openxmlformats.org/drawingml/2006/main">
              <a:ext uri="{FF2B5EF4-FFF2-40B4-BE49-F238E27FC236}">
                <a16:creationId xmlns:a16="http://schemas.microsoft.com/office/drawing/2014/main" id="{61AA7B52-8F59-4BF4-8EE4-FD8B52B32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9899" y="3012947"/>
            <a:ext cx="2387600" cy="2997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065" rIns="0" bIns="0">
            <a:spAutoFit/>
          </a:bodyPr>
          <a:lstStyle xmlns:a="http://schemas.openxmlformats.org/drawingml/2006/main"/>
          <a:p xmlns:a="http://schemas.openxmlformats.org/drawingml/2006/main">
            <a:pPr marL="12700" marR="5080">
              <a:lnSpc>
                <a:spcPct val="112500"/>
              </a:lnSpc>
              <a:spcBef>
                <a:spcPts val="95"/>
              </a:spcBef>
              <a:buNone/>
            </a:pP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Select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Approve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to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publish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final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status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and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notify stakeholders.</a:t>
            </a:r>
            <a:endParaRPr sz="800">
              <a:latin typeface="Arial MT"/>
              <a:ea typeface="Arial MT"/>
              <a:cs typeface="Arial MT"/>
            </a:endParaRPr>
          </a:p>
        </p:txBody>
      </p:sp>
      <p:pic>
        <p:nvPicPr>
          <p:cNvPr id="100" name="object 4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a7b56a0129478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983199" y="3426459"/>
            <a:ext cx="203200" cy="203200"/>
          </a:xfrm>
          <a:prstGeom xmlns:a="http://schemas.openxmlformats.org/drawingml/2006/main" prst="rect">
            <a:avLst/>
          </a:prstGeom>
        </p:spPr>
      </p:pic>
      <p:sp>
        <p:nvSpPr>
          <p:cNvPr id="43" name="object 43">
            <a:extLst xmlns:a="http://schemas.openxmlformats.org/drawingml/2006/main">
              <a:ext uri="{FF2B5EF4-FFF2-40B4-BE49-F238E27FC236}">
                <a16:creationId xmlns:a16="http://schemas.microsoft.com/office/drawing/2014/main" id="{63C44297-F499-4A1C-BCE9-69E7B6F76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7379" y="3458209"/>
            <a:ext cx="74930" cy="1320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7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  <a:endParaRPr sz="700">
              <a:latin typeface="Arial"/>
              <a:ea typeface="Arial"/>
              <a:cs typeface="Arial"/>
            </a:endParaRPr>
          </a:p>
        </p:txBody>
      </p:sp>
      <p:sp>
        <p:nvSpPr>
          <p:cNvPr id="44" name="object 44">
            <a:extLst xmlns:a="http://schemas.openxmlformats.org/drawingml/2006/main">
              <a:ext uri="{FF2B5EF4-FFF2-40B4-BE49-F238E27FC236}">
                <a16:creationId xmlns:a16="http://schemas.microsoft.com/office/drawing/2014/main" id="{93FB9DB9-8893-48ED-9521-C24A8206C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9899" y="3414268"/>
            <a:ext cx="2265680" cy="2997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065" rIns="0" bIns="0">
            <a:spAutoFit/>
          </a:bodyPr>
          <a:lstStyle xmlns:a="http://schemas.openxmlformats.org/drawingml/2006/main"/>
          <a:p xmlns:a="http://schemas.openxmlformats.org/drawingml/2006/main">
            <a:pPr marL="12700" marR="5080">
              <a:lnSpc>
                <a:spcPct val="112500"/>
              </a:lnSpc>
              <a:spcBef>
                <a:spcPts val="95"/>
              </a:spcBef>
              <a:buNone/>
            </a:pP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Or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select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Reject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and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enter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mandatory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rejection comment.</a:t>
            </a:r>
            <a:endParaRPr sz="800">
              <a:latin typeface="Arial MT"/>
              <a:ea typeface="Arial MT"/>
              <a:cs typeface="Arial MT"/>
            </a:endParaRPr>
          </a:p>
        </p:txBody>
      </p:sp>
      <p:graphicFrame>
        <p:nvGraphicFramePr>
          <p:cNvPr id="103" name="object 45"/>
          <p:cNvGraphicFramePr/>
          <p:nvPr/>
        </p:nvGraphicFramePr>
        <p:xfrm>
          <a:off xmlns:a="http://schemas.openxmlformats.org/drawingml/2006/main" x="479425" y="5188584"/>
          <a:ext xmlns:a="http://schemas.openxmlformats.org/drawingml/2006/main" cx="6673850" cy="1256665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00200"/>
                <a:gridCol w="2247900"/>
                <a:gridCol w="2743200"/>
              </a:tblGrid>
              <a:tr h="251460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30"/>
                        </a:spcBef>
                        <a:buNone/>
                      </a:pPr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Status</a:t>
                      </a:r>
                      <a:endParaRPr sz="75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6731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  <a:solidFill>
                      <a:srgbClr val="0A346B"/>
                    </a:solidFill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30"/>
                        </a:spcBef>
                        <a:buNone/>
                      </a:pPr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Meaning</a:t>
                      </a:r>
                      <a:endParaRPr sz="75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6731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  <a:solidFill>
                      <a:srgbClr val="0A346B"/>
                    </a:solidFill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30"/>
                        </a:spcBef>
                        <a:buNone/>
                      </a:pPr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Next</a:t>
                      </a:r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action</a:t>
                      </a:r>
                      <a:endParaRPr sz="75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6731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  <a:solidFill>
                      <a:srgbClr val="0A346B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30"/>
                        </a:spcBef>
                        <a:buNone/>
                      </a:pP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Pending</a:t>
                      </a:r>
                      <a:endParaRPr sz="7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731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30"/>
                        </a:spcBef>
                        <a:buNone/>
                      </a:pP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Awaiting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L2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first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review.</a:t>
                      </a:r>
                      <a:endParaRPr sz="7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731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30"/>
                        </a:spcBef>
                        <a:buNone/>
                      </a:pP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L2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reviews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and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first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approves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or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rejects.</a:t>
                      </a:r>
                      <a:endParaRPr sz="7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731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</a:tr>
              <a:tr h="250825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30"/>
                        </a:spcBef>
                        <a:buNone/>
                      </a:pP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Pending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Final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Approval</a:t>
                      </a:r>
                      <a:endParaRPr sz="7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731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30"/>
                        </a:spcBef>
                        <a:buNone/>
                      </a:pP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L2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review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completed.</a:t>
                      </a:r>
                      <a:endParaRPr sz="7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731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30"/>
                        </a:spcBef>
                        <a:buNone/>
                      </a:pP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L1/Admin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approves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or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rejects.</a:t>
                      </a:r>
                      <a:endParaRPr sz="7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731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30"/>
                        </a:spcBef>
                        <a:buNone/>
                      </a:pP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Approved</a:t>
                      </a:r>
                      <a:endParaRPr sz="7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731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30"/>
                        </a:spcBef>
                        <a:buNone/>
                      </a:pP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Final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approval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completed.</a:t>
                      </a:r>
                      <a:endParaRPr sz="7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731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30"/>
                        </a:spcBef>
                        <a:buNone/>
                      </a:pP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Document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is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available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for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controlled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use.</a:t>
                      </a:r>
                      <a:endParaRPr sz="7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731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30"/>
                        </a:spcBef>
                        <a:buNone/>
                      </a:pP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Rejected</a:t>
                      </a:r>
                      <a:endParaRPr sz="7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731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30"/>
                        </a:spcBef>
                        <a:buNone/>
                      </a:pP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Correction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is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required.</a:t>
                      </a:r>
                      <a:endParaRPr sz="7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731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30"/>
                        </a:spcBef>
                        <a:buNone/>
                      </a:pP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Uploader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corrects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and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resubmits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as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required.</a:t>
                      </a:r>
                      <a:endParaRPr sz="7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731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</a:tr>
            </a:tbl>
          </a:graphicData>
        </a:graphic>
      </p:graphicFrame>
      <p:sp>
        <p:nvSpPr>
          <p:cNvPr id="47" name="object 47">
            <a:extLst xmlns:a="http://schemas.openxmlformats.org/drawingml/2006/main">
              <a:ext uri="{FF2B5EF4-FFF2-40B4-BE49-F238E27FC236}">
                <a16:creationId xmlns:a16="http://schemas.microsoft.com/office/drawing/2014/main" id="{EA91FF35-4E17-4C8F-BF2D-69419AA76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6601459"/>
            <a:ext cx="6595109" cy="518159"/>
          </a:xfrm>
          <a:custGeom xmlns:a="http://schemas.openxmlformats.org/drawingml/2006/main">
            <a:rect l="l" t="t" r="r" b="b"/>
            <a:pathLst>
              <a:path w="6595109" h="518159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499"/>
                </a:lnTo>
                <a:lnTo>
                  <a:pt x="0" y="454659"/>
                </a:lnTo>
                <a:lnTo>
                  <a:pt x="4985" y="479390"/>
                </a:lnTo>
                <a:lnTo>
                  <a:pt x="18586" y="499573"/>
                </a:lnTo>
                <a:lnTo>
                  <a:pt x="38769" y="513174"/>
                </a:lnTo>
                <a:lnTo>
                  <a:pt x="63500" y="518159"/>
                </a:lnTo>
                <a:lnTo>
                  <a:pt x="6531300" y="518159"/>
                </a:lnTo>
                <a:lnTo>
                  <a:pt x="6556030" y="513174"/>
                </a:lnTo>
                <a:lnTo>
                  <a:pt x="6576213" y="499573"/>
                </a:lnTo>
                <a:lnTo>
                  <a:pt x="6589814" y="479390"/>
                </a:lnTo>
                <a:lnTo>
                  <a:pt x="6594800" y="454659"/>
                </a:lnTo>
                <a:lnTo>
                  <a:pt x="6594800" y="63499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DEBE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8" name="object 48">
            <a:extLst xmlns:a="http://schemas.openxmlformats.org/drawingml/2006/main">
              <a:ext uri="{FF2B5EF4-FFF2-40B4-BE49-F238E27FC236}">
                <a16:creationId xmlns:a16="http://schemas.microsoft.com/office/drawing/2014/main" id="{AF922BAE-59D0-4A3A-96C9-5C2226478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6601459"/>
            <a:ext cx="6595109" cy="518159"/>
          </a:xfrm>
          <a:custGeom xmlns:a="http://schemas.openxmlformats.org/drawingml/2006/main">
            <a:rect l="l" t="t" r="r" b="b"/>
            <a:pathLst>
              <a:path w="6595109" h="518159">
                <a:moveTo>
                  <a:pt x="63500" y="518159"/>
                </a:moveTo>
                <a:lnTo>
                  <a:pt x="6531300" y="518159"/>
                </a:lnTo>
                <a:lnTo>
                  <a:pt x="6556030" y="513174"/>
                </a:lnTo>
                <a:lnTo>
                  <a:pt x="6576213" y="499573"/>
                </a:lnTo>
                <a:lnTo>
                  <a:pt x="6589814" y="479390"/>
                </a:lnTo>
                <a:lnTo>
                  <a:pt x="6594800" y="454659"/>
                </a:lnTo>
                <a:lnTo>
                  <a:pt x="6594800" y="63499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499"/>
                </a:lnTo>
                <a:lnTo>
                  <a:pt x="0" y="454659"/>
                </a:lnTo>
                <a:lnTo>
                  <a:pt x="4985" y="479390"/>
                </a:lnTo>
                <a:lnTo>
                  <a:pt x="18586" y="499573"/>
                </a:lnTo>
                <a:lnTo>
                  <a:pt x="38769" y="513174"/>
                </a:lnTo>
                <a:lnTo>
                  <a:pt x="63500" y="518159"/>
                </a:lnTo>
                <a:close/>
              </a:path>
            </a:pathLst>
          </a:custGeom>
          <a:ln xmlns:a="http://schemas.openxmlformats.org/drawingml/2006/main" w="6349">
            <a:solidFill>
              <a:srgbClr val="C62828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9" name="object 49">
            <a:extLst xmlns:a="http://schemas.openxmlformats.org/drawingml/2006/main">
              <a:ext uri="{FF2B5EF4-FFF2-40B4-BE49-F238E27FC236}">
                <a16:creationId xmlns:a16="http://schemas.microsoft.com/office/drawing/2014/main" id="{369DEDF6-54C0-4C66-887C-3E31FD660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6601459"/>
            <a:ext cx="63500" cy="518159"/>
          </a:xfrm>
          <a:custGeom xmlns:a="http://schemas.openxmlformats.org/drawingml/2006/main">
            <a:rect l="l" t="t" r="r" b="b"/>
            <a:pathLst>
              <a:path w="63500" h="518159">
                <a:moveTo>
                  <a:pt x="63500" y="0"/>
                </a:moveTo>
                <a:lnTo>
                  <a:pt x="0" y="0"/>
                </a:lnTo>
                <a:lnTo>
                  <a:pt x="0" y="518159"/>
                </a:lnTo>
                <a:lnTo>
                  <a:pt x="63500" y="518159"/>
                </a:lnTo>
                <a:lnTo>
                  <a:pt x="63500" y="0"/>
                </a:lnTo>
                <a:close/>
              </a:path>
            </a:pathLst>
          </a:custGeom>
          <a:solidFill xmlns:a="http://schemas.openxmlformats.org/drawingml/2006/main">
            <a:srgbClr val="C62828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0" name="object 50">
            <a:extLst xmlns:a="http://schemas.openxmlformats.org/drawingml/2006/main">
              <a:ext uri="{FF2B5EF4-FFF2-40B4-BE49-F238E27FC236}">
                <a16:creationId xmlns:a16="http://schemas.microsoft.com/office/drawing/2014/main" id="{49A164F0-1B80-4205-93BC-2204F0232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512" y="6662171"/>
            <a:ext cx="6494145" cy="33147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27940" rIns="0" bIns="0">
            <a:spAutoFit/>
          </a:bodyPr>
          <a:lstStyle xmlns:a="http://schemas.openxmlformats.org/drawingml/2006/main"/>
          <a:p xmlns:a="http://schemas.openxmlformats.org/drawingml/2006/main">
            <a:pPr marL="128270">
              <a:lnSpc>
                <a:spcPct val="100000"/>
              </a:lnSpc>
              <a:spcBef>
                <a:spcPts val="220"/>
              </a:spcBef>
              <a:buNone/>
            </a:pPr>
            <a:r>
              <a:rPr sz="10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Mandatory rejection </a:t>
            </a:r>
            <a:r>
              <a:rPr sz="10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comments</a:t>
            </a:r>
            <a:endParaRPr sz="1000">
              <a:latin typeface="Arial"/>
              <a:ea typeface="Arial"/>
              <a:cs typeface="Arial"/>
            </a:endParaRPr>
          </a:p>
          <a:p xmlns:a="http://schemas.openxmlformats.org/drawingml/2006/main">
            <a:pPr marL="128270">
              <a:lnSpc>
                <a:spcPct val="100000"/>
              </a:lnSpc>
              <a:spcBef>
                <a:spcPts val="120"/>
              </a:spcBef>
              <a:buNone/>
            </a:pP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State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what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is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wrong,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where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it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occurs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and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what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uploader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must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change.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Avoid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comments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such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as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'incorrect'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without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detail.</a:t>
            </a:r>
            <a:endParaRPr sz="800">
              <a:latin typeface="Arial MT"/>
              <a:ea typeface="Arial MT"/>
              <a:cs typeface="Arial MT"/>
            </a:endParaRPr>
          </a:p>
        </p:txBody>
      </p:sp>
      <p:sp>
        <p:nvSpPr>
          <p:cNvPr id="51" name="object 51">
            <a:extLst xmlns:a="http://schemas.openxmlformats.org/drawingml/2006/main">
              <a:ext uri="{FF2B5EF4-FFF2-40B4-BE49-F238E27FC236}">
                <a16:creationId xmlns:a16="http://schemas.microsoft.com/office/drawing/2014/main" id="{6BD0868D-A509-4AB8-8DC6-DC959C53C232}"/>
              </a:ext>
            </a:extLst>
          </p:cNvPr>
          <p:cNvSpPr>
            <a:spLocks xmlns:a="http://schemas.openxmlformats.org/drawingml/2006/main" noGrp="1"/>
          </p:cNvSpPr>
          <p:nvPr>
            <p:ph type="ft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6985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55"/>
              </a:spcBef>
              <a:buNone/>
            </a:pPr>
            <a:r>
              <a:t>Internal</a:t>
            </a:r>
            <a:r>
              <a:t> </a:t>
            </a:r>
            <a:r>
              <a:t>user</a:t>
            </a:r>
            <a:r>
              <a:t> </a:t>
            </a:r>
            <a:r>
              <a:t>guide</a:t>
            </a:r>
            <a:r>
              <a:t> </a:t>
            </a:r>
            <a:r>
              <a:t>-</a:t>
            </a:r>
            <a:r>
              <a:t> </a:t>
            </a:r>
            <a:r>
              <a:t>controlled</a:t>
            </a:r>
            <a:r>
              <a:t> </a:t>
            </a:r>
            <a:r>
              <a:t>copy</a:t>
            </a:r>
            <a:r>
              <a:t> </a:t>
            </a:r>
            <a:r>
              <a:t>when</a:t>
            </a:r>
            <a:r>
              <a:t> </a:t>
            </a:r>
            <a:r>
              <a:t>viewed</a:t>
            </a:r>
            <a:r>
              <a:t> </a:t>
            </a:r>
            <a:r>
              <a:t>in</a:t>
            </a:r>
            <a:r>
              <a:t> </a:t>
            </a:r>
            <a:r>
              <a:t>the</a:t>
            </a:r>
            <a:r>
              <a:t> </a:t>
            </a:r>
            <a:r>
              <a:t>DMS</a:t>
            </a:r>
            <a:r>
              <a:t> </a:t>
            </a:r>
            <a:r>
              <a:t>portal</a:t>
            </a:r>
          </a:p>
        </p:txBody>
      </p:sp>
      <p:sp>
        <p:nvSpPr>
          <p:cNvPr id="52" name="object 52">
            <a:extLst xmlns:a="http://schemas.openxmlformats.org/drawingml/2006/main">
              <a:ext uri="{FF2B5EF4-FFF2-40B4-BE49-F238E27FC236}">
                <a16:creationId xmlns:a16="http://schemas.microsoft.com/office/drawing/2014/main" id="{662BBABC-4114-44B8-B078-56B78D680EEB}"/>
              </a:ext>
            </a:extLst>
          </p:cNvPr>
          <p:cNvSpPr>
            <a:spLocks xmlns:a="http://schemas.openxmlformats.org/drawingml/2006/main" noGrp="1"/>
          </p:cNvSpPr>
          <p:nvPr>
            <p:ph type="dt" idx="6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6985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55"/>
              </a:spcBef>
              <a:buNone/>
            </a:pPr>
            <a:r>
              <a:t>Smart</a:t>
            </a:r>
            <a:r>
              <a:t> </a:t>
            </a:r>
            <a:r>
              <a:t>DMS</a:t>
            </a:r>
            <a:r>
              <a:t> </a:t>
            </a:r>
            <a:r>
              <a:t>v2.0.0</a:t>
            </a:r>
          </a:p>
        </p:txBody>
      </p:sp>
    </p:spTree>
    <p:extLst>
      <p:ext uri="{BB962C8B-B14F-4D97-AF65-F5344CB8AC3E}">
        <p14:creationId xmlns:p14="http://schemas.microsoft.com/office/powerpoint/2010/main" val="1240369481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object 2">
            <a:extLst xmlns:a="http://schemas.openxmlformats.org/drawingml/2006/main">
              <a:ext uri="{FF2B5EF4-FFF2-40B4-BE49-F238E27FC236}">
                <a16:creationId xmlns:a16="http://schemas.microsoft.com/office/drawing/2014/main" id="{51E4EEA5-48DA-4C4A-B4FD-4317FD2C7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9100" y="156971"/>
            <a:ext cx="1671955" cy="330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065" rIns="0" bIns="0">
            <a:spAutoFit/>
          </a:bodyPr>
          <a:lstStyle xmlns:a="http://schemas.openxmlformats.org/drawingml/2006/main"/>
          <a:p xmlns:a="http://schemas.openxmlformats.org/drawingml/2006/main">
            <a:pPr marL="12700" marR="5080">
              <a:lnSpc>
                <a:spcPct val="153800"/>
              </a:lnSpc>
              <a:spcBef>
                <a:spcPts val="95"/>
              </a:spcBef>
              <a:buNone/>
            </a:pP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ZF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Rane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Automotive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India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PVT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LTD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-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SGD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Smart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DMS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Portal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User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Manual</a:t>
            </a:r>
            <a:endParaRPr sz="650">
              <a:latin typeface="Arial MT"/>
              <a:ea typeface="Arial MT"/>
              <a:cs typeface="Arial MT"/>
            </a:endParaRPr>
          </a:p>
        </p:txBody>
      </p:sp>
      <p:graphicFrame>
        <p:nvGraphicFramePr>
          <p:cNvPr id="62" name="object 3"/>
          <p:cNvGraphicFramePr/>
          <p:nvPr/>
        </p:nvGraphicFramePr>
        <p:xfrm>
          <a:off xmlns:a="http://schemas.openxmlformats.org/drawingml/2006/main" x="4178625" y="161924"/>
          <a:ext xmlns:a="http://schemas.openxmlformats.org/drawingml/2006/main" cx="2978150" cy="444500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47800"/>
                <a:gridCol w="1447800"/>
              </a:tblGrid>
              <a:tr h="222250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50"/>
                        </a:spcBef>
                        <a:buNone/>
                      </a:pP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Document: DMS-UM-001</a:t>
                      </a:r>
                      <a:endParaRPr sz="6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985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50"/>
                        </a:spcBef>
                        <a:buNone/>
                      </a:pP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Revision: 1.3</a:t>
                      </a:r>
                      <a:endParaRPr sz="6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985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</a:tr>
              <a:tr h="222250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00"/>
                        </a:spcBef>
                        <a:buNone/>
                      </a:pP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Effective: 10-Aug-2026</a:t>
                      </a:r>
                      <a:endParaRPr sz="6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350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00"/>
                        </a:spcBef>
                        <a:buNone/>
                      </a:pP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Page: 16 of 27</a:t>
                      </a:r>
                      <a:endParaRPr sz="6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350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5" name="object 5">
            <a:extLst xmlns:a="http://schemas.openxmlformats.org/drawingml/2006/main">
              <a:ext uri="{FF2B5EF4-FFF2-40B4-BE49-F238E27FC236}">
                <a16:creationId xmlns:a16="http://schemas.microsoft.com/office/drawing/2014/main" id="{0F3C4071-CAFE-4036-8946-6FFE6389D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774699"/>
            <a:ext cx="7560309" cy="431800"/>
          </a:xfrm>
          <a:custGeom xmlns:a="http://schemas.openxmlformats.org/drawingml/2006/main">
            <a:rect l="l" t="t" r="r" b="b"/>
            <a:pathLst>
              <a:path w="7560309" h="431800">
                <a:moveTo>
                  <a:pt x="7560000" y="0"/>
                </a:moveTo>
                <a:lnTo>
                  <a:pt x="0" y="0"/>
                </a:lnTo>
                <a:lnTo>
                  <a:pt x="0" y="431800"/>
                </a:lnTo>
                <a:lnTo>
                  <a:pt x="7560000" y="431800"/>
                </a:lnTo>
                <a:lnTo>
                  <a:pt x="7560000" y="0"/>
                </a:lnTo>
                <a:close/>
              </a:path>
            </a:pathLst>
          </a:custGeom>
          <a:solidFill xmlns:a="http://schemas.openxmlformats.org/drawingml/2006/main">
            <a:srgbClr val="008A95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object 6">
            <a:extLst xmlns:a="http://schemas.openxmlformats.org/drawingml/2006/main">
              <a:ext uri="{FF2B5EF4-FFF2-40B4-BE49-F238E27FC236}">
                <a16:creationId xmlns:a16="http://schemas.microsoft.com/office/drawing/2014/main" id="{33D4132D-006C-427C-9916-E03C6E7B7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863599"/>
            <a:ext cx="533400" cy="254000"/>
          </a:xfrm>
          <a:custGeom xmlns:a="http://schemas.openxmlformats.org/drawingml/2006/main">
            <a:rect l="l" t="t" r="r" b="b"/>
            <a:pathLst>
              <a:path w="533400" h="254000">
                <a:moveTo>
                  <a:pt x="4699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190500"/>
                </a:lnTo>
                <a:lnTo>
                  <a:pt x="4985" y="215230"/>
                </a:lnTo>
                <a:lnTo>
                  <a:pt x="18586" y="235413"/>
                </a:lnTo>
                <a:lnTo>
                  <a:pt x="38769" y="249014"/>
                </a:lnTo>
                <a:lnTo>
                  <a:pt x="63500" y="254000"/>
                </a:lnTo>
                <a:lnTo>
                  <a:pt x="469900" y="254000"/>
                </a:lnTo>
                <a:lnTo>
                  <a:pt x="494630" y="249014"/>
                </a:lnTo>
                <a:lnTo>
                  <a:pt x="514813" y="235413"/>
                </a:lnTo>
                <a:lnTo>
                  <a:pt x="528414" y="215230"/>
                </a:lnTo>
                <a:lnTo>
                  <a:pt x="533400" y="190500"/>
                </a:lnTo>
                <a:lnTo>
                  <a:pt x="533400" y="63500"/>
                </a:lnTo>
                <a:lnTo>
                  <a:pt x="528414" y="38769"/>
                </a:lnTo>
                <a:lnTo>
                  <a:pt x="514813" y="18586"/>
                </a:lnTo>
                <a:lnTo>
                  <a:pt x="494630" y="4985"/>
                </a:lnTo>
                <a:lnTo>
                  <a:pt x="469900" y="0"/>
                </a:lnTo>
                <a:close/>
              </a:path>
            </a:pathLst>
          </a:custGeom>
          <a:solidFill xmlns:a="http://schemas.openxmlformats.org/drawingml/2006/main">
            <a:srgbClr val="F7B800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object 7">
            <a:extLst xmlns:a="http://schemas.openxmlformats.org/drawingml/2006/main">
              <a:ext uri="{FF2B5EF4-FFF2-40B4-BE49-F238E27FC236}">
                <a16:creationId xmlns:a16="http://schemas.microsoft.com/office/drawing/2014/main" id="{BC3DE2F6-17F6-4618-8828-93813A61F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981" y="920750"/>
            <a:ext cx="167005" cy="1473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8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6.7</a:t>
            </a:r>
            <a:endParaRPr sz="800">
              <a:latin typeface="Arial"/>
              <a:ea typeface="Arial"/>
              <a:cs typeface="Arial"/>
            </a:endParaRPr>
          </a:p>
        </p:txBody>
      </p:sp>
      <p:sp>
        <p:nvSpPr>
          <p:cNvPr id="8" name="object 8">
            <a:extLst xmlns:a="http://schemas.openxmlformats.org/drawingml/2006/main">
              <a:ext uri="{FF2B5EF4-FFF2-40B4-BE49-F238E27FC236}">
                <a16:creationId xmlns:a16="http://schemas.microsoft.com/office/drawing/2014/main" id="{3F235B59-75BB-404E-8AD0-9CAB56E4D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300" y="863600"/>
            <a:ext cx="2291715" cy="25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Track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Approval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Progress</a:t>
            </a:r>
            <a:endParaRPr sz="1500">
              <a:latin typeface="Arial"/>
              <a:ea typeface="Arial"/>
              <a:cs typeface="Arial"/>
            </a:endParaRPr>
          </a:p>
        </p:txBody>
      </p:sp>
      <p:sp>
        <p:nvSpPr>
          <p:cNvPr id="9" name="object 9">
            <a:extLst xmlns:a="http://schemas.openxmlformats.org/drawingml/2006/main">
              <a:ext uri="{FF2B5EF4-FFF2-40B4-BE49-F238E27FC236}">
                <a16:creationId xmlns:a16="http://schemas.microsoft.com/office/drawing/2014/main" id="{7BB490D2-6246-4060-91A0-335C75E8F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600" y="10298300"/>
            <a:ext cx="6595109" cy="0"/>
          </a:xfrm>
          <a:custGeom xmlns:a="http://schemas.openxmlformats.org/drawingml/2006/main">
            <a:rect l="l" t="t" r="r" b="b"/>
            <a:pathLst>
              <a:path w="6595109" h="0">
                <a:moveTo>
                  <a:pt x="0" y="0"/>
                </a:moveTo>
                <a:lnTo>
                  <a:pt x="6594800" y="0"/>
                </a:lnTo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object 10">
            <a:extLst xmlns:a="http://schemas.openxmlformats.org/drawingml/2006/main">
              <a:ext uri="{FF2B5EF4-FFF2-40B4-BE49-F238E27FC236}">
                <a16:creationId xmlns:a16="http://schemas.microsoft.com/office/drawing/2014/main" id="{7DB8385A-DA2B-4CE1-B30F-21A4D5E86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900" y="1358899"/>
            <a:ext cx="3238500" cy="15049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524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20"/>
              </a:spcBef>
              <a:buNone/>
            </a:pP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timeline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shows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current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stage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and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completed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workflow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events.</a:t>
            </a:r>
            <a:endParaRPr sz="800">
              <a:latin typeface="Arial MT"/>
              <a:ea typeface="Arial MT"/>
              <a:cs typeface="Arial MT"/>
            </a:endParaRPr>
          </a:p>
        </p:txBody>
      </p:sp>
      <p:sp>
        <p:nvSpPr>
          <p:cNvPr id="12" name="object 12">
            <a:extLst xmlns:a="http://schemas.openxmlformats.org/drawingml/2006/main">
              <a:ext uri="{FF2B5EF4-FFF2-40B4-BE49-F238E27FC236}">
                <a16:creationId xmlns:a16="http://schemas.microsoft.com/office/drawing/2014/main" id="{A43F4E92-B695-4E74-A5CA-AD0972BF5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0700" y="1648459"/>
            <a:ext cx="6595109" cy="2818130"/>
          </a:xfrm>
          <a:custGeom xmlns:a="http://schemas.openxmlformats.org/drawingml/2006/main">
            <a:rect l="l" t="t" r="r" b="b"/>
            <a:pathLst>
              <a:path w="6595109" h="2818129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2754217"/>
                </a:lnTo>
                <a:lnTo>
                  <a:pt x="4985" y="2778948"/>
                </a:lnTo>
                <a:lnTo>
                  <a:pt x="18586" y="2799130"/>
                </a:lnTo>
                <a:lnTo>
                  <a:pt x="38769" y="2812731"/>
                </a:lnTo>
                <a:lnTo>
                  <a:pt x="63500" y="2817717"/>
                </a:lnTo>
                <a:lnTo>
                  <a:pt x="6531300" y="2817717"/>
                </a:lnTo>
                <a:lnTo>
                  <a:pt x="6556030" y="2812731"/>
                </a:lnTo>
                <a:lnTo>
                  <a:pt x="6576213" y="2799130"/>
                </a:lnTo>
                <a:lnTo>
                  <a:pt x="6589814" y="2778948"/>
                </a:lnTo>
                <a:lnTo>
                  <a:pt x="6594800" y="2754217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D6E1ED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object 13">
            <a:extLst xmlns:a="http://schemas.openxmlformats.org/drawingml/2006/main">
              <a:ext uri="{FF2B5EF4-FFF2-40B4-BE49-F238E27FC236}">
                <a16:creationId xmlns:a16="http://schemas.microsoft.com/office/drawing/2014/main" id="{09952CBF-7BD6-459D-A687-91DA23C34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1610359"/>
            <a:ext cx="6595109" cy="2818130"/>
          </a:xfrm>
          <a:custGeom xmlns:a="http://schemas.openxmlformats.org/drawingml/2006/main">
            <a:rect l="l" t="t" r="r" b="b"/>
            <a:pathLst>
              <a:path w="6595109" h="2818129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2754217"/>
                </a:lnTo>
                <a:lnTo>
                  <a:pt x="4985" y="2778948"/>
                </a:lnTo>
                <a:lnTo>
                  <a:pt x="18586" y="2799130"/>
                </a:lnTo>
                <a:lnTo>
                  <a:pt x="38769" y="2812731"/>
                </a:lnTo>
                <a:lnTo>
                  <a:pt x="63500" y="2817717"/>
                </a:lnTo>
                <a:lnTo>
                  <a:pt x="6531300" y="2817717"/>
                </a:lnTo>
                <a:lnTo>
                  <a:pt x="6556030" y="2812731"/>
                </a:lnTo>
                <a:lnTo>
                  <a:pt x="6576213" y="2799130"/>
                </a:lnTo>
                <a:lnTo>
                  <a:pt x="6589814" y="2778948"/>
                </a:lnTo>
                <a:lnTo>
                  <a:pt x="6594800" y="2754217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object 14">
            <a:extLst xmlns:a="http://schemas.openxmlformats.org/drawingml/2006/main">
              <a:ext uri="{FF2B5EF4-FFF2-40B4-BE49-F238E27FC236}">
                <a16:creationId xmlns:a16="http://schemas.microsoft.com/office/drawing/2014/main" id="{2071B3FE-5856-48C3-B10B-B8710AEEF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1610359"/>
            <a:ext cx="6595109" cy="2818130"/>
          </a:xfrm>
          <a:custGeom xmlns:a="http://schemas.openxmlformats.org/drawingml/2006/main">
            <a:rect l="l" t="t" r="r" b="b"/>
            <a:pathLst>
              <a:path w="6595109" h="2818129">
                <a:moveTo>
                  <a:pt x="63500" y="2817717"/>
                </a:moveTo>
                <a:lnTo>
                  <a:pt x="6531300" y="2817717"/>
                </a:lnTo>
                <a:lnTo>
                  <a:pt x="6556030" y="2812731"/>
                </a:lnTo>
                <a:lnTo>
                  <a:pt x="6576213" y="2799130"/>
                </a:lnTo>
                <a:lnTo>
                  <a:pt x="6589814" y="2778948"/>
                </a:lnTo>
                <a:lnTo>
                  <a:pt x="6594800" y="2754217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2754217"/>
                </a:lnTo>
                <a:lnTo>
                  <a:pt x="4985" y="2778948"/>
                </a:lnTo>
                <a:lnTo>
                  <a:pt x="18586" y="2799130"/>
                </a:lnTo>
                <a:lnTo>
                  <a:pt x="38769" y="2812731"/>
                </a:lnTo>
                <a:lnTo>
                  <a:pt x="63500" y="2817717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72" name="object 1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9ec30501ada478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12324" y="1623059"/>
            <a:ext cx="6535351" cy="2792317"/>
          </a:xfrm>
          <a:prstGeom xmlns:a="http://schemas.openxmlformats.org/drawingml/2006/main" prst="rect">
            <a:avLst/>
          </a:prstGeom>
        </p:spPr>
      </p:pic>
      <p:sp>
        <p:nvSpPr>
          <p:cNvPr id="16" name="object 16">
            <a:extLst xmlns:a="http://schemas.openxmlformats.org/drawingml/2006/main">
              <a:ext uri="{FF2B5EF4-FFF2-40B4-BE49-F238E27FC236}">
                <a16:creationId xmlns:a16="http://schemas.microsoft.com/office/drawing/2014/main" id="{5DD1D8C7-C1C2-4686-BE90-2A438E7F2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3784" y="4478876"/>
            <a:ext cx="2632710" cy="14160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397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10"/>
              </a:spcBef>
              <a:buNone/>
            </a:pP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Figure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8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-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Track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Approvals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summary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and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document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timelines</a:t>
            </a:r>
            <a:endParaRPr sz="750">
              <a:latin typeface="Arial"/>
              <a:ea typeface="Arial"/>
              <a:cs typeface="Arial"/>
            </a:endParaRPr>
          </a:p>
        </p:txBody>
      </p:sp>
      <p:sp>
        <p:nvSpPr>
          <p:cNvPr id="18" name="object 18">
            <a:extLst xmlns:a="http://schemas.openxmlformats.org/drawingml/2006/main">
              <a:ext uri="{FF2B5EF4-FFF2-40B4-BE49-F238E27FC236}">
                <a16:creationId xmlns:a16="http://schemas.microsoft.com/office/drawing/2014/main" id="{F7FCC4E8-EFDE-4423-BF1A-5C756BEB7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4735416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59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59"/>
                </a:lnTo>
                <a:lnTo>
                  <a:pt x="6531300" y="403859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59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9" name="object 19">
            <a:extLst xmlns:a="http://schemas.openxmlformats.org/drawingml/2006/main">
              <a:ext uri="{FF2B5EF4-FFF2-40B4-BE49-F238E27FC236}">
                <a16:creationId xmlns:a16="http://schemas.microsoft.com/office/drawing/2014/main" id="{35F2EE4C-E757-486B-B4AB-A4BA8E7AC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4735416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3500" y="403859"/>
                </a:moveTo>
                <a:lnTo>
                  <a:pt x="6531300" y="403859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59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59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59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76" name="object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c97dea28af465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71500" y="4823046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21" name="object 21">
            <a:extLst xmlns:a="http://schemas.openxmlformats.org/drawingml/2006/main">
              <a:ext uri="{FF2B5EF4-FFF2-40B4-BE49-F238E27FC236}">
                <a16:creationId xmlns:a16="http://schemas.microsoft.com/office/drawing/2014/main" id="{1775FF3A-5DC3-4651-B0BD-DA6778512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15" y="4850986"/>
            <a:ext cx="89535" cy="162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  <a:endParaRPr sz="900">
              <a:latin typeface="Arial"/>
              <a:ea typeface="Arial"/>
              <a:cs typeface="Arial"/>
            </a:endParaRPr>
          </a:p>
        </p:txBody>
      </p:sp>
      <p:sp>
        <p:nvSpPr>
          <p:cNvPr id="22" name="object 22">
            <a:extLst xmlns:a="http://schemas.openxmlformats.org/drawingml/2006/main">
              <a:ext uri="{FF2B5EF4-FFF2-40B4-BE49-F238E27FC236}">
                <a16:creationId xmlns:a16="http://schemas.microsoft.com/office/drawing/2014/main" id="{55FFF093-E99C-42CD-8C8A-FE9B7B675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68060"/>
            <a:ext cx="2047875" cy="3086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3175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250"/>
              </a:spcBef>
              <a:buNone/>
            </a:pP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Start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with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My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submissions</a:t>
            </a:r>
            <a:endParaRPr sz="850">
              <a:latin typeface="Arial"/>
              <a:ea typeface="Arial"/>
              <a:cs typeface="Arial"/>
            </a:endParaRPr>
          </a:p>
          <a:p xmlns:a="http://schemas.openxmlformats.org/drawingml/2006/main">
            <a:pPr marL="12700">
              <a:lnSpc>
                <a:spcPct val="100000"/>
              </a:lnSpc>
              <a:spcBef>
                <a:spcPts val="150"/>
              </a:spcBef>
              <a:buNone/>
            </a:pP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Standard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users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see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documents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they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uploaded.</a:t>
            </a:r>
            <a:endParaRPr sz="750">
              <a:latin typeface="Arial MT"/>
              <a:ea typeface="Arial MT"/>
              <a:cs typeface="Arial MT"/>
            </a:endParaRPr>
          </a:p>
        </p:txBody>
      </p:sp>
      <p:sp>
        <p:nvSpPr>
          <p:cNvPr id="24" name="object 24">
            <a:extLst xmlns:a="http://schemas.openxmlformats.org/drawingml/2006/main">
              <a:ext uri="{FF2B5EF4-FFF2-40B4-BE49-F238E27FC236}">
                <a16:creationId xmlns:a16="http://schemas.microsoft.com/office/drawing/2014/main" id="{AA4E2342-E9BD-4C56-ACBE-3F675EFD6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5215477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5" name="object 25">
            <a:extLst xmlns:a="http://schemas.openxmlformats.org/drawingml/2006/main">
              <a:ext uri="{FF2B5EF4-FFF2-40B4-BE49-F238E27FC236}">
                <a16:creationId xmlns:a16="http://schemas.microsoft.com/office/drawing/2014/main" id="{BE0C882F-4A41-4CAF-B2D5-AA9741BD9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5215477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3500" y="403860"/>
                </a:move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81" name="object 2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c97dea28af465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71500" y="5303107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27" name="object 27">
            <a:extLst xmlns:a="http://schemas.openxmlformats.org/drawingml/2006/main">
              <a:ext uri="{FF2B5EF4-FFF2-40B4-BE49-F238E27FC236}">
                <a16:creationId xmlns:a16="http://schemas.microsoft.com/office/drawing/2014/main" id="{C4DD52C6-3F2A-4CA5-A74E-E89D9CEF0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15" y="5331046"/>
            <a:ext cx="89535" cy="162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  <a:endParaRPr sz="900">
              <a:latin typeface="Arial"/>
              <a:ea typeface="Arial"/>
              <a:cs typeface="Arial"/>
            </a:endParaRPr>
          </a:p>
        </p:txBody>
      </p:sp>
      <p:sp>
        <p:nvSpPr>
          <p:cNvPr id="28" name="object 28">
            <a:extLst xmlns:a="http://schemas.openxmlformats.org/drawingml/2006/main">
              <a:ext uri="{FF2B5EF4-FFF2-40B4-BE49-F238E27FC236}">
                <a16:creationId xmlns:a16="http://schemas.microsoft.com/office/drawing/2014/main" id="{643C8971-53D4-4BD7-88B5-EC2D607E5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48120"/>
            <a:ext cx="2422525" cy="3086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3175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250"/>
              </a:spcBef>
              <a:buNone/>
            </a:pP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Use All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documents when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authorized</a:t>
            </a:r>
            <a:endParaRPr sz="850">
              <a:latin typeface="Arial"/>
              <a:ea typeface="Arial"/>
              <a:cs typeface="Arial"/>
            </a:endParaRPr>
          </a:p>
          <a:p xmlns:a="http://schemas.openxmlformats.org/drawingml/2006/main">
            <a:pPr marL="12700">
              <a:lnSpc>
                <a:spcPct val="100000"/>
              </a:lnSpc>
              <a:spcBef>
                <a:spcPts val="150"/>
              </a:spcBef>
              <a:buNone/>
            </a:pP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High-level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users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can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switch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scope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to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review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all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records.</a:t>
            </a:r>
            <a:endParaRPr sz="750">
              <a:latin typeface="Arial MT"/>
              <a:ea typeface="Arial MT"/>
              <a:cs typeface="Arial MT"/>
            </a:endParaRPr>
          </a:p>
        </p:txBody>
      </p:sp>
      <p:sp>
        <p:nvSpPr>
          <p:cNvPr id="30" name="object 30">
            <a:extLst xmlns:a="http://schemas.openxmlformats.org/drawingml/2006/main">
              <a:ext uri="{FF2B5EF4-FFF2-40B4-BE49-F238E27FC236}">
                <a16:creationId xmlns:a16="http://schemas.microsoft.com/office/drawing/2014/main" id="{28F81108-3C84-43C2-8592-37CD55935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5695536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1" name="object 31">
            <a:extLst xmlns:a="http://schemas.openxmlformats.org/drawingml/2006/main">
              <a:ext uri="{FF2B5EF4-FFF2-40B4-BE49-F238E27FC236}">
                <a16:creationId xmlns:a16="http://schemas.microsoft.com/office/drawing/2014/main" id="{B300A325-0FF7-4B55-8866-921257E65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5695536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3500" y="403860"/>
                </a:move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86" name="object 3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c97dea28af465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71500" y="5783166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33" name="object 33">
            <a:extLst xmlns:a="http://schemas.openxmlformats.org/drawingml/2006/main">
              <a:ext uri="{FF2B5EF4-FFF2-40B4-BE49-F238E27FC236}">
                <a16:creationId xmlns:a16="http://schemas.microsoft.com/office/drawing/2014/main" id="{4C9E61B4-6237-4239-A96A-15C74557F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15" y="5811106"/>
            <a:ext cx="89535" cy="162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  <a:endParaRPr sz="900">
              <a:latin typeface="Arial"/>
              <a:ea typeface="Arial"/>
              <a:cs typeface="Arial"/>
            </a:endParaRPr>
          </a:p>
        </p:txBody>
      </p:sp>
      <p:sp>
        <p:nvSpPr>
          <p:cNvPr id="34" name="object 34">
            <a:extLst xmlns:a="http://schemas.openxmlformats.org/drawingml/2006/main">
              <a:ext uri="{FF2B5EF4-FFF2-40B4-BE49-F238E27FC236}">
                <a16:creationId xmlns:a16="http://schemas.microsoft.com/office/drawing/2014/main" id="{970FF22B-7295-44FC-8A25-E50E255EC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728180"/>
            <a:ext cx="2618740" cy="3086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3175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250"/>
              </a:spcBef>
              <a:buNone/>
            </a:pP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Filter by status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or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search</a:t>
            </a:r>
            <a:endParaRPr sz="850">
              <a:latin typeface="Arial"/>
              <a:ea typeface="Arial"/>
              <a:cs typeface="Arial"/>
            </a:endParaRPr>
          </a:p>
          <a:p xmlns:a="http://schemas.openxmlformats.org/drawingml/2006/main">
            <a:pPr marL="12700">
              <a:lnSpc>
                <a:spcPct val="100000"/>
              </a:lnSpc>
              <a:spcBef>
                <a:spcPts val="150"/>
              </a:spcBef>
              <a:buNone/>
            </a:pP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Narrow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list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to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pending,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approved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or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rejected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documents.</a:t>
            </a:r>
            <a:endParaRPr sz="750">
              <a:latin typeface="Arial MT"/>
              <a:ea typeface="Arial MT"/>
              <a:cs typeface="Arial MT"/>
            </a:endParaRPr>
          </a:p>
        </p:txBody>
      </p:sp>
      <p:sp>
        <p:nvSpPr>
          <p:cNvPr id="36" name="object 36">
            <a:extLst xmlns:a="http://schemas.openxmlformats.org/drawingml/2006/main">
              <a:ext uri="{FF2B5EF4-FFF2-40B4-BE49-F238E27FC236}">
                <a16:creationId xmlns:a16="http://schemas.microsoft.com/office/drawing/2014/main" id="{1C70DBFB-259E-4FB0-AE12-BDE1059A2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6175596"/>
            <a:ext cx="6595109" cy="403860"/>
          </a:xfrm>
          <a:custGeom xmlns:a="http://schemas.openxmlformats.org/drawingml/2006/main">
            <a:rect l="l" t="t" r="r" b="b"/>
            <a:pathLst>
              <a:path w="6595109" h="403859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7" name="object 37">
            <a:extLst xmlns:a="http://schemas.openxmlformats.org/drawingml/2006/main">
              <a:ext uri="{FF2B5EF4-FFF2-40B4-BE49-F238E27FC236}">
                <a16:creationId xmlns:a16="http://schemas.microsoft.com/office/drawing/2014/main" id="{781171C1-22F7-41FD-B4CD-9394EB342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6175596"/>
            <a:ext cx="6595109" cy="403860"/>
          </a:xfrm>
          <a:custGeom xmlns:a="http://schemas.openxmlformats.org/drawingml/2006/main">
            <a:rect l="l" t="t" r="r" b="b"/>
            <a:pathLst>
              <a:path w="6595109" h="403859">
                <a:moveTo>
                  <a:pt x="63500" y="403860"/>
                </a:move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91" name="object 3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c97dea28af465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71500" y="6263226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39" name="object 39">
            <a:extLst xmlns:a="http://schemas.openxmlformats.org/drawingml/2006/main">
              <a:ext uri="{FF2B5EF4-FFF2-40B4-BE49-F238E27FC236}">
                <a16:creationId xmlns:a16="http://schemas.microsoft.com/office/drawing/2014/main" id="{3A480EB5-6A34-4418-B501-660B5C905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15" y="6291166"/>
            <a:ext cx="89535" cy="162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  <a:endParaRPr sz="900">
              <a:latin typeface="Arial"/>
              <a:ea typeface="Arial"/>
              <a:cs typeface="Arial"/>
            </a:endParaRPr>
          </a:p>
        </p:txBody>
      </p:sp>
      <p:sp>
        <p:nvSpPr>
          <p:cNvPr id="40" name="object 40">
            <a:extLst xmlns:a="http://schemas.openxmlformats.org/drawingml/2006/main">
              <a:ext uri="{FF2B5EF4-FFF2-40B4-BE49-F238E27FC236}">
                <a16:creationId xmlns:a16="http://schemas.microsoft.com/office/drawing/2014/main" id="{115152A2-9A83-4EB6-882C-68E8AA0B1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208240"/>
            <a:ext cx="3188970" cy="3086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3175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250"/>
              </a:spcBef>
              <a:buNone/>
            </a:pP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Read the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timeline</a:t>
            </a:r>
            <a:endParaRPr sz="850">
              <a:latin typeface="Arial"/>
              <a:ea typeface="Arial"/>
              <a:cs typeface="Arial"/>
            </a:endParaRPr>
          </a:p>
          <a:p xmlns:a="http://schemas.openxmlformats.org/drawingml/2006/main">
            <a:pPr marL="12700">
              <a:lnSpc>
                <a:spcPct val="100000"/>
              </a:lnSpc>
              <a:spcBef>
                <a:spcPts val="150"/>
              </a:spcBef>
              <a:buNone/>
            </a:pP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Each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marker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shows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submission,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first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approval,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final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approval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or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rejection.</a:t>
            </a:r>
            <a:endParaRPr sz="750">
              <a:latin typeface="Arial MT"/>
              <a:ea typeface="Arial MT"/>
              <a:cs typeface="Arial MT"/>
            </a:endParaRPr>
          </a:p>
        </p:txBody>
      </p:sp>
      <p:sp>
        <p:nvSpPr>
          <p:cNvPr id="42" name="object 42">
            <a:extLst xmlns:a="http://schemas.openxmlformats.org/drawingml/2006/main">
              <a:ext uri="{FF2B5EF4-FFF2-40B4-BE49-F238E27FC236}">
                <a16:creationId xmlns:a16="http://schemas.microsoft.com/office/drawing/2014/main" id="{CAAC63E4-AB22-4006-806A-493012A37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6655656"/>
            <a:ext cx="6595109" cy="403860"/>
          </a:xfrm>
          <a:custGeom xmlns:a="http://schemas.openxmlformats.org/drawingml/2006/main">
            <a:rect l="l" t="t" r="r" b="b"/>
            <a:pathLst>
              <a:path w="6595109" h="403859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3" name="object 43">
            <a:extLst xmlns:a="http://schemas.openxmlformats.org/drawingml/2006/main">
              <a:ext uri="{FF2B5EF4-FFF2-40B4-BE49-F238E27FC236}">
                <a16:creationId xmlns:a16="http://schemas.microsoft.com/office/drawing/2014/main" id="{AE1158F5-E169-40A8-8FB8-0CAD253E8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6655656"/>
            <a:ext cx="6595109" cy="403860"/>
          </a:xfrm>
          <a:custGeom xmlns:a="http://schemas.openxmlformats.org/drawingml/2006/main">
            <a:rect l="l" t="t" r="r" b="b"/>
            <a:pathLst>
              <a:path w="6595109" h="403859">
                <a:moveTo>
                  <a:pt x="63500" y="403860"/>
                </a:move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96" name="object 4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c97dea28af465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71500" y="6743286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45" name="object 45">
            <a:extLst xmlns:a="http://schemas.openxmlformats.org/drawingml/2006/main">
              <a:ext uri="{FF2B5EF4-FFF2-40B4-BE49-F238E27FC236}">
                <a16:creationId xmlns:a16="http://schemas.microsoft.com/office/drawing/2014/main" id="{E94B2968-8469-4ACE-8CB1-5260B42E1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15" y="6771227"/>
            <a:ext cx="89535" cy="162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  <a:endParaRPr sz="900">
              <a:latin typeface="Arial"/>
              <a:ea typeface="Arial"/>
              <a:cs typeface="Arial"/>
            </a:endParaRPr>
          </a:p>
        </p:txBody>
      </p:sp>
      <p:sp>
        <p:nvSpPr>
          <p:cNvPr id="46" name="object 46">
            <a:extLst xmlns:a="http://schemas.openxmlformats.org/drawingml/2006/main">
              <a:ext uri="{FF2B5EF4-FFF2-40B4-BE49-F238E27FC236}">
                <a16:creationId xmlns:a16="http://schemas.microsoft.com/office/drawing/2014/main" id="{DA55D5F2-BBBC-4ECE-9F1B-F14D8D075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688301"/>
            <a:ext cx="3004185" cy="3086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3175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250"/>
              </a:spcBef>
              <a:buNone/>
            </a:pP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Open the source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record</a:t>
            </a:r>
            <a:endParaRPr sz="850">
              <a:latin typeface="Arial"/>
              <a:ea typeface="Arial"/>
              <a:cs typeface="Arial"/>
            </a:endParaRPr>
          </a:p>
          <a:p xmlns:a="http://schemas.openxmlformats.org/drawingml/2006/main">
            <a:pPr marL="12700">
              <a:lnSpc>
                <a:spcPct val="100000"/>
              </a:lnSpc>
              <a:spcBef>
                <a:spcPts val="150"/>
              </a:spcBef>
              <a:buNone/>
            </a:pP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Use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linked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document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or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review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action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when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follow-up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is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required.</a:t>
            </a:r>
            <a:endParaRPr sz="750">
              <a:latin typeface="Arial MT"/>
              <a:ea typeface="Arial MT"/>
              <a:cs typeface="Arial MT"/>
            </a:endParaRPr>
          </a:p>
        </p:txBody>
      </p:sp>
      <p:sp>
        <p:nvSpPr>
          <p:cNvPr id="48" name="object 48">
            <a:extLst xmlns:a="http://schemas.openxmlformats.org/drawingml/2006/main">
              <a:ext uri="{FF2B5EF4-FFF2-40B4-BE49-F238E27FC236}">
                <a16:creationId xmlns:a16="http://schemas.microsoft.com/office/drawing/2014/main" id="{02177159-2EB1-43C0-A4E2-E4B4E12E8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7135717"/>
            <a:ext cx="6595109" cy="518159"/>
          </a:xfrm>
          <a:custGeom xmlns:a="http://schemas.openxmlformats.org/drawingml/2006/main">
            <a:rect l="l" t="t" r="r" b="b"/>
            <a:pathLst>
              <a:path w="6595109" h="518159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454659"/>
                </a:lnTo>
                <a:lnTo>
                  <a:pt x="4985" y="479390"/>
                </a:lnTo>
                <a:lnTo>
                  <a:pt x="18586" y="499573"/>
                </a:lnTo>
                <a:lnTo>
                  <a:pt x="38769" y="513174"/>
                </a:lnTo>
                <a:lnTo>
                  <a:pt x="63500" y="518159"/>
                </a:lnTo>
                <a:lnTo>
                  <a:pt x="6531300" y="518159"/>
                </a:lnTo>
                <a:lnTo>
                  <a:pt x="6556030" y="513174"/>
                </a:lnTo>
                <a:lnTo>
                  <a:pt x="6576213" y="499573"/>
                </a:lnTo>
                <a:lnTo>
                  <a:pt x="6589814" y="479390"/>
                </a:lnTo>
                <a:lnTo>
                  <a:pt x="6594800" y="454659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E9F2F9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9" name="object 49">
            <a:extLst xmlns:a="http://schemas.openxmlformats.org/drawingml/2006/main">
              <a:ext uri="{FF2B5EF4-FFF2-40B4-BE49-F238E27FC236}">
                <a16:creationId xmlns:a16="http://schemas.microsoft.com/office/drawing/2014/main" id="{6B0FEB6D-2D46-4076-A3D6-C18A6B3B0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7135717"/>
            <a:ext cx="6595109" cy="518159"/>
          </a:xfrm>
          <a:custGeom xmlns:a="http://schemas.openxmlformats.org/drawingml/2006/main">
            <a:rect l="l" t="t" r="r" b="b"/>
            <a:pathLst>
              <a:path w="6595109" h="518159">
                <a:moveTo>
                  <a:pt x="63500" y="518159"/>
                </a:moveTo>
                <a:lnTo>
                  <a:pt x="6531300" y="518159"/>
                </a:lnTo>
                <a:lnTo>
                  <a:pt x="6556030" y="513174"/>
                </a:lnTo>
                <a:lnTo>
                  <a:pt x="6576213" y="499573"/>
                </a:lnTo>
                <a:lnTo>
                  <a:pt x="6589814" y="479390"/>
                </a:lnTo>
                <a:lnTo>
                  <a:pt x="6594800" y="454659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454659"/>
                </a:lnTo>
                <a:lnTo>
                  <a:pt x="4985" y="479390"/>
                </a:lnTo>
                <a:lnTo>
                  <a:pt x="18586" y="499573"/>
                </a:lnTo>
                <a:lnTo>
                  <a:pt x="38769" y="513174"/>
                </a:lnTo>
                <a:lnTo>
                  <a:pt x="63500" y="518159"/>
                </a:lnTo>
                <a:close/>
              </a:path>
            </a:pathLst>
          </a:custGeom>
          <a:ln xmlns:a="http://schemas.openxmlformats.org/drawingml/2006/main" w="6349">
            <a:solidFill>
              <a:srgbClr val="0877B8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0" name="object 50">
            <a:extLst xmlns:a="http://schemas.openxmlformats.org/drawingml/2006/main">
              <a:ext uri="{FF2B5EF4-FFF2-40B4-BE49-F238E27FC236}">
                <a16:creationId xmlns:a16="http://schemas.microsoft.com/office/drawing/2014/main" id="{ACC5B1B8-B18B-4EAE-A7D6-6FACC22C0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7135717"/>
            <a:ext cx="63500" cy="518159"/>
          </a:xfrm>
          <a:custGeom xmlns:a="http://schemas.openxmlformats.org/drawingml/2006/main">
            <a:rect l="l" t="t" r="r" b="b"/>
            <a:pathLst>
              <a:path w="63500" h="518159">
                <a:moveTo>
                  <a:pt x="63500" y="0"/>
                </a:moveTo>
                <a:lnTo>
                  <a:pt x="0" y="0"/>
                </a:lnTo>
                <a:lnTo>
                  <a:pt x="0" y="518159"/>
                </a:lnTo>
                <a:lnTo>
                  <a:pt x="63500" y="518159"/>
                </a:lnTo>
                <a:lnTo>
                  <a:pt x="63500" y="0"/>
                </a:lnTo>
                <a:close/>
              </a:path>
            </a:pathLst>
          </a:custGeom>
          <a:solidFill xmlns:a="http://schemas.openxmlformats.org/drawingml/2006/main">
            <a:srgbClr val="0877B8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1" name="object 51">
            <a:extLst xmlns:a="http://schemas.openxmlformats.org/drawingml/2006/main">
              <a:ext uri="{FF2B5EF4-FFF2-40B4-BE49-F238E27FC236}">
                <a16:creationId xmlns:a16="http://schemas.microsoft.com/office/drawing/2014/main" id="{4ED2CA71-ACAF-4096-824F-5BD1BA8D6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512" y="7196428"/>
            <a:ext cx="6494145" cy="33147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27940" rIns="0" bIns="0">
            <a:spAutoFit/>
          </a:bodyPr>
          <a:lstStyle xmlns:a="http://schemas.openxmlformats.org/drawingml/2006/main"/>
          <a:p xmlns:a="http://schemas.openxmlformats.org/drawingml/2006/main">
            <a:pPr marL="128270">
              <a:lnSpc>
                <a:spcPct val="100000"/>
              </a:lnSpc>
              <a:spcBef>
                <a:spcPts val="220"/>
              </a:spcBef>
              <a:buNone/>
            </a:pPr>
            <a:r>
              <a:rPr sz="10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Status </a:t>
            </a:r>
            <a:r>
              <a:rPr sz="10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interpretation</a:t>
            </a:r>
            <a:endParaRPr sz="1000">
              <a:latin typeface="Arial"/>
              <a:ea typeface="Arial"/>
              <a:cs typeface="Arial"/>
            </a:endParaRPr>
          </a:p>
          <a:p xmlns:a="http://schemas.openxmlformats.org/drawingml/2006/main">
            <a:pPr marL="128270">
              <a:lnSpc>
                <a:spcPct val="100000"/>
              </a:lnSpc>
              <a:spcBef>
                <a:spcPts val="120"/>
              </a:spcBef>
              <a:buNone/>
            </a:pP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green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timeline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is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complete.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red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marker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identifies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rejection.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neutral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future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marker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means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that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stage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has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not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yet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occurred.</a:t>
            </a:r>
            <a:endParaRPr sz="800">
              <a:latin typeface="Arial MT"/>
              <a:ea typeface="Arial MT"/>
              <a:cs typeface="Arial MT"/>
            </a:endParaRPr>
          </a:p>
        </p:txBody>
      </p:sp>
      <p:sp>
        <p:nvSpPr>
          <p:cNvPr id="52" name="object 52">
            <a:extLst xmlns:a="http://schemas.openxmlformats.org/drawingml/2006/main">
              <a:ext uri="{FF2B5EF4-FFF2-40B4-BE49-F238E27FC236}">
                <a16:creationId xmlns:a16="http://schemas.microsoft.com/office/drawing/2014/main" id="{828A5256-F755-466E-B717-440A2E4B0210}"/>
              </a:ext>
            </a:extLst>
          </p:cNvPr>
          <p:cNvSpPr>
            <a:spLocks xmlns:a="http://schemas.openxmlformats.org/drawingml/2006/main" noGrp="1"/>
          </p:cNvSpPr>
          <p:nvPr>
            <p:ph type="ft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6985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55"/>
              </a:spcBef>
              <a:buNone/>
            </a:pPr>
            <a:r>
              <a:t>Internal</a:t>
            </a:r>
            <a:r>
              <a:t> </a:t>
            </a:r>
            <a:r>
              <a:t>user</a:t>
            </a:r>
            <a:r>
              <a:t> </a:t>
            </a:r>
            <a:r>
              <a:t>guide</a:t>
            </a:r>
            <a:r>
              <a:t> </a:t>
            </a:r>
            <a:r>
              <a:t>-</a:t>
            </a:r>
            <a:r>
              <a:t> </a:t>
            </a:r>
            <a:r>
              <a:t>controlled</a:t>
            </a:r>
            <a:r>
              <a:t> </a:t>
            </a:r>
            <a:r>
              <a:t>copy</a:t>
            </a:r>
            <a:r>
              <a:t> </a:t>
            </a:r>
            <a:r>
              <a:t>when</a:t>
            </a:r>
            <a:r>
              <a:t> </a:t>
            </a:r>
            <a:r>
              <a:t>viewed</a:t>
            </a:r>
            <a:r>
              <a:t> </a:t>
            </a:r>
            <a:r>
              <a:t>in</a:t>
            </a:r>
            <a:r>
              <a:t> </a:t>
            </a:r>
            <a:r>
              <a:t>the</a:t>
            </a:r>
            <a:r>
              <a:t> </a:t>
            </a:r>
            <a:r>
              <a:t>DMS</a:t>
            </a:r>
            <a:r>
              <a:t> </a:t>
            </a:r>
            <a:r>
              <a:t>portal</a:t>
            </a:r>
          </a:p>
        </p:txBody>
      </p:sp>
      <p:sp>
        <p:nvSpPr>
          <p:cNvPr id="53" name="object 53">
            <a:extLst xmlns:a="http://schemas.openxmlformats.org/drawingml/2006/main">
              <a:ext uri="{FF2B5EF4-FFF2-40B4-BE49-F238E27FC236}">
                <a16:creationId xmlns:a16="http://schemas.microsoft.com/office/drawing/2014/main" id="{2D06DD02-27DE-4924-B678-290C86782B17}"/>
              </a:ext>
            </a:extLst>
          </p:cNvPr>
          <p:cNvSpPr>
            <a:spLocks xmlns:a="http://schemas.openxmlformats.org/drawingml/2006/main" noGrp="1"/>
          </p:cNvSpPr>
          <p:nvPr>
            <p:ph type="dt" idx="6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6985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55"/>
              </a:spcBef>
              <a:buNone/>
            </a:pPr>
            <a:r>
              <a:t>Smart</a:t>
            </a:r>
            <a:r>
              <a:t> </a:t>
            </a:r>
            <a:r>
              <a:t>DMS</a:t>
            </a:r>
            <a:r>
              <a:t> </a:t>
            </a:r>
            <a:r>
              <a:t>v2.0.0</a:t>
            </a:r>
          </a:p>
        </p:txBody>
      </p:sp>
    </p:spTree>
    <p:extLst>
      <p:ext uri="{BB962C8B-B14F-4D97-AF65-F5344CB8AC3E}">
        <p14:creationId xmlns:p14="http://schemas.microsoft.com/office/powerpoint/2010/main" val="1205962211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object 2">
            <a:extLst xmlns:a="http://schemas.openxmlformats.org/drawingml/2006/main">
              <a:ext uri="{FF2B5EF4-FFF2-40B4-BE49-F238E27FC236}">
                <a16:creationId xmlns:a16="http://schemas.microsoft.com/office/drawing/2014/main" id="{8F6BEC0F-BE23-4B86-80EA-D694C7677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9100" y="156971"/>
            <a:ext cx="1671955" cy="330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065" rIns="0" bIns="0">
            <a:spAutoFit/>
          </a:bodyPr>
          <a:lstStyle xmlns:a="http://schemas.openxmlformats.org/drawingml/2006/main"/>
          <a:p xmlns:a="http://schemas.openxmlformats.org/drawingml/2006/main">
            <a:pPr marL="12700" marR="5080">
              <a:lnSpc>
                <a:spcPct val="153800"/>
              </a:lnSpc>
              <a:spcBef>
                <a:spcPts val="95"/>
              </a:spcBef>
              <a:buNone/>
            </a:pP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ZF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Rane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Automotive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India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PVT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LTD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-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SGD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Smart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DMS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Portal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User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Manual</a:t>
            </a:r>
            <a:endParaRPr sz="650">
              <a:latin typeface="Arial MT"/>
              <a:ea typeface="Arial MT"/>
              <a:cs typeface="Arial MT"/>
            </a:endParaRPr>
          </a:p>
        </p:txBody>
      </p:sp>
      <p:graphicFrame>
        <p:nvGraphicFramePr>
          <p:cNvPr id="62" name="object 3"/>
          <p:cNvGraphicFramePr/>
          <p:nvPr/>
        </p:nvGraphicFramePr>
        <p:xfrm>
          <a:off xmlns:a="http://schemas.openxmlformats.org/drawingml/2006/main" x="4178625" y="161924"/>
          <a:ext xmlns:a="http://schemas.openxmlformats.org/drawingml/2006/main" cx="2978150" cy="444500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47800"/>
                <a:gridCol w="1447800"/>
              </a:tblGrid>
              <a:tr h="222250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50"/>
                        </a:spcBef>
                        <a:buNone/>
                      </a:pP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Document: DMS-UM-001</a:t>
                      </a:r>
                      <a:endParaRPr sz="6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985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50"/>
                        </a:spcBef>
                        <a:buNone/>
                      </a:pP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Revision: 1.3</a:t>
                      </a:r>
                      <a:endParaRPr sz="6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985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</a:tr>
              <a:tr h="222250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00"/>
                        </a:spcBef>
                        <a:buNone/>
                      </a:pP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Effective: 10-Aug-2026</a:t>
                      </a:r>
                      <a:endParaRPr sz="6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350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00"/>
                        </a:spcBef>
                        <a:buNone/>
                      </a:pP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Page: 17 of 27</a:t>
                      </a:r>
                      <a:endParaRPr sz="6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350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5" name="object 5">
            <a:extLst xmlns:a="http://schemas.openxmlformats.org/drawingml/2006/main">
              <a:ext uri="{FF2B5EF4-FFF2-40B4-BE49-F238E27FC236}">
                <a16:creationId xmlns:a16="http://schemas.microsoft.com/office/drawing/2014/main" id="{B6D2D55D-C717-4668-9D70-F1D22D40A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774699"/>
            <a:ext cx="7560309" cy="431800"/>
          </a:xfrm>
          <a:custGeom xmlns:a="http://schemas.openxmlformats.org/drawingml/2006/main">
            <a:rect l="l" t="t" r="r" b="b"/>
            <a:pathLst>
              <a:path w="7560309" h="431800">
                <a:moveTo>
                  <a:pt x="7560000" y="0"/>
                </a:moveTo>
                <a:lnTo>
                  <a:pt x="0" y="0"/>
                </a:lnTo>
                <a:lnTo>
                  <a:pt x="0" y="431800"/>
                </a:lnTo>
                <a:lnTo>
                  <a:pt x="7560000" y="431800"/>
                </a:lnTo>
                <a:lnTo>
                  <a:pt x="7560000" y="0"/>
                </a:lnTo>
                <a:close/>
              </a:path>
            </a:pathLst>
          </a:custGeom>
          <a:solidFill xmlns:a="http://schemas.openxmlformats.org/drawingml/2006/main">
            <a:srgbClr val="0877B8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object 6">
            <a:extLst xmlns:a="http://schemas.openxmlformats.org/drawingml/2006/main">
              <a:ext uri="{FF2B5EF4-FFF2-40B4-BE49-F238E27FC236}">
                <a16:creationId xmlns:a16="http://schemas.microsoft.com/office/drawing/2014/main" id="{A91B5F3C-2AB0-49EE-8C95-20D8CB384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863599"/>
            <a:ext cx="533400" cy="254000"/>
          </a:xfrm>
          <a:custGeom xmlns:a="http://schemas.openxmlformats.org/drawingml/2006/main">
            <a:rect l="l" t="t" r="r" b="b"/>
            <a:pathLst>
              <a:path w="533400" h="254000">
                <a:moveTo>
                  <a:pt x="4699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190500"/>
                </a:lnTo>
                <a:lnTo>
                  <a:pt x="4985" y="215230"/>
                </a:lnTo>
                <a:lnTo>
                  <a:pt x="18586" y="235413"/>
                </a:lnTo>
                <a:lnTo>
                  <a:pt x="38769" y="249014"/>
                </a:lnTo>
                <a:lnTo>
                  <a:pt x="63500" y="254000"/>
                </a:lnTo>
                <a:lnTo>
                  <a:pt x="469900" y="254000"/>
                </a:lnTo>
                <a:lnTo>
                  <a:pt x="494630" y="249014"/>
                </a:lnTo>
                <a:lnTo>
                  <a:pt x="514813" y="235413"/>
                </a:lnTo>
                <a:lnTo>
                  <a:pt x="528414" y="215230"/>
                </a:lnTo>
                <a:lnTo>
                  <a:pt x="533400" y="190500"/>
                </a:lnTo>
                <a:lnTo>
                  <a:pt x="533400" y="63500"/>
                </a:lnTo>
                <a:lnTo>
                  <a:pt x="528414" y="38769"/>
                </a:lnTo>
                <a:lnTo>
                  <a:pt x="514813" y="18586"/>
                </a:lnTo>
                <a:lnTo>
                  <a:pt x="494630" y="4985"/>
                </a:lnTo>
                <a:lnTo>
                  <a:pt x="469900" y="0"/>
                </a:lnTo>
                <a:close/>
              </a:path>
            </a:pathLst>
          </a:custGeom>
          <a:solidFill xmlns:a="http://schemas.openxmlformats.org/drawingml/2006/main">
            <a:srgbClr val="F7B800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object 7">
            <a:extLst xmlns:a="http://schemas.openxmlformats.org/drawingml/2006/main">
              <a:ext uri="{FF2B5EF4-FFF2-40B4-BE49-F238E27FC236}">
                <a16:creationId xmlns:a16="http://schemas.microsoft.com/office/drawing/2014/main" id="{F2853992-0298-4B88-ADAF-8E7814381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981" y="920750"/>
            <a:ext cx="167005" cy="1473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8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7.1</a:t>
            </a:r>
            <a:endParaRPr sz="800">
              <a:latin typeface="Arial"/>
              <a:ea typeface="Arial"/>
              <a:cs typeface="Arial"/>
            </a:endParaRPr>
          </a:p>
        </p:txBody>
      </p:sp>
      <p:sp>
        <p:nvSpPr>
          <p:cNvPr id="8" name="object 8">
            <a:extLst xmlns:a="http://schemas.openxmlformats.org/drawingml/2006/main">
              <a:ext uri="{FF2B5EF4-FFF2-40B4-BE49-F238E27FC236}">
                <a16:creationId xmlns:a16="http://schemas.microsoft.com/office/drawing/2014/main" id="{7C7AD873-8508-4F92-91E3-6C62CF64C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300" y="863600"/>
            <a:ext cx="2735580" cy="25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Browse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the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Document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Library</a:t>
            </a:r>
            <a:endParaRPr sz="1500">
              <a:latin typeface="Arial"/>
              <a:ea typeface="Arial"/>
              <a:cs typeface="Arial"/>
            </a:endParaRPr>
          </a:p>
        </p:txBody>
      </p:sp>
      <p:sp>
        <p:nvSpPr>
          <p:cNvPr id="9" name="object 9">
            <a:extLst xmlns:a="http://schemas.openxmlformats.org/drawingml/2006/main">
              <a:ext uri="{FF2B5EF4-FFF2-40B4-BE49-F238E27FC236}">
                <a16:creationId xmlns:a16="http://schemas.microsoft.com/office/drawing/2014/main" id="{FA3B2C16-3D8D-43C2-B22E-24792F992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600" y="10298300"/>
            <a:ext cx="6595109" cy="0"/>
          </a:xfrm>
          <a:custGeom xmlns:a="http://schemas.openxmlformats.org/drawingml/2006/main">
            <a:rect l="l" t="t" r="r" b="b"/>
            <a:pathLst>
              <a:path w="6595109" h="0">
                <a:moveTo>
                  <a:pt x="0" y="0"/>
                </a:moveTo>
                <a:lnTo>
                  <a:pt x="6594800" y="0"/>
                </a:lnTo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object 10">
            <a:extLst xmlns:a="http://schemas.openxmlformats.org/drawingml/2006/main">
              <a:ext uri="{FF2B5EF4-FFF2-40B4-BE49-F238E27FC236}">
                <a16:creationId xmlns:a16="http://schemas.microsoft.com/office/drawing/2014/main" id="{47FAC530-08F7-443E-B881-EAE2E0C10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900" y="1358899"/>
            <a:ext cx="3458210" cy="2590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524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20"/>
              </a:spcBef>
              <a:buNone/>
            </a:pP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 library landing page shows six access-aware folders; each folder opens on a dedicated page.</a:t>
            </a:r>
            <a:endParaRPr sz="800">
              <a:latin typeface="Arial MT"/>
              <a:ea typeface="Arial MT"/>
              <a:cs typeface="Arial MT"/>
            </a:endParaRPr>
          </a:p>
        </p:txBody>
      </p:sp>
      <p:sp>
        <p:nvSpPr>
          <p:cNvPr id="12" name="object 12">
            <a:extLst xmlns:a="http://schemas.openxmlformats.org/drawingml/2006/main">
              <a:ext uri="{FF2B5EF4-FFF2-40B4-BE49-F238E27FC236}">
                <a16:creationId xmlns:a16="http://schemas.microsoft.com/office/drawing/2014/main" id="{F352854F-258C-4E3F-BA08-4550EA162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0700" y="1648459"/>
            <a:ext cx="6595109" cy="2818130"/>
          </a:xfrm>
          <a:custGeom xmlns:a="http://schemas.openxmlformats.org/drawingml/2006/main">
            <a:rect l="l" t="t" r="r" b="b"/>
            <a:pathLst>
              <a:path w="6595109" h="2818129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2754217"/>
                </a:lnTo>
                <a:lnTo>
                  <a:pt x="4985" y="2778948"/>
                </a:lnTo>
                <a:lnTo>
                  <a:pt x="18586" y="2799130"/>
                </a:lnTo>
                <a:lnTo>
                  <a:pt x="38769" y="2812731"/>
                </a:lnTo>
                <a:lnTo>
                  <a:pt x="63500" y="2817717"/>
                </a:lnTo>
                <a:lnTo>
                  <a:pt x="6531300" y="2817717"/>
                </a:lnTo>
                <a:lnTo>
                  <a:pt x="6556030" y="2812731"/>
                </a:lnTo>
                <a:lnTo>
                  <a:pt x="6576213" y="2799130"/>
                </a:lnTo>
                <a:lnTo>
                  <a:pt x="6589814" y="2778948"/>
                </a:lnTo>
                <a:lnTo>
                  <a:pt x="6594800" y="2754217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D6E1ED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object 13">
            <a:extLst xmlns:a="http://schemas.openxmlformats.org/drawingml/2006/main">
              <a:ext uri="{FF2B5EF4-FFF2-40B4-BE49-F238E27FC236}">
                <a16:creationId xmlns:a16="http://schemas.microsoft.com/office/drawing/2014/main" id="{1B0ED19A-A6C1-4FD0-858E-4D415C247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1610359"/>
            <a:ext cx="6595109" cy="2818130"/>
          </a:xfrm>
          <a:custGeom xmlns:a="http://schemas.openxmlformats.org/drawingml/2006/main">
            <a:rect l="l" t="t" r="r" b="b"/>
            <a:pathLst>
              <a:path w="6595109" h="2818129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2754217"/>
                </a:lnTo>
                <a:lnTo>
                  <a:pt x="4985" y="2778948"/>
                </a:lnTo>
                <a:lnTo>
                  <a:pt x="18586" y="2799130"/>
                </a:lnTo>
                <a:lnTo>
                  <a:pt x="38769" y="2812731"/>
                </a:lnTo>
                <a:lnTo>
                  <a:pt x="63500" y="2817717"/>
                </a:lnTo>
                <a:lnTo>
                  <a:pt x="6531300" y="2817717"/>
                </a:lnTo>
                <a:lnTo>
                  <a:pt x="6556030" y="2812731"/>
                </a:lnTo>
                <a:lnTo>
                  <a:pt x="6576213" y="2799130"/>
                </a:lnTo>
                <a:lnTo>
                  <a:pt x="6589814" y="2778948"/>
                </a:lnTo>
                <a:lnTo>
                  <a:pt x="6594800" y="2754217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object 14">
            <a:extLst xmlns:a="http://schemas.openxmlformats.org/drawingml/2006/main">
              <a:ext uri="{FF2B5EF4-FFF2-40B4-BE49-F238E27FC236}">
                <a16:creationId xmlns:a16="http://schemas.microsoft.com/office/drawing/2014/main" id="{BAEEB796-7B41-4803-B047-9A7F952D7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1610359"/>
            <a:ext cx="6595109" cy="2818130"/>
          </a:xfrm>
          <a:custGeom xmlns:a="http://schemas.openxmlformats.org/drawingml/2006/main">
            <a:rect l="l" t="t" r="r" b="b"/>
            <a:pathLst>
              <a:path w="6595109" h="2818129">
                <a:moveTo>
                  <a:pt x="63500" y="2817717"/>
                </a:moveTo>
                <a:lnTo>
                  <a:pt x="6531300" y="2817717"/>
                </a:lnTo>
                <a:lnTo>
                  <a:pt x="6556030" y="2812731"/>
                </a:lnTo>
                <a:lnTo>
                  <a:pt x="6576213" y="2799130"/>
                </a:lnTo>
                <a:lnTo>
                  <a:pt x="6589814" y="2778948"/>
                </a:lnTo>
                <a:lnTo>
                  <a:pt x="6594800" y="2754217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2754217"/>
                </a:lnTo>
                <a:lnTo>
                  <a:pt x="4985" y="2778948"/>
                </a:lnTo>
                <a:lnTo>
                  <a:pt x="18586" y="2799130"/>
                </a:lnTo>
                <a:lnTo>
                  <a:pt x="38769" y="2812731"/>
                </a:lnTo>
                <a:lnTo>
                  <a:pt x="63500" y="2817717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72" name="object 1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e7b58af16d432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12324" y="1623059"/>
            <a:ext cx="6535351" cy="2792317"/>
          </a:xfrm>
          <a:prstGeom xmlns:a="http://schemas.openxmlformats.org/drawingml/2006/main" prst="rect">
            <a:avLst/>
          </a:prstGeom>
        </p:spPr>
      </p:pic>
      <p:sp>
        <p:nvSpPr>
          <p:cNvPr id="16" name="object 16">
            <a:extLst xmlns:a="http://schemas.openxmlformats.org/drawingml/2006/main">
              <a:ext uri="{FF2B5EF4-FFF2-40B4-BE49-F238E27FC236}">
                <a16:creationId xmlns:a16="http://schemas.microsoft.com/office/drawing/2014/main" id="{FA4281CA-196F-4C2E-8494-12D49D38F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2942" y="4478876"/>
            <a:ext cx="1994535" cy="24257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397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10"/>
              </a:spcBef>
              <a:buNone/>
            </a:pP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Figure 9 - Current Document Library folder landing page</a:t>
            </a:r>
            <a:endParaRPr sz="750">
              <a:latin typeface="Arial"/>
              <a:ea typeface="Arial"/>
              <a:cs typeface="Arial"/>
            </a:endParaRPr>
          </a:p>
        </p:txBody>
      </p:sp>
      <p:sp>
        <p:nvSpPr>
          <p:cNvPr id="18" name="object 18">
            <a:extLst xmlns:a="http://schemas.openxmlformats.org/drawingml/2006/main">
              <a:ext uri="{FF2B5EF4-FFF2-40B4-BE49-F238E27FC236}">
                <a16:creationId xmlns:a16="http://schemas.microsoft.com/office/drawing/2014/main" id="{570F97EF-F126-4A59-9554-7A924A2F0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4735416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59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59"/>
                </a:lnTo>
                <a:lnTo>
                  <a:pt x="6531300" y="403859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59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9" name="object 19">
            <a:extLst xmlns:a="http://schemas.openxmlformats.org/drawingml/2006/main">
              <a:ext uri="{FF2B5EF4-FFF2-40B4-BE49-F238E27FC236}">
                <a16:creationId xmlns:a16="http://schemas.microsoft.com/office/drawing/2014/main" id="{D95A1821-FA61-46DC-921C-E662E1EE5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4735416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3500" y="403859"/>
                </a:moveTo>
                <a:lnTo>
                  <a:pt x="6531300" y="403859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59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59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59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76" name="object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4796d76f58474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71500" y="4823046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21" name="object 21">
            <a:extLst xmlns:a="http://schemas.openxmlformats.org/drawingml/2006/main">
              <a:ext uri="{FF2B5EF4-FFF2-40B4-BE49-F238E27FC236}">
                <a16:creationId xmlns:a16="http://schemas.microsoft.com/office/drawing/2014/main" id="{0215BD21-87CB-41CA-9B2C-CE85B7013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15" y="4850986"/>
            <a:ext cx="89535" cy="162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  <a:endParaRPr sz="900">
              <a:latin typeface="Arial"/>
              <a:ea typeface="Arial"/>
              <a:cs typeface="Arial"/>
            </a:endParaRPr>
          </a:p>
        </p:txBody>
      </p:sp>
      <p:sp>
        <p:nvSpPr>
          <p:cNvPr id="22" name="object 22">
            <a:extLst xmlns:a="http://schemas.openxmlformats.org/drawingml/2006/main">
              <a:ext uri="{FF2B5EF4-FFF2-40B4-BE49-F238E27FC236}">
                <a16:creationId xmlns:a16="http://schemas.microsoft.com/office/drawing/2014/main" id="{9CC9E1A5-E401-43E4-A5D1-31D9BF28C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68060"/>
            <a:ext cx="1292225" cy="3086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3175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250"/>
              </a:spcBef>
              <a:buNone/>
            </a:pP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Open Document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Library</a:t>
            </a:r>
            <a:endParaRPr sz="850">
              <a:latin typeface="Arial"/>
              <a:ea typeface="Arial"/>
              <a:cs typeface="Arial"/>
            </a:endParaRPr>
          </a:p>
          <a:p xmlns:a="http://schemas.openxmlformats.org/drawingml/2006/main">
            <a:pPr marL="12700">
              <a:lnSpc>
                <a:spcPct val="100000"/>
              </a:lnSpc>
              <a:spcBef>
                <a:spcPts val="150"/>
              </a:spcBef>
              <a:buNone/>
            </a:pP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Use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left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navigation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menu.</a:t>
            </a:r>
            <a:endParaRPr sz="750">
              <a:latin typeface="Arial MT"/>
              <a:ea typeface="Arial MT"/>
              <a:cs typeface="Arial MT"/>
            </a:endParaRPr>
          </a:p>
        </p:txBody>
      </p:sp>
      <p:sp>
        <p:nvSpPr>
          <p:cNvPr id="24" name="object 24">
            <a:extLst xmlns:a="http://schemas.openxmlformats.org/drawingml/2006/main">
              <a:ext uri="{FF2B5EF4-FFF2-40B4-BE49-F238E27FC236}">
                <a16:creationId xmlns:a16="http://schemas.microsoft.com/office/drawing/2014/main" id="{7B4FE6C3-BB8A-4219-8C81-92E83847D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5215477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5" name="object 25">
            <a:extLst xmlns:a="http://schemas.openxmlformats.org/drawingml/2006/main">
              <a:ext uri="{FF2B5EF4-FFF2-40B4-BE49-F238E27FC236}">
                <a16:creationId xmlns:a16="http://schemas.microsoft.com/office/drawing/2014/main" id="{C584B395-9BC9-4E9E-951C-8C02BBB98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5215477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3500" y="403860"/>
                </a:move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81" name="object 2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4796d76f58474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71500" y="5303107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27" name="object 27">
            <a:extLst xmlns:a="http://schemas.openxmlformats.org/drawingml/2006/main">
              <a:ext uri="{FF2B5EF4-FFF2-40B4-BE49-F238E27FC236}">
                <a16:creationId xmlns:a16="http://schemas.microsoft.com/office/drawing/2014/main" id="{29C46FE4-E53F-4EE6-8303-B0A831282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15" y="5331046"/>
            <a:ext cx="89535" cy="162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  <a:endParaRPr sz="900">
              <a:latin typeface="Arial"/>
              <a:ea typeface="Arial"/>
              <a:cs typeface="Arial"/>
            </a:endParaRPr>
          </a:p>
        </p:txBody>
      </p:sp>
      <p:sp>
        <p:nvSpPr>
          <p:cNvPr id="28" name="object 28">
            <a:extLst xmlns:a="http://schemas.openxmlformats.org/drawingml/2006/main">
              <a:ext uri="{FF2B5EF4-FFF2-40B4-BE49-F238E27FC236}">
                <a16:creationId xmlns:a16="http://schemas.microsoft.com/office/drawing/2014/main" id="{DC9AB9FC-E115-4E72-87CD-E3A5EE531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48120"/>
            <a:ext cx="4211320" cy="3086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3175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250"/>
              </a:spcBef>
              <a:buNone/>
            </a:pP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Choose a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category</a:t>
            </a:r>
            <a:endParaRPr sz="850">
              <a:latin typeface="Arial"/>
              <a:ea typeface="Arial"/>
              <a:cs typeface="Arial"/>
            </a:endParaRPr>
          </a:p>
          <a:p xmlns:a="http://schemas.openxmlformats.org/drawingml/2006/main">
            <a:pPr marL="12700">
              <a:lnSpc>
                <a:spcPct val="100000"/>
              </a:lnSpc>
              <a:spcBef>
                <a:spcPts val="150"/>
              </a:spcBef>
              <a:buNone/>
            </a:pP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Select QMS, CSR, Core Tools, Score Card, EOHMS, or Awards and Certifications.</a:t>
            </a:r>
            <a:endParaRPr sz="750">
              <a:latin typeface="Arial MT"/>
              <a:ea typeface="Arial MT"/>
              <a:cs typeface="Arial MT"/>
            </a:endParaRPr>
          </a:p>
        </p:txBody>
      </p:sp>
      <p:sp>
        <p:nvSpPr>
          <p:cNvPr id="30" name="object 30">
            <a:extLst xmlns:a="http://schemas.openxmlformats.org/drawingml/2006/main">
              <a:ext uri="{FF2B5EF4-FFF2-40B4-BE49-F238E27FC236}">
                <a16:creationId xmlns:a16="http://schemas.microsoft.com/office/drawing/2014/main" id="{F925B86C-F238-44D2-BCA0-59A7BDA27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5695536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1" name="object 31">
            <a:extLst xmlns:a="http://schemas.openxmlformats.org/drawingml/2006/main">
              <a:ext uri="{FF2B5EF4-FFF2-40B4-BE49-F238E27FC236}">
                <a16:creationId xmlns:a16="http://schemas.microsoft.com/office/drawing/2014/main" id="{B513F22D-52D1-4568-9AE4-585E845C6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5695536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3500" y="403860"/>
                </a:move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86" name="object 3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4796d76f58474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71500" y="5783166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33" name="object 33">
            <a:extLst xmlns:a="http://schemas.openxmlformats.org/drawingml/2006/main">
              <a:ext uri="{FF2B5EF4-FFF2-40B4-BE49-F238E27FC236}">
                <a16:creationId xmlns:a16="http://schemas.microsoft.com/office/drawing/2014/main" id="{7A21F07F-2565-4D3C-AA48-F5579F515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15" y="5811106"/>
            <a:ext cx="89535" cy="162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  <a:endParaRPr sz="900">
              <a:latin typeface="Arial"/>
              <a:ea typeface="Arial"/>
              <a:cs typeface="Arial"/>
            </a:endParaRPr>
          </a:p>
        </p:txBody>
      </p:sp>
      <p:sp>
        <p:nvSpPr>
          <p:cNvPr id="34" name="object 34">
            <a:extLst xmlns:a="http://schemas.openxmlformats.org/drawingml/2006/main">
              <a:ext uri="{FF2B5EF4-FFF2-40B4-BE49-F238E27FC236}">
                <a16:creationId xmlns:a16="http://schemas.microsoft.com/office/drawing/2014/main" id="{A77994CD-62D2-47EE-BE52-4B309A919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728180"/>
            <a:ext cx="3537585" cy="3086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3175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250"/>
              </a:spcBef>
              <a:buNone/>
            </a:pP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Read access-aware counts</a:t>
            </a:r>
            <a:endParaRPr sz="850">
              <a:latin typeface="Arial"/>
              <a:ea typeface="Arial"/>
              <a:cs typeface="Arial"/>
            </a:endParaRPr>
          </a:p>
          <a:p xmlns:a="http://schemas.openxmlformats.org/drawingml/2006/main">
            <a:pPr marL="12700">
              <a:lnSpc>
                <a:spcPct val="100000"/>
              </a:lnSpc>
              <a:spcBef>
                <a:spcPts val="150"/>
              </a:spcBef>
              <a:buNone/>
            </a:pP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Counts show approved files visible to your access level and department.</a:t>
            </a:r>
            <a:endParaRPr sz="750">
              <a:latin typeface="Arial MT"/>
              <a:ea typeface="Arial MT"/>
              <a:cs typeface="Arial MT"/>
            </a:endParaRPr>
          </a:p>
        </p:txBody>
      </p:sp>
      <p:sp>
        <p:nvSpPr>
          <p:cNvPr id="36" name="object 36">
            <a:extLst xmlns:a="http://schemas.openxmlformats.org/drawingml/2006/main">
              <a:ext uri="{FF2B5EF4-FFF2-40B4-BE49-F238E27FC236}">
                <a16:creationId xmlns:a16="http://schemas.microsoft.com/office/drawing/2014/main" id="{21B3BE3E-C32D-4C04-94C5-14FD75C99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6175596"/>
            <a:ext cx="6595109" cy="403860"/>
          </a:xfrm>
          <a:custGeom xmlns:a="http://schemas.openxmlformats.org/drawingml/2006/main">
            <a:rect l="l" t="t" r="r" b="b"/>
            <a:pathLst>
              <a:path w="6595109" h="403859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7" name="object 37">
            <a:extLst xmlns:a="http://schemas.openxmlformats.org/drawingml/2006/main">
              <a:ext uri="{FF2B5EF4-FFF2-40B4-BE49-F238E27FC236}">
                <a16:creationId xmlns:a16="http://schemas.microsoft.com/office/drawing/2014/main" id="{7DA3CC40-C977-401F-8E53-C1DDBCFDD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6175596"/>
            <a:ext cx="6595109" cy="403860"/>
          </a:xfrm>
          <a:custGeom xmlns:a="http://schemas.openxmlformats.org/drawingml/2006/main">
            <a:rect l="l" t="t" r="r" b="b"/>
            <a:pathLst>
              <a:path w="6595109" h="403859">
                <a:moveTo>
                  <a:pt x="63500" y="403860"/>
                </a:move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91" name="object 3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4796d76f58474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71500" y="6263226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39" name="object 39">
            <a:extLst xmlns:a="http://schemas.openxmlformats.org/drawingml/2006/main">
              <a:ext uri="{FF2B5EF4-FFF2-40B4-BE49-F238E27FC236}">
                <a16:creationId xmlns:a16="http://schemas.microsoft.com/office/drawing/2014/main" id="{F8BE86F9-FE90-40B3-96C8-CBDB4FAAF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15" y="6291166"/>
            <a:ext cx="89535" cy="162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  <a:endParaRPr sz="900">
              <a:latin typeface="Arial"/>
              <a:ea typeface="Arial"/>
              <a:cs typeface="Arial"/>
            </a:endParaRPr>
          </a:p>
        </p:txBody>
      </p:sp>
      <p:sp>
        <p:nvSpPr>
          <p:cNvPr id="40" name="object 40">
            <a:extLst xmlns:a="http://schemas.openxmlformats.org/drawingml/2006/main">
              <a:ext uri="{FF2B5EF4-FFF2-40B4-BE49-F238E27FC236}">
                <a16:creationId xmlns:a16="http://schemas.microsoft.com/office/drawing/2014/main" id="{EB08CEA3-80BD-4A0C-9BFD-D5B8C3B0D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208240"/>
            <a:ext cx="2874010" cy="3086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3175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250"/>
              </a:spcBef>
              <a:buNone/>
            </a:pP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Open the folder page</a:t>
            </a:r>
            <a:endParaRPr sz="850">
              <a:latin typeface="Arial"/>
              <a:ea typeface="Arial"/>
              <a:cs typeface="Arial"/>
            </a:endParaRPr>
          </a:p>
          <a:p xmlns:a="http://schemas.openxmlformats.org/drawingml/2006/main">
            <a:pPr marL="12700">
              <a:lnSpc>
                <a:spcPct val="100000"/>
              </a:lnSpc>
              <a:spcBef>
                <a:spcPts val="150"/>
              </a:spcBef>
              <a:buNone/>
            </a:pP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Open a card to enter its dedicated page and breadcrumb trail.</a:t>
            </a:r>
            <a:endParaRPr sz="750">
              <a:latin typeface="Arial MT"/>
              <a:ea typeface="Arial MT"/>
              <a:cs typeface="Arial MT"/>
            </a:endParaRPr>
          </a:p>
        </p:txBody>
      </p:sp>
      <p:sp>
        <p:nvSpPr>
          <p:cNvPr id="42" name="object 42">
            <a:extLst xmlns:a="http://schemas.openxmlformats.org/drawingml/2006/main">
              <a:ext uri="{FF2B5EF4-FFF2-40B4-BE49-F238E27FC236}">
                <a16:creationId xmlns:a16="http://schemas.microsoft.com/office/drawing/2014/main" id="{0C7CF14C-BD40-4D41-A7C5-5FF695C23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6655656"/>
            <a:ext cx="6595109" cy="403860"/>
          </a:xfrm>
          <a:custGeom xmlns:a="http://schemas.openxmlformats.org/drawingml/2006/main">
            <a:rect l="l" t="t" r="r" b="b"/>
            <a:pathLst>
              <a:path w="6595109" h="403859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3" name="object 43">
            <a:extLst xmlns:a="http://schemas.openxmlformats.org/drawingml/2006/main">
              <a:ext uri="{FF2B5EF4-FFF2-40B4-BE49-F238E27FC236}">
                <a16:creationId xmlns:a16="http://schemas.microsoft.com/office/drawing/2014/main" id="{31E77B2E-84B1-4AB5-87FD-EAAD8A4C8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6655656"/>
            <a:ext cx="6595109" cy="403860"/>
          </a:xfrm>
          <a:custGeom xmlns:a="http://schemas.openxmlformats.org/drawingml/2006/main">
            <a:rect l="l" t="t" r="r" b="b"/>
            <a:pathLst>
              <a:path w="6595109" h="403859">
                <a:moveTo>
                  <a:pt x="63500" y="403860"/>
                </a:move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96" name="object 4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4796d76f58474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71500" y="6743286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45" name="object 45">
            <a:extLst xmlns:a="http://schemas.openxmlformats.org/drawingml/2006/main">
              <a:ext uri="{FF2B5EF4-FFF2-40B4-BE49-F238E27FC236}">
                <a16:creationId xmlns:a16="http://schemas.microsoft.com/office/drawing/2014/main" id="{9D245912-2BD0-4A4A-B409-CCCF9D5FA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15" y="6771227"/>
            <a:ext cx="89535" cy="162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  <a:endParaRPr sz="900">
              <a:latin typeface="Arial"/>
              <a:ea typeface="Arial"/>
              <a:cs typeface="Arial"/>
            </a:endParaRPr>
          </a:p>
        </p:txBody>
      </p:sp>
      <p:sp>
        <p:nvSpPr>
          <p:cNvPr id="46" name="object 46">
            <a:extLst xmlns:a="http://schemas.openxmlformats.org/drawingml/2006/main">
              <a:ext uri="{FF2B5EF4-FFF2-40B4-BE49-F238E27FC236}">
                <a16:creationId xmlns:a16="http://schemas.microsoft.com/office/drawing/2014/main" id="{A9E9A6A0-4019-407F-B03E-FC6F36FED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688301"/>
            <a:ext cx="3694429" cy="3086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3175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250"/>
              </a:spcBef>
              <a:buNone/>
            </a:pP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Follow the step bar</a:t>
            </a:r>
            <a:endParaRPr sz="850">
              <a:latin typeface="Arial"/>
              <a:ea typeface="Arial"/>
              <a:cs typeface="Arial"/>
            </a:endParaRPr>
          </a:p>
          <a:p xmlns:a="http://schemas.openxmlformats.org/drawingml/2006/main">
            <a:pPr marL="12700">
              <a:lnSpc>
                <a:spcPct val="100000"/>
              </a:lnSpc>
              <a:spcBef>
                <a:spcPts val="150"/>
              </a:spcBef>
              <a:buNone/>
            </a:pP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Select a type, customer or subfolder, then browse approved files.</a:t>
            </a:r>
            <a:endParaRPr sz="750">
              <a:latin typeface="Arial MT"/>
              <a:ea typeface="Arial MT"/>
              <a:cs typeface="Arial MT"/>
            </a:endParaRPr>
          </a:p>
        </p:txBody>
      </p:sp>
      <p:sp>
        <p:nvSpPr>
          <p:cNvPr id="48" name="object 48">
            <a:extLst xmlns:a="http://schemas.openxmlformats.org/drawingml/2006/main">
              <a:ext uri="{FF2B5EF4-FFF2-40B4-BE49-F238E27FC236}">
                <a16:creationId xmlns:a16="http://schemas.microsoft.com/office/drawing/2014/main" id="{BA097F0E-87DC-42FD-AA8E-DD3D1D05A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7135717"/>
            <a:ext cx="6595109" cy="518159"/>
          </a:xfrm>
          <a:custGeom xmlns:a="http://schemas.openxmlformats.org/drawingml/2006/main">
            <a:rect l="l" t="t" r="r" b="b"/>
            <a:pathLst>
              <a:path w="6595109" h="518159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454659"/>
                </a:lnTo>
                <a:lnTo>
                  <a:pt x="4985" y="479390"/>
                </a:lnTo>
                <a:lnTo>
                  <a:pt x="18586" y="499573"/>
                </a:lnTo>
                <a:lnTo>
                  <a:pt x="38769" y="513174"/>
                </a:lnTo>
                <a:lnTo>
                  <a:pt x="63500" y="518159"/>
                </a:lnTo>
                <a:lnTo>
                  <a:pt x="6531300" y="518159"/>
                </a:lnTo>
                <a:lnTo>
                  <a:pt x="6556030" y="513174"/>
                </a:lnTo>
                <a:lnTo>
                  <a:pt x="6576213" y="499573"/>
                </a:lnTo>
                <a:lnTo>
                  <a:pt x="6589814" y="479390"/>
                </a:lnTo>
                <a:lnTo>
                  <a:pt x="6594800" y="454659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E9F6ED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9" name="object 49">
            <a:extLst xmlns:a="http://schemas.openxmlformats.org/drawingml/2006/main">
              <a:ext uri="{FF2B5EF4-FFF2-40B4-BE49-F238E27FC236}">
                <a16:creationId xmlns:a16="http://schemas.microsoft.com/office/drawing/2014/main" id="{88C58B73-2865-40F3-8C3F-0D94E8032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7135717"/>
            <a:ext cx="6595109" cy="518159"/>
          </a:xfrm>
          <a:custGeom xmlns:a="http://schemas.openxmlformats.org/drawingml/2006/main">
            <a:rect l="l" t="t" r="r" b="b"/>
            <a:pathLst>
              <a:path w="6595109" h="518159">
                <a:moveTo>
                  <a:pt x="63500" y="518159"/>
                </a:moveTo>
                <a:lnTo>
                  <a:pt x="6531300" y="518159"/>
                </a:lnTo>
                <a:lnTo>
                  <a:pt x="6556030" y="513174"/>
                </a:lnTo>
                <a:lnTo>
                  <a:pt x="6576213" y="499573"/>
                </a:lnTo>
                <a:lnTo>
                  <a:pt x="6589814" y="479390"/>
                </a:lnTo>
                <a:lnTo>
                  <a:pt x="6594800" y="454659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454659"/>
                </a:lnTo>
                <a:lnTo>
                  <a:pt x="4985" y="479390"/>
                </a:lnTo>
                <a:lnTo>
                  <a:pt x="18586" y="499573"/>
                </a:lnTo>
                <a:lnTo>
                  <a:pt x="38769" y="513174"/>
                </a:lnTo>
                <a:lnTo>
                  <a:pt x="63500" y="518159"/>
                </a:lnTo>
                <a:close/>
              </a:path>
            </a:pathLst>
          </a:custGeom>
          <a:ln xmlns:a="http://schemas.openxmlformats.org/drawingml/2006/main" w="6349">
            <a:solidFill>
              <a:srgbClr val="1A793A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0" name="object 50">
            <a:extLst xmlns:a="http://schemas.openxmlformats.org/drawingml/2006/main">
              <a:ext uri="{FF2B5EF4-FFF2-40B4-BE49-F238E27FC236}">
                <a16:creationId xmlns:a16="http://schemas.microsoft.com/office/drawing/2014/main" id="{8F5A5650-86D2-4168-8271-3C777DA83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7135717"/>
            <a:ext cx="63500" cy="518159"/>
          </a:xfrm>
          <a:custGeom xmlns:a="http://schemas.openxmlformats.org/drawingml/2006/main">
            <a:rect l="l" t="t" r="r" b="b"/>
            <a:pathLst>
              <a:path w="63500" h="518159">
                <a:moveTo>
                  <a:pt x="63500" y="0"/>
                </a:moveTo>
                <a:lnTo>
                  <a:pt x="0" y="0"/>
                </a:lnTo>
                <a:lnTo>
                  <a:pt x="0" y="518159"/>
                </a:lnTo>
                <a:lnTo>
                  <a:pt x="63500" y="518159"/>
                </a:lnTo>
                <a:lnTo>
                  <a:pt x="63500" y="0"/>
                </a:lnTo>
                <a:close/>
              </a:path>
            </a:pathLst>
          </a:custGeom>
          <a:solidFill xmlns:a="http://schemas.openxmlformats.org/drawingml/2006/main">
            <a:srgbClr val="1A793A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1" name="object 51">
            <a:extLst xmlns:a="http://schemas.openxmlformats.org/drawingml/2006/main">
              <a:ext uri="{FF2B5EF4-FFF2-40B4-BE49-F238E27FC236}">
                <a16:creationId xmlns:a16="http://schemas.microsoft.com/office/drawing/2014/main" id="{6C9967FD-D7BB-4BBE-B426-9299E8467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512" y="7196428"/>
            <a:ext cx="6494145" cy="33147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27940" rIns="0" bIns="0">
            <a:spAutoFit/>
          </a:bodyPr>
          <a:lstStyle xmlns:a="http://schemas.openxmlformats.org/drawingml/2006/main"/>
          <a:p xmlns:a="http://schemas.openxmlformats.org/drawingml/2006/main">
            <a:pPr marL="128270">
              <a:lnSpc>
                <a:spcPct val="100000"/>
              </a:lnSpc>
              <a:spcBef>
                <a:spcPts val="220"/>
              </a:spcBef>
              <a:buNone/>
            </a:pPr>
            <a:r>
              <a:rPr sz="10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Controlled</a:t>
            </a:r>
            <a:r>
              <a:rPr sz="10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 </a:t>
            </a:r>
            <a:r>
              <a:rPr sz="10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use</a:t>
            </a:r>
            <a:endParaRPr sz="1000">
              <a:latin typeface="Arial"/>
              <a:ea typeface="Arial"/>
              <a:cs typeface="Arial"/>
            </a:endParaRPr>
          </a:p>
          <a:p xmlns:a="http://schemas.openxmlformats.org/drawingml/2006/main">
            <a:pPr marL="128270">
              <a:lnSpc>
                <a:spcPct val="100000"/>
              </a:lnSpc>
              <a:spcBef>
                <a:spcPts val="120"/>
              </a:spcBef>
              <a:buNone/>
            </a:pP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Use the controlled library copy when the latest revision is required; folder counts and choices reflect your access.</a:t>
            </a:r>
            <a:endParaRPr sz="800">
              <a:latin typeface="Arial MT"/>
              <a:ea typeface="Arial MT"/>
              <a:cs typeface="Arial MT"/>
            </a:endParaRPr>
          </a:p>
        </p:txBody>
      </p:sp>
      <p:sp>
        <p:nvSpPr>
          <p:cNvPr id="52" name="object 52">
            <a:extLst xmlns:a="http://schemas.openxmlformats.org/drawingml/2006/main">
              <a:ext uri="{FF2B5EF4-FFF2-40B4-BE49-F238E27FC236}">
                <a16:creationId xmlns:a16="http://schemas.microsoft.com/office/drawing/2014/main" id="{AD2B79A5-F10C-4A0A-A0FE-CB2DAD48472F}"/>
              </a:ext>
            </a:extLst>
          </p:cNvPr>
          <p:cNvSpPr>
            <a:spLocks xmlns:a="http://schemas.openxmlformats.org/drawingml/2006/main" noGrp="1"/>
          </p:cNvSpPr>
          <p:nvPr>
            <p:ph type="ft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6985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55"/>
              </a:spcBef>
              <a:buNone/>
            </a:pPr>
            <a:r>
              <a:t>Internal</a:t>
            </a:r>
            <a:r>
              <a:t> </a:t>
            </a:r>
            <a:r>
              <a:t>user</a:t>
            </a:r>
            <a:r>
              <a:t> </a:t>
            </a:r>
            <a:r>
              <a:t>guide</a:t>
            </a:r>
            <a:r>
              <a:t> </a:t>
            </a:r>
            <a:r>
              <a:t>-</a:t>
            </a:r>
            <a:r>
              <a:t> </a:t>
            </a:r>
            <a:r>
              <a:t>controlled</a:t>
            </a:r>
            <a:r>
              <a:t> </a:t>
            </a:r>
            <a:r>
              <a:t>copy</a:t>
            </a:r>
            <a:r>
              <a:t> </a:t>
            </a:r>
            <a:r>
              <a:t>when</a:t>
            </a:r>
            <a:r>
              <a:t> </a:t>
            </a:r>
            <a:r>
              <a:t>viewed</a:t>
            </a:r>
            <a:r>
              <a:t> </a:t>
            </a:r>
            <a:r>
              <a:t>in</a:t>
            </a:r>
            <a:r>
              <a:t> </a:t>
            </a:r>
            <a:r>
              <a:t>the</a:t>
            </a:r>
            <a:r>
              <a:t> </a:t>
            </a:r>
            <a:r>
              <a:t>DMS</a:t>
            </a:r>
            <a:r>
              <a:t> </a:t>
            </a:r>
            <a:r>
              <a:t>portal</a:t>
            </a:r>
          </a:p>
        </p:txBody>
      </p:sp>
      <p:sp>
        <p:nvSpPr>
          <p:cNvPr id="53" name="object 53">
            <a:extLst xmlns:a="http://schemas.openxmlformats.org/drawingml/2006/main">
              <a:ext uri="{FF2B5EF4-FFF2-40B4-BE49-F238E27FC236}">
                <a16:creationId xmlns:a16="http://schemas.microsoft.com/office/drawing/2014/main" id="{15553E0D-7186-469A-8597-CFE52AAEAD15}"/>
              </a:ext>
            </a:extLst>
          </p:cNvPr>
          <p:cNvSpPr>
            <a:spLocks xmlns:a="http://schemas.openxmlformats.org/drawingml/2006/main" noGrp="1"/>
          </p:cNvSpPr>
          <p:nvPr>
            <p:ph type="dt" idx="6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6985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55"/>
              </a:spcBef>
              <a:buNone/>
            </a:pPr>
            <a:r>
              <a:t>Smart</a:t>
            </a:r>
            <a:r>
              <a:t> </a:t>
            </a:r>
            <a:r>
              <a:t>DMS</a:t>
            </a:r>
            <a:r>
              <a:t> </a:t>
            </a:r>
            <a:r>
              <a:t>v2.0.0</a:t>
            </a:r>
          </a:p>
        </p:txBody>
      </p:sp>
    </p:spTree>
    <p:extLst>
      <p:ext uri="{BB962C8B-B14F-4D97-AF65-F5344CB8AC3E}">
        <p14:creationId xmlns:p14="http://schemas.microsoft.com/office/powerpoint/2010/main" val="1895759044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object 2">
            <a:extLst xmlns:a="http://schemas.openxmlformats.org/drawingml/2006/main">
              <a:ext uri="{FF2B5EF4-FFF2-40B4-BE49-F238E27FC236}">
                <a16:creationId xmlns:a16="http://schemas.microsoft.com/office/drawing/2014/main" id="{4381BEBB-A88A-4769-A2B4-91BF6E8A2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9100" y="156971"/>
            <a:ext cx="1671955" cy="330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065" rIns="0" bIns="0">
            <a:spAutoFit/>
          </a:bodyPr>
          <a:lstStyle xmlns:a="http://schemas.openxmlformats.org/drawingml/2006/main"/>
          <a:p xmlns:a="http://schemas.openxmlformats.org/drawingml/2006/main">
            <a:pPr marL="12700" marR="5080">
              <a:lnSpc>
                <a:spcPct val="153800"/>
              </a:lnSpc>
              <a:spcBef>
                <a:spcPts val="95"/>
              </a:spcBef>
              <a:buNone/>
            </a:pP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ZF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Rane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Automotive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India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PVT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LTD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-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SGD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Smart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DMS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Portal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User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Manual</a:t>
            </a:r>
            <a:endParaRPr sz="650">
              <a:latin typeface="Arial MT"/>
              <a:ea typeface="Arial MT"/>
              <a:cs typeface="Arial MT"/>
            </a:endParaRPr>
          </a:p>
        </p:txBody>
      </p:sp>
      <p:graphicFrame>
        <p:nvGraphicFramePr>
          <p:cNvPr id="62" name="object 3"/>
          <p:cNvGraphicFramePr/>
          <p:nvPr/>
        </p:nvGraphicFramePr>
        <p:xfrm>
          <a:off xmlns:a="http://schemas.openxmlformats.org/drawingml/2006/main" x="4178625" y="161924"/>
          <a:ext xmlns:a="http://schemas.openxmlformats.org/drawingml/2006/main" cx="2978150" cy="444500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47800"/>
                <a:gridCol w="1447800"/>
              </a:tblGrid>
              <a:tr h="222250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50"/>
                        </a:spcBef>
                        <a:buNone/>
                      </a:pP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Document: DMS-UM-001</a:t>
                      </a:r>
                      <a:endParaRPr sz="6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985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50"/>
                        </a:spcBef>
                        <a:buNone/>
                      </a:pP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Revision: 1.3</a:t>
                      </a:r>
                      <a:endParaRPr sz="6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985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</a:tr>
              <a:tr h="222250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00"/>
                        </a:spcBef>
                        <a:buNone/>
                      </a:pP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Effective: 10-Aug-2026</a:t>
                      </a:r>
                      <a:endParaRPr sz="6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350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00"/>
                        </a:spcBef>
                        <a:buNone/>
                      </a:pP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Page: 18 of 27</a:t>
                      </a:r>
                      <a:endParaRPr sz="6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350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5" name="object 5">
            <a:extLst xmlns:a="http://schemas.openxmlformats.org/drawingml/2006/main">
              <a:ext uri="{FF2B5EF4-FFF2-40B4-BE49-F238E27FC236}">
                <a16:creationId xmlns:a16="http://schemas.microsoft.com/office/drawing/2014/main" id="{F95CC144-CBBA-46B3-91D2-46E5265CB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774699"/>
            <a:ext cx="7560309" cy="431800"/>
          </a:xfrm>
          <a:custGeom xmlns:a="http://schemas.openxmlformats.org/drawingml/2006/main">
            <a:rect l="l" t="t" r="r" b="b"/>
            <a:pathLst>
              <a:path w="7560309" h="431800">
                <a:moveTo>
                  <a:pt x="7560000" y="0"/>
                </a:moveTo>
                <a:lnTo>
                  <a:pt x="0" y="0"/>
                </a:lnTo>
                <a:lnTo>
                  <a:pt x="0" y="431800"/>
                </a:lnTo>
                <a:lnTo>
                  <a:pt x="7560000" y="431800"/>
                </a:lnTo>
                <a:lnTo>
                  <a:pt x="7560000" y="0"/>
                </a:lnTo>
                <a:close/>
              </a:path>
            </a:pathLst>
          </a:custGeom>
          <a:solidFill xmlns:a="http://schemas.openxmlformats.org/drawingml/2006/main">
            <a:srgbClr val="D88300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object 6">
            <a:extLst xmlns:a="http://schemas.openxmlformats.org/drawingml/2006/main">
              <a:ext uri="{FF2B5EF4-FFF2-40B4-BE49-F238E27FC236}">
                <a16:creationId xmlns:a16="http://schemas.microsoft.com/office/drawing/2014/main" id="{2760F16E-A5B9-4DBF-AB8C-B275AC0BE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863599"/>
            <a:ext cx="533400" cy="254000"/>
          </a:xfrm>
          <a:custGeom xmlns:a="http://schemas.openxmlformats.org/drawingml/2006/main">
            <a:rect l="l" t="t" r="r" b="b"/>
            <a:pathLst>
              <a:path w="533400" h="254000">
                <a:moveTo>
                  <a:pt x="4699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190500"/>
                </a:lnTo>
                <a:lnTo>
                  <a:pt x="4985" y="215230"/>
                </a:lnTo>
                <a:lnTo>
                  <a:pt x="18586" y="235413"/>
                </a:lnTo>
                <a:lnTo>
                  <a:pt x="38769" y="249014"/>
                </a:lnTo>
                <a:lnTo>
                  <a:pt x="63500" y="254000"/>
                </a:lnTo>
                <a:lnTo>
                  <a:pt x="469900" y="254000"/>
                </a:lnTo>
                <a:lnTo>
                  <a:pt x="494630" y="249014"/>
                </a:lnTo>
                <a:lnTo>
                  <a:pt x="514813" y="235413"/>
                </a:lnTo>
                <a:lnTo>
                  <a:pt x="528414" y="215230"/>
                </a:lnTo>
                <a:lnTo>
                  <a:pt x="533400" y="190500"/>
                </a:lnTo>
                <a:lnTo>
                  <a:pt x="533400" y="63500"/>
                </a:lnTo>
                <a:lnTo>
                  <a:pt x="528414" y="38769"/>
                </a:lnTo>
                <a:lnTo>
                  <a:pt x="514813" y="18586"/>
                </a:lnTo>
                <a:lnTo>
                  <a:pt x="494630" y="4985"/>
                </a:lnTo>
                <a:lnTo>
                  <a:pt x="469900" y="0"/>
                </a:lnTo>
                <a:close/>
              </a:path>
            </a:pathLst>
          </a:custGeom>
          <a:solidFill xmlns:a="http://schemas.openxmlformats.org/drawingml/2006/main">
            <a:srgbClr val="F7B800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object 7">
            <a:extLst xmlns:a="http://schemas.openxmlformats.org/drawingml/2006/main">
              <a:ext uri="{FF2B5EF4-FFF2-40B4-BE49-F238E27FC236}">
                <a16:creationId xmlns:a16="http://schemas.microsoft.com/office/drawing/2014/main" id="{5DA45C06-E0B8-40C3-BF11-84E2366FC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981" y="920750"/>
            <a:ext cx="167005" cy="1473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8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7.2</a:t>
            </a:r>
            <a:endParaRPr sz="800">
              <a:latin typeface="Arial"/>
              <a:ea typeface="Arial"/>
              <a:cs typeface="Arial"/>
            </a:endParaRPr>
          </a:p>
        </p:txBody>
      </p:sp>
      <p:sp>
        <p:nvSpPr>
          <p:cNvPr id="8" name="object 8">
            <a:extLst xmlns:a="http://schemas.openxmlformats.org/drawingml/2006/main">
              <a:ext uri="{FF2B5EF4-FFF2-40B4-BE49-F238E27FC236}">
                <a16:creationId xmlns:a16="http://schemas.microsoft.com/office/drawing/2014/main" id="{DA006EE0-8C6F-444A-9EDF-FE02A1855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300" y="863600"/>
            <a:ext cx="3698875" cy="25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Browse QMS Document Types</a:t>
            </a:r>
            <a:endParaRPr sz="1500">
              <a:latin typeface="Arial"/>
              <a:ea typeface="Arial"/>
              <a:cs typeface="Arial"/>
            </a:endParaRPr>
          </a:p>
        </p:txBody>
      </p:sp>
      <p:sp>
        <p:nvSpPr>
          <p:cNvPr id="9" name="object 9">
            <a:extLst xmlns:a="http://schemas.openxmlformats.org/drawingml/2006/main">
              <a:ext uri="{FF2B5EF4-FFF2-40B4-BE49-F238E27FC236}">
                <a16:creationId xmlns:a16="http://schemas.microsoft.com/office/drawing/2014/main" id="{956E3F27-D56F-4E70-BC25-13814D77C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600" y="10298300"/>
            <a:ext cx="6595109" cy="0"/>
          </a:xfrm>
          <a:custGeom xmlns:a="http://schemas.openxmlformats.org/drawingml/2006/main">
            <a:rect l="l" t="t" r="r" b="b"/>
            <a:pathLst>
              <a:path w="6595109" h="0">
                <a:moveTo>
                  <a:pt x="0" y="0"/>
                </a:moveTo>
                <a:lnTo>
                  <a:pt x="6594800" y="0"/>
                </a:lnTo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object 10">
            <a:extLst xmlns:a="http://schemas.openxmlformats.org/drawingml/2006/main">
              <a:ext uri="{FF2B5EF4-FFF2-40B4-BE49-F238E27FC236}">
                <a16:creationId xmlns:a16="http://schemas.microsoft.com/office/drawing/2014/main" id="{791A903F-21EE-49D0-8F67-BE2B63348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900" y="1358899"/>
            <a:ext cx="3712845" cy="15049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524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20"/>
              </a:spcBef>
              <a:buNone/>
            </a:pP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QMS opens as a dedicated, access-aware folder page with seven document groups.</a:t>
            </a:r>
            <a:endParaRPr sz="800">
              <a:latin typeface="Arial MT"/>
              <a:ea typeface="Arial MT"/>
              <a:cs typeface="Arial MT"/>
            </a:endParaRPr>
          </a:p>
        </p:txBody>
      </p:sp>
      <p:sp>
        <p:nvSpPr>
          <p:cNvPr id="12" name="object 12">
            <a:extLst xmlns:a="http://schemas.openxmlformats.org/drawingml/2006/main">
              <a:ext uri="{FF2B5EF4-FFF2-40B4-BE49-F238E27FC236}">
                <a16:creationId xmlns:a16="http://schemas.microsoft.com/office/drawing/2014/main" id="{94F9ACFF-DA44-4AE7-A869-97DF67EC4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0700" y="1648459"/>
            <a:ext cx="3208655" cy="939800"/>
          </a:xfrm>
          <a:custGeom xmlns:a="http://schemas.openxmlformats.org/drawingml/2006/main">
            <a:rect l="l" t="t" r="r" b="b"/>
            <a:pathLst>
              <a:path w="3208654" h="939800">
                <a:moveTo>
                  <a:pt x="31450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876258"/>
                </a:lnTo>
                <a:lnTo>
                  <a:pt x="4985" y="900988"/>
                </a:lnTo>
                <a:lnTo>
                  <a:pt x="18586" y="921171"/>
                </a:lnTo>
                <a:lnTo>
                  <a:pt x="38769" y="934772"/>
                </a:lnTo>
                <a:lnTo>
                  <a:pt x="63500" y="939758"/>
                </a:lnTo>
                <a:lnTo>
                  <a:pt x="3145000" y="939758"/>
                </a:lnTo>
                <a:lnTo>
                  <a:pt x="3169730" y="934772"/>
                </a:lnTo>
                <a:lnTo>
                  <a:pt x="3189913" y="921171"/>
                </a:lnTo>
                <a:lnTo>
                  <a:pt x="3203514" y="900988"/>
                </a:lnTo>
                <a:lnTo>
                  <a:pt x="3208500" y="876258"/>
                </a:lnTo>
                <a:lnTo>
                  <a:pt x="3208500" y="63500"/>
                </a:lnTo>
                <a:lnTo>
                  <a:pt x="3203514" y="38769"/>
                </a:lnTo>
                <a:lnTo>
                  <a:pt x="3189913" y="18586"/>
                </a:lnTo>
                <a:lnTo>
                  <a:pt x="3169730" y="4985"/>
                </a:lnTo>
                <a:lnTo>
                  <a:pt x="3145000" y="0"/>
                </a:lnTo>
                <a:close/>
              </a:path>
            </a:pathLst>
          </a:custGeom>
          <a:solidFill xmlns:a="http://schemas.openxmlformats.org/drawingml/2006/main">
            <a:srgbClr val="D6E1ED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object 13">
            <a:extLst xmlns:a="http://schemas.openxmlformats.org/drawingml/2006/main">
              <a:ext uri="{FF2B5EF4-FFF2-40B4-BE49-F238E27FC236}">
                <a16:creationId xmlns:a16="http://schemas.microsoft.com/office/drawing/2014/main" id="{81F87A50-40F1-4962-9C2E-DA923C687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1610359"/>
            <a:ext cx="3208655" cy="939800"/>
          </a:xfrm>
          <a:custGeom xmlns:a="http://schemas.openxmlformats.org/drawingml/2006/main">
            <a:rect l="l" t="t" r="r" b="b"/>
            <a:pathLst>
              <a:path w="3208654" h="939800">
                <a:moveTo>
                  <a:pt x="31450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876258"/>
                </a:lnTo>
                <a:lnTo>
                  <a:pt x="4985" y="900988"/>
                </a:lnTo>
                <a:lnTo>
                  <a:pt x="18586" y="921171"/>
                </a:lnTo>
                <a:lnTo>
                  <a:pt x="38769" y="934772"/>
                </a:lnTo>
                <a:lnTo>
                  <a:pt x="63500" y="939758"/>
                </a:lnTo>
                <a:lnTo>
                  <a:pt x="3145000" y="939758"/>
                </a:lnTo>
                <a:lnTo>
                  <a:pt x="3169730" y="934772"/>
                </a:lnTo>
                <a:lnTo>
                  <a:pt x="3189913" y="921171"/>
                </a:lnTo>
                <a:lnTo>
                  <a:pt x="3203514" y="900988"/>
                </a:lnTo>
                <a:lnTo>
                  <a:pt x="3208500" y="876258"/>
                </a:lnTo>
                <a:lnTo>
                  <a:pt x="3208500" y="63500"/>
                </a:lnTo>
                <a:lnTo>
                  <a:pt x="3203514" y="38769"/>
                </a:lnTo>
                <a:lnTo>
                  <a:pt x="3189913" y="18586"/>
                </a:lnTo>
                <a:lnTo>
                  <a:pt x="3169730" y="4985"/>
                </a:lnTo>
                <a:lnTo>
                  <a:pt x="314500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object 14">
            <a:extLst xmlns:a="http://schemas.openxmlformats.org/drawingml/2006/main">
              <a:ext uri="{FF2B5EF4-FFF2-40B4-BE49-F238E27FC236}">
                <a16:creationId xmlns:a16="http://schemas.microsoft.com/office/drawing/2014/main" id="{D7C285DB-57DD-400C-B219-E1900D889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1610359"/>
            <a:ext cx="3208655" cy="939800"/>
          </a:xfrm>
          <a:custGeom xmlns:a="http://schemas.openxmlformats.org/drawingml/2006/main">
            <a:rect l="l" t="t" r="r" b="b"/>
            <a:pathLst>
              <a:path w="3208654" h="939800">
                <a:moveTo>
                  <a:pt x="63500" y="939758"/>
                </a:moveTo>
                <a:lnTo>
                  <a:pt x="3145000" y="939758"/>
                </a:lnTo>
                <a:lnTo>
                  <a:pt x="3169730" y="934772"/>
                </a:lnTo>
                <a:lnTo>
                  <a:pt x="3189913" y="921171"/>
                </a:lnTo>
                <a:lnTo>
                  <a:pt x="3203514" y="900988"/>
                </a:lnTo>
                <a:lnTo>
                  <a:pt x="3208500" y="876258"/>
                </a:lnTo>
                <a:lnTo>
                  <a:pt x="3208500" y="63500"/>
                </a:lnTo>
                <a:lnTo>
                  <a:pt x="3203514" y="38769"/>
                </a:lnTo>
                <a:lnTo>
                  <a:pt x="3189913" y="18586"/>
                </a:lnTo>
                <a:lnTo>
                  <a:pt x="3169730" y="4985"/>
                </a:lnTo>
                <a:lnTo>
                  <a:pt x="31450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876258"/>
                </a:lnTo>
                <a:lnTo>
                  <a:pt x="4985" y="900988"/>
                </a:lnTo>
                <a:lnTo>
                  <a:pt x="18586" y="921171"/>
                </a:lnTo>
                <a:lnTo>
                  <a:pt x="38769" y="934772"/>
                </a:lnTo>
                <a:lnTo>
                  <a:pt x="63500" y="939758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72" name="object 1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ed30862a3c47c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25960" y="1623060"/>
            <a:ext cx="3121779" cy="914357"/>
          </a:xfrm>
          <a:prstGeom xmlns:a="http://schemas.openxmlformats.org/drawingml/2006/main" prst="rect">
            <a:avLst/>
          </a:prstGeom>
        </p:spPr>
      </p:pic>
      <p:sp>
        <p:nvSpPr>
          <p:cNvPr id="16" name="object 16">
            <a:extLst xmlns:a="http://schemas.openxmlformats.org/drawingml/2006/main">
              <a:ext uri="{FF2B5EF4-FFF2-40B4-BE49-F238E27FC236}">
                <a16:creationId xmlns:a16="http://schemas.microsoft.com/office/drawing/2014/main" id="{582274A1-E22B-4F3E-98F4-A7FB0F9B8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4796" y="2600917"/>
            <a:ext cx="1624330" cy="24257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397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10"/>
              </a:spcBef>
              <a:buNone/>
            </a:pP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Figure 10 - QMS document type selection</a:t>
            </a:r>
            <a:endParaRPr sz="750">
              <a:latin typeface="Arial"/>
              <a:ea typeface="Arial"/>
              <a:cs typeface="Arial"/>
            </a:endParaRPr>
          </a:p>
        </p:txBody>
      </p:sp>
      <p:sp>
        <p:nvSpPr>
          <p:cNvPr id="18" name="object 18">
            <a:extLst xmlns:a="http://schemas.openxmlformats.org/drawingml/2006/main">
              <a:ext uri="{FF2B5EF4-FFF2-40B4-BE49-F238E27FC236}">
                <a16:creationId xmlns:a16="http://schemas.microsoft.com/office/drawing/2014/main" id="{861C5BE9-2E94-4D69-91F6-E7857C390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906999" y="1648459"/>
            <a:ext cx="3208655" cy="939800"/>
          </a:xfrm>
          <a:custGeom xmlns:a="http://schemas.openxmlformats.org/drawingml/2006/main">
            <a:rect l="l" t="t" r="r" b="b"/>
            <a:pathLst>
              <a:path w="3208654" h="939800">
                <a:moveTo>
                  <a:pt x="31450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876258"/>
                </a:lnTo>
                <a:lnTo>
                  <a:pt x="4985" y="900988"/>
                </a:lnTo>
                <a:lnTo>
                  <a:pt x="18586" y="921171"/>
                </a:lnTo>
                <a:lnTo>
                  <a:pt x="38769" y="934772"/>
                </a:lnTo>
                <a:lnTo>
                  <a:pt x="63500" y="939758"/>
                </a:lnTo>
                <a:lnTo>
                  <a:pt x="3145000" y="939758"/>
                </a:lnTo>
                <a:lnTo>
                  <a:pt x="3169730" y="934772"/>
                </a:lnTo>
                <a:lnTo>
                  <a:pt x="3189913" y="921171"/>
                </a:lnTo>
                <a:lnTo>
                  <a:pt x="3203514" y="900988"/>
                </a:lnTo>
                <a:lnTo>
                  <a:pt x="3208500" y="876258"/>
                </a:lnTo>
                <a:lnTo>
                  <a:pt x="3208500" y="63500"/>
                </a:lnTo>
                <a:lnTo>
                  <a:pt x="3203514" y="38769"/>
                </a:lnTo>
                <a:lnTo>
                  <a:pt x="3189913" y="18586"/>
                </a:lnTo>
                <a:lnTo>
                  <a:pt x="3169730" y="4985"/>
                </a:lnTo>
                <a:lnTo>
                  <a:pt x="3145000" y="0"/>
                </a:lnTo>
                <a:close/>
              </a:path>
            </a:pathLst>
          </a:custGeom>
          <a:solidFill xmlns:a="http://schemas.openxmlformats.org/drawingml/2006/main">
            <a:srgbClr val="D6E1ED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9" name="object 19">
            <a:extLst xmlns:a="http://schemas.openxmlformats.org/drawingml/2006/main">
              <a:ext uri="{FF2B5EF4-FFF2-40B4-BE49-F238E27FC236}">
                <a16:creationId xmlns:a16="http://schemas.microsoft.com/office/drawing/2014/main" id="{3F62F789-F33B-482D-86B8-A738E20A6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868899" y="1610359"/>
            <a:ext cx="3208655" cy="939800"/>
          </a:xfrm>
          <a:custGeom xmlns:a="http://schemas.openxmlformats.org/drawingml/2006/main">
            <a:rect l="l" t="t" r="r" b="b"/>
            <a:pathLst>
              <a:path w="3208654" h="939800">
                <a:moveTo>
                  <a:pt x="31450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876258"/>
                </a:lnTo>
                <a:lnTo>
                  <a:pt x="4985" y="900988"/>
                </a:lnTo>
                <a:lnTo>
                  <a:pt x="18586" y="921171"/>
                </a:lnTo>
                <a:lnTo>
                  <a:pt x="38769" y="934772"/>
                </a:lnTo>
                <a:lnTo>
                  <a:pt x="63500" y="939758"/>
                </a:lnTo>
                <a:lnTo>
                  <a:pt x="3145000" y="939758"/>
                </a:lnTo>
                <a:lnTo>
                  <a:pt x="3169730" y="934772"/>
                </a:lnTo>
                <a:lnTo>
                  <a:pt x="3189913" y="921171"/>
                </a:lnTo>
                <a:lnTo>
                  <a:pt x="3203514" y="900988"/>
                </a:lnTo>
                <a:lnTo>
                  <a:pt x="3208500" y="876258"/>
                </a:lnTo>
                <a:lnTo>
                  <a:pt x="3208500" y="63500"/>
                </a:lnTo>
                <a:lnTo>
                  <a:pt x="3203514" y="38769"/>
                </a:lnTo>
                <a:lnTo>
                  <a:pt x="3189913" y="18586"/>
                </a:lnTo>
                <a:lnTo>
                  <a:pt x="3169730" y="4985"/>
                </a:lnTo>
                <a:lnTo>
                  <a:pt x="314500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0" name="object 20">
            <a:extLst xmlns:a="http://schemas.openxmlformats.org/drawingml/2006/main">
              <a:ext uri="{FF2B5EF4-FFF2-40B4-BE49-F238E27FC236}">
                <a16:creationId xmlns:a16="http://schemas.microsoft.com/office/drawing/2014/main" id="{3C49E247-94A9-46B5-B1C3-D219852E3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868899" y="1610359"/>
            <a:ext cx="3208655" cy="939800"/>
          </a:xfrm>
          <a:custGeom xmlns:a="http://schemas.openxmlformats.org/drawingml/2006/main">
            <a:rect l="l" t="t" r="r" b="b"/>
            <a:pathLst>
              <a:path w="3208654" h="939800">
                <a:moveTo>
                  <a:pt x="63500" y="939758"/>
                </a:moveTo>
                <a:lnTo>
                  <a:pt x="3145000" y="939758"/>
                </a:lnTo>
                <a:lnTo>
                  <a:pt x="3169730" y="934772"/>
                </a:lnTo>
                <a:lnTo>
                  <a:pt x="3189913" y="921171"/>
                </a:lnTo>
                <a:lnTo>
                  <a:pt x="3203514" y="900988"/>
                </a:lnTo>
                <a:lnTo>
                  <a:pt x="3208500" y="876258"/>
                </a:lnTo>
                <a:lnTo>
                  <a:pt x="3208500" y="63500"/>
                </a:lnTo>
                <a:lnTo>
                  <a:pt x="3203514" y="38769"/>
                </a:lnTo>
                <a:lnTo>
                  <a:pt x="3189913" y="18586"/>
                </a:lnTo>
                <a:lnTo>
                  <a:pt x="3169730" y="4985"/>
                </a:lnTo>
                <a:lnTo>
                  <a:pt x="31450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876258"/>
                </a:lnTo>
                <a:lnTo>
                  <a:pt x="4985" y="900988"/>
                </a:lnTo>
                <a:lnTo>
                  <a:pt x="18586" y="921171"/>
                </a:lnTo>
                <a:lnTo>
                  <a:pt x="38769" y="934772"/>
                </a:lnTo>
                <a:lnTo>
                  <a:pt x="63500" y="939758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77" name="object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4308d74d424f6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3912260" y="1623060"/>
            <a:ext cx="3121779" cy="914357"/>
          </a:xfrm>
          <a:prstGeom xmlns:a="http://schemas.openxmlformats.org/drawingml/2006/main" prst="rect">
            <a:avLst/>
          </a:prstGeom>
        </p:spPr>
      </p:pic>
      <p:sp>
        <p:nvSpPr>
          <p:cNvPr id="22" name="object 22">
            <a:extLst xmlns:a="http://schemas.openxmlformats.org/drawingml/2006/main">
              <a:ext uri="{FF2B5EF4-FFF2-40B4-BE49-F238E27FC236}">
                <a16:creationId xmlns:a16="http://schemas.microsoft.com/office/drawing/2014/main" id="{90029C75-D613-49FD-AB51-202EDEBEA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6198" y="2600917"/>
            <a:ext cx="1914525" cy="14160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397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10"/>
              </a:spcBef>
              <a:buNone/>
            </a:pP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Figure 11 - Complete QMS group list</a:t>
            </a:r>
            <a:endParaRPr sz="750">
              <a:latin typeface="Arial"/>
              <a:ea typeface="Arial"/>
              <a:cs typeface="Arial"/>
            </a:endParaRPr>
          </a:p>
        </p:txBody>
      </p:sp>
      <p:sp>
        <p:nvSpPr>
          <p:cNvPr id="24" name="object 24">
            <a:extLst xmlns:a="http://schemas.openxmlformats.org/drawingml/2006/main">
              <a:ext uri="{FF2B5EF4-FFF2-40B4-BE49-F238E27FC236}">
                <a16:creationId xmlns:a16="http://schemas.microsoft.com/office/drawing/2014/main" id="{25B1AD48-E997-4345-B3DD-865C0A37C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2882857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59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59"/>
                </a:lnTo>
                <a:lnTo>
                  <a:pt x="6531300" y="403859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59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5" name="object 25">
            <a:extLst xmlns:a="http://schemas.openxmlformats.org/drawingml/2006/main">
              <a:ext uri="{FF2B5EF4-FFF2-40B4-BE49-F238E27FC236}">
                <a16:creationId xmlns:a16="http://schemas.microsoft.com/office/drawing/2014/main" id="{37500C4A-CC05-42C8-A8F5-46073E97D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2882857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3500" y="403859"/>
                </a:moveTo>
                <a:lnTo>
                  <a:pt x="6531300" y="403859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59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59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59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81" name="object 2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5ac45b68b66405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71500" y="2970487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27" name="object 27">
            <a:extLst xmlns:a="http://schemas.openxmlformats.org/drawingml/2006/main">
              <a:ext uri="{FF2B5EF4-FFF2-40B4-BE49-F238E27FC236}">
                <a16:creationId xmlns:a16="http://schemas.microsoft.com/office/drawing/2014/main" id="{24AB0DF9-FA1C-4097-B5D4-9114313BE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15" y="2998427"/>
            <a:ext cx="89535" cy="162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  <a:endParaRPr sz="900">
              <a:latin typeface="Arial"/>
              <a:ea typeface="Arial"/>
              <a:cs typeface="Arial"/>
            </a:endParaRPr>
          </a:p>
        </p:txBody>
      </p:sp>
      <p:sp>
        <p:nvSpPr>
          <p:cNvPr id="28" name="object 28">
            <a:extLst xmlns:a="http://schemas.openxmlformats.org/drawingml/2006/main">
              <a:ext uri="{FF2B5EF4-FFF2-40B4-BE49-F238E27FC236}">
                <a16:creationId xmlns:a16="http://schemas.microsoft.com/office/drawing/2014/main" id="{77BFF713-C49C-4FA1-A96D-46A596546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15501"/>
            <a:ext cx="2052955" cy="4089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3175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250"/>
              </a:spcBef>
              <a:buNone/>
            </a:pP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Open the QMS folder</a:t>
            </a:r>
            <a:endParaRPr sz="850">
              <a:latin typeface="Arial"/>
              <a:ea typeface="Arial"/>
              <a:cs typeface="Arial"/>
            </a:endParaRPr>
          </a:p>
          <a:p xmlns:a="http://schemas.openxmlformats.org/drawingml/2006/main">
            <a:pPr marL="12700">
              <a:lnSpc>
                <a:spcPct val="100000"/>
              </a:lnSpc>
              <a:spcBef>
                <a:spcPts val="150"/>
              </a:spcBef>
              <a:buNone/>
            </a:pP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From Document Library, select Quality Management System.</a:t>
            </a:r>
            <a:endParaRPr sz="750">
              <a:latin typeface="Arial MT"/>
              <a:ea typeface="Arial MT"/>
              <a:cs typeface="Arial MT"/>
            </a:endParaRPr>
          </a:p>
        </p:txBody>
      </p:sp>
      <p:sp>
        <p:nvSpPr>
          <p:cNvPr id="30" name="object 30">
            <a:extLst xmlns:a="http://schemas.openxmlformats.org/drawingml/2006/main">
              <a:ext uri="{FF2B5EF4-FFF2-40B4-BE49-F238E27FC236}">
                <a16:creationId xmlns:a16="http://schemas.microsoft.com/office/drawing/2014/main" id="{044BCA1B-C4B1-4F90-8CAC-AFA02B474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3362917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1" name="object 31">
            <a:extLst xmlns:a="http://schemas.openxmlformats.org/drawingml/2006/main">
              <a:ext uri="{FF2B5EF4-FFF2-40B4-BE49-F238E27FC236}">
                <a16:creationId xmlns:a16="http://schemas.microsoft.com/office/drawing/2014/main" id="{CF05F613-85F9-4DD8-9ACA-C5EE92D29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3362917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3500" y="403860"/>
                </a:move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86" name="object 3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5ac45b68b66405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71500" y="3450547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33" name="object 33">
            <a:extLst xmlns:a="http://schemas.openxmlformats.org/drawingml/2006/main">
              <a:ext uri="{FF2B5EF4-FFF2-40B4-BE49-F238E27FC236}">
                <a16:creationId xmlns:a16="http://schemas.microsoft.com/office/drawing/2014/main" id="{4ACEE2F4-1C08-4CEB-863E-A9BDBFEE9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15" y="3478487"/>
            <a:ext cx="89535" cy="162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  <a:endParaRPr sz="900">
              <a:latin typeface="Arial"/>
              <a:ea typeface="Arial"/>
              <a:cs typeface="Arial"/>
            </a:endParaRPr>
          </a:p>
        </p:txBody>
      </p:sp>
      <p:sp>
        <p:nvSpPr>
          <p:cNvPr id="34" name="object 34">
            <a:extLst xmlns:a="http://schemas.openxmlformats.org/drawingml/2006/main">
              <a:ext uri="{FF2B5EF4-FFF2-40B4-BE49-F238E27FC236}">
                <a16:creationId xmlns:a16="http://schemas.microsoft.com/office/drawing/2014/main" id="{72F88003-3EC2-4BCB-9184-EC575160B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95561"/>
            <a:ext cx="2961005" cy="4089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3175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250"/>
              </a:spcBef>
              <a:buNone/>
            </a:pP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Select one of seven groups</a:t>
            </a:r>
            <a:endParaRPr sz="850">
              <a:latin typeface="Arial"/>
              <a:ea typeface="Arial"/>
              <a:cs typeface="Arial"/>
            </a:endParaRPr>
          </a:p>
          <a:p xmlns:a="http://schemas.openxmlformats.org/drawingml/2006/main">
            <a:pPr marL="12700">
              <a:lnSpc>
                <a:spcPct val="100000"/>
              </a:lnSpc>
              <a:spcBef>
                <a:spcPts val="150"/>
              </a:spcBef>
              <a:buNone/>
            </a:pP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Choose Manuals, Procedures, SOPs, Records or an IATF reference/report group.</a:t>
            </a:r>
            <a:endParaRPr sz="750">
              <a:latin typeface="Arial MT"/>
              <a:ea typeface="Arial MT"/>
              <a:cs typeface="Arial MT"/>
            </a:endParaRPr>
          </a:p>
        </p:txBody>
      </p:sp>
      <p:sp>
        <p:nvSpPr>
          <p:cNvPr id="36" name="object 36">
            <a:extLst xmlns:a="http://schemas.openxmlformats.org/drawingml/2006/main">
              <a:ext uri="{FF2B5EF4-FFF2-40B4-BE49-F238E27FC236}">
                <a16:creationId xmlns:a16="http://schemas.microsoft.com/office/drawing/2014/main" id="{80435F64-7545-4D8E-B00B-BA85647B7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3842977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59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59"/>
                </a:lnTo>
                <a:lnTo>
                  <a:pt x="6531300" y="403859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59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7" name="object 37">
            <a:extLst xmlns:a="http://schemas.openxmlformats.org/drawingml/2006/main">
              <a:ext uri="{FF2B5EF4-FFF2-40B4-BE49-F238E27FC236}">
                <a16:creationId xmlns:a16="http://schemas.microsoft.com/office/drawing/2014/main" id="{12D17C12-7061-4F5A-8067-01E11E656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3842977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3500" y="403859"/>
                </a:moveTo>
                <a:lnTo>
                  <a:pt x="6531300" y="403859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59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59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59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91" name="object 3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5ac45b68b66405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71500" y="3930607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39" name="object 39">
            <a:extLst xmlns:a="http://schemas.openxmlformats.org/drawingml/2006/main">
              <a:ext uri="{FF2B5EF4-FFF2-40B4-BE49-F238E27FC236}">
                <a16:creationId xmlns:a16="http://schemas.microsoft.com/office/drawing/2014/main" id="{7762D6FC-1150-4987-B511-22A0AFE07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15" y="3958547"/>
            <a:ext cx="89535" cy="162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  <a:endParaRPr sz="900">
              <a:latin typeface="Arial"/>
              <a:ea typeface="Arial"/>
              <a:cs typeface="Arial"/>
            </a:endParaRPr>
          </a:p>
        </p:txBody>
      </p:sp>
      <p:sp>
        <p:nvSpPr>
          <p:cNvPr id="40" name="object 40">
            <a:extLst xmlns:a="http://schemas.openxmlformats.org/drawingml/2006/main">
              <a:ext uri="{FF2B5EF4-FFF2-40B4-BE49-F238E27FC236}">
                <a16:creationId xmlns:a16="http://schemas.microsoft.com/office/drawing/2014/main" id="{6384D01B-EDA0-49A7-914D-ECF58E573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75621"/>
            <a:ext cx="2559050" cy="4089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3175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250"/>
              </a:spcBef>
              <a:buNone/>
            </a:pP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Follow the required hierarchy</a:t>
            </a:r>
            <a:endParaRPr sz="850">
              <a:latin typeface="Arial"/>
              <a:ea typeface="Arial"/>
              <a:cs typeface="Arial"/>
            </a:endParaRPr>
          </a:p>
          <a:p xmlns:a="http://schemas.openxmlformats.org/drawingml/2006/main">
            <a:pPr marL="12700">
              <a:lnSpc>
                <a:spcPct val="100000"/>
              </a:lnSpc>
              <a:spcBef>
                <a:spcPts val="150"/>
              </a:spcBef>
              <a:buNone/>
            </a:pP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SOPs and Records use plant/department; audits use audit folders and plant.</a:t>
            </a:r>
            <a:endParaRPr sz="750">
              <a:latin typeface="Arial MT"/>
              <a:ea typeface="Arial MT"/>
              <a:cs typeface="Arial MT"/>
            </a:endParaRPr>
          </a:p>
        </p:txBody>
      </p:sp>
      <p:sp>
        <p:nvSpPr>
          <p:cNvPr id="42" name="object 42">
            <a:extLst xmlns:a="http://schemas.openxmlformats.org/drawingml/2006/main">
              <a:ext uri="{FF2B5EF4-FFF2-40B4-BE49-F238E27FC236}">
                <a16:creationId xmlns:a16="http://schemas.microsoft.com/office/drawing/2014/main" id="{645F726D-5570-4C6E-B22E-9024FF4A4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4323037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3" name="object 43">
            <a:extLst xmlns:a="http://schemas.openxmlformats.org/drawingml/2006/main">
              <a:ext uri="{FF2B5EF4-FFF2-40B4-BE49-F238E27FC236}">
                <a16:creationId xmlns:a16="http://schemas.microsoft.com/office/drawing/2014/main" id="{8A700227-CA30-4EBA-A1F3-C0885ED74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4323037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3500" y="403860"/>
                </a:move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96" name="object 4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5ac45b68b66405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71500" y="4410667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45" name="object 45">
            <a:extLst xmlns:a="http://schemas.openxmlformats.org/drawingml/2006/main">
              <a:ext uri="{FF2B5EF4-FFF2-40B4-BE49-F238E27FC236}">
                <a16:creationId xmlns:a16="http://schemas.microsoft.com/office/drawing/2014/main" id="{0BAAB095-4026-407D-9532-B755ACB55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15" y="4438607"/>
            <a:ext cx="89535" cy="162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  <a:endParaRPr sz="900">
              <a:latin typeface="Arial"/>
              <a:ea typeface="Arial"/>
              <a:cs typeface="Arial"/>
            </a:endParaRPr>
          </a:p>
        </p:txBody>
      </p:sp>
      <p:sp>
        <p:nvSpPr>
          <p:cNvPr id="46" name="object 46">
            <a:extLst xmlns:a="http://schemas.openxmlformats.org/drawingml/2006/main">
              <a:ext uri="{FF2B5EF4-FFF2-40B4-BE49-F238E27FC236}">
                <a16:creationId xmlns:a16="http://schemas.microsoft.com/office/drawing/2014/main" id="{DEE5ED73-25D8-4295-B575-D9C233BA5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55681"/>
            <a:ext cx="3645535" cy="3086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3175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250"/>
              </a:spcBef>
              <a:buNone/>
            </a:pP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Browse approved files</a:t>
            </a:r>
            <a:endParaRPr sz="850">
              <a:latin typeface="Arial"/>
              <a:ea typeface="Arial"/>
              <a:cs typeface="Arial"/>
            </a:endParaRPr>
          </a:p>
          <a:p xmlns:a="http://schemas.openxmlformats.org/drawingml/2006/main">
            <a:pPr marL="12700">
              <a:lnSpc>
                <a:spcPct val="100000"/>
              </a:lnSpc>
              <a:spcBef>
                <a:spcPts val="150"/>
              </a:spcBef>
              <a:buNone/>
            </a:pP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Confirm document number, revision and location before opening the file.</a:t>
            </a:r>
            <a:endParaRPr sz="750">
              <a:latin typeface="Arial MT"/>
              <a:ea typeface="Arial MT"/>
              <a:cs typeface="Arial MT"/>
            </a:endParaRPr>
          </a:p>
        </p:txBody>
      </p:sp>
      <p:sp>
        <p:nvSpPr>
          <p:cNvPr id="48" name="object 48">
            <a:extLst xmlns:a="http://schemas.openxmlformats.org/drawingml/2006/main">
              <a:ext uri="{FF2B5EF4-FFF2-40B4-BE49-F238E27FC236}">
                <a16:creationId xmlns:a16="http://schemas.microsoft.com/office/drawing/2014/main" id="{79BF599B-0000-4CEF-A032-0EE5919FA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4803097"/>
            <a:ext cx="6595109" cy="518159"/>
          </a:xfrm>
          <a:custGeom xmlns:a="http://schemas.openxmlformats.org/drawingml/2006/main">
            <a:rect l="l" t="t" r="r" b="b"/>
            <a:pathLst>
              <a:path w="6595109" h="518160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454660"/>
                </a:lnTo>
                <a:lnTo>
                  <a:pt x="4985" y="479390"/>
                </a:lnTo>
                <a:lnTo>
                  <a:pt x="18586" y="499573"/>
                </a:lnTo>
                <a:lnTo>
                  <a:pt x="38769" y="513174"/>
                </a:lnTo>
                <a:lnTo>
                  <a:pt x="63500" y="518160"/>
                </a:lnTo>
                <a:lnTo>
                  <a:pt x="6531300" y="518160"/>
                </a:lnTo>
                <a:lnTo>
                  <a:pt x="6556030" y="513174"/>
                </a:lnTo>
                <a:lnTo>
                  <a:pt x="6576213" y="499573"/>
                </a:lnTo>
                <a:lnTo>
                  <a:pt x="6589814" y="479390"/>
                </a:lnTo>
                <a:lnTo>
                  <a:pt x="6594800" y="4546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FF6DA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9" name="object 49">
            <a:extLst xmlns:a="http://schemas.openxmlformats.org/drawingml/2006/main">
              <a:ext uri="{FF2B5EF4-FFF2-40B4-BE49-F238E27FC236}">
                <a16:creationId xmlns:a16="http://schemas.microsoft.com/office/drawing/2014/main" id="{968FE541-70D3-4347-B539-46CDC1D48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4803097"/>
            <a:ext cx="6595109" cy="518159"/>
          </a:xfrm>
          <a:custGeom xmlns:a="http://schemas.openxmlformats.org/drawingml/2006/main">
            <a:rect l="l" t="t" r="r" b="b"/>
            <a:pathLst>
              <a:path w="6595109" h="518160">
                <a:moveTo>
                  <a:pt x="63500" y="518160"/>
                </a:moveTo>
                <a:lnTo>
                  <a:pt x="6531300" y="518160"/>
                </a:lnTo>
                <a:lnTo>
                  <a:pt x="6556030" y="513174"/>
                </a:lnTo>
                <a:lnTo>
                  <a:pt x="6576213" y="499573"/>
                </a:lnTo>
                <a:lnTo>
                  <a:pt x="6589814" y="479390"/>
                </a:lnTo>
                <a:lnTo>
                  <a:pt x="6594800" y="4546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454660"/>
                </a:lnTo>
                <a:lnTo>
                  <a:pt x="4985" y="479390"/>
                </a:lnTo>
                <a:lnTo>
                  <a:pt x="18586" y="499573"/>
                </a:lnTo>
                <a:lnTo>
                  <a:pt x="38769" y="513174"/>
                </a:lnTo>
                <a:lnTo>
                  <a:pt x="63500" y="518160"/>
                </a:lnTo>
                <a:close/>
              </a:path>
            </a:pathLst>
          </a:custGeom>
          <a:ln xmlns:a="http://schemas.openxmlformats.org/drawingml/2006/main" w="6349">
            <a:solidFill>
              <a:srgbClr val="D88300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0" name="object 50">
            <a:extLst xmlns:a="http://schemas.openxmlformats.org/drawingml/2006/main">
              <a:ext uri="{FF2B5EF4-FFF2-40B4-BE49-F238E27FC236}">
                <a16:creationId xmlns:a16="http://schemas.microsoft.com/office/drawing/2014/main" id="{5FF8CBF5-C786-46E9-ACC9-D9D113A9D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4803097"/>
            <a:ext cx="63500" cy="518159"/>
          </a:xfrm>
          <a:custGeom xmlns:a="http://schemas.openxmlformats.org/drawingml/2006/main">
            <a:rect l="l" t="t" r="r" b="b"/>
            <a:pathLst>
              <a:path w="63500" h="518160">
                <a:moveTo>
                  <a:pt x="63500" y="0"/>
                </a:moveTo>
                <a:lnTo>
                  <a:pt x="0" y="0"/>
                </a:lnTo>
                <a:lnTo>
                  <a:pt x="0" y="518160"/>
                </a:lnTo>
                <a:lnTo>
                  <a:pt x="63500" y="518160"/>
                </a:lnTo>
                <a:lnTo>
                  <a:pt x="63500" y="0"/>
                </a:lnTo>
                <a:close/>
              </a:path>
            </a:pathLst>
          </a:custGeom>
          <a:solidFill xmlns:a="http://schemas.openxmlformats.org/drawingml/2006/main">
            <a:srgbClr val="D88300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1" name="object 51">
            <a:extLst xmlns:a="http://schemas.openxmlformats.org/drawingml/2006/main">
              <a:ext uri="{FF2B5EF4-FFF2-40B4-BE49-F238E27FC236}">
                <a16:creationId xmlns:a16="http://schemas.microsoft.com/office/drawing/2014/main" id="{33D65EC6-CDE1-4B3E-8185-42F2C8B82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512" y="4863809"/>
            <a:ext cx="6494145" cy="33147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27940" rIns="0" bIns="0">
            <a:spAutoFit/>
          </a:bodyPr>
          <a:lstStyle xmlns:a="http://schemas.openxmlformats.org/drawingml/2006/main"/>
          <a:p xmlns:a="http://schemas.openxmlformats.org/drawingml/2006/main">
            <a:pPr marL="128270">
              <a:lnSpc>
                <a:spcPct val="100000"/>
              </a:lnSpc>
              <a:spcBef>
                <a:spcPts val="220"/>
              </a:spcBef>
              <a:buNone/>
            </a:pPr>
            <a:r>
              <a:rPr sz="10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Access-aware navigation</a:t>
            </a:r>
            <a:endParaRPr sz="1000">
              <a:latin typeface="Arial"/>
              <a:ea typeface="Arial"/>
              <a:cs typeface="Arial"/>
            </a:endParaRPr>
          </a:p>
          <a:p xmlns:a="http://schemas.openxmlformats.org/drawingml/2006/main">
            <a:pPr marL="128270">
              <a:lnSpc>
                <a:spcPct val="100000"/>
              </a:lnSpc>
              <a:spcBef>
                <a:spcPts val="120"/>
              </a:spcBef>
              <a:buNone/>
            </a:pP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L1/L2 see all QMS groups; L3 sees SOPs, audit plans, Records and IATF Standards; L4 sees Records only.</a:t>
            </a:r>
            <a:endParaRPr sz="800">
              <a:latin typeface="Arial MT"/>
              <a:ea typeface="Arial MT"/>
              <a:cs typeface="Arial MT"/>
            </a:endParaRPr>
          </a:p>
        </p:txBody>
      </p:sp>
      <p:sp>
        <p:nvSpPr>
          <p:cNvPr id="52" name="object 52">
            <a:extLst xmlns:a="http://schemas.openxmlformats.org/drawingml/2006/main">
              <a:ext uri="{FF2B5EF4-FFF2-40B4-BE49-F238E27FC236}">
                <a16:creationId xmlns:a16="http://schemas.microsoft.com/office/drawing/2014/main" id="{D7A50857-0186-4576-BFEC-00205BB645C6}"/>
              </a:ext>
            </a:extLst>
          </p:cNvPr>
          <p:cNvSpPr>
            <a:spLocks xmlns:a="http://schemas.openxmlformats.org/drawingml/2006/main" noGrp="1"/>
          </p:cNvSpPr>
          <p:nvPr>
            <p:ph type="ft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6985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55"/>
              </a:spcBef>
              <a:buNone/>
            </a:pPr>
            <a:r>
              <a:t>Internal</a:t>
            </a:r>
            <a:r>
              <a:t> </a:t>
            </a:r>
            <a:r>
              <a:t>user</a:t>
            </a:r>
            <a:r>
              <a:t> </a:t>
            </a:r>
            <a:r>
              <a:t>guide</a:t>
            </a:r>
            <a:r>
              <a:t> </a:t>
            </a:r>
            <a:r>
              <a:t>-</a:t>
            </a:r>
            <a:r>
              <a:t> </a:t>
            </a:r>
            <a:r>
              <a:t>controlled</a:t>
            </a:r>
            <a:r>
              <a:t> </a:t>
            </a:r>
            <a:r>
              <a:t>copy</a:t>
            </a:r>
            <a:r>
              <a:t> </a:t>
            </a:r>
            <a:r>
              <a:t>when</a:t>
            </a:r>
            <a:r>
              <a:t> </a:t>
            </a:r>
            <a:r>
              <a:t>viewed</a:t>
            </a:r>
            <a:r>
              <a:t> </a:t>
            </a:r>
            <a:r>
              <a:t>in</a:t>
            </a:r>
            <a:r>
              <a:t> </a:t>
            </a:r>
            <a:r>
              <a:t>the</a:t>
            </a:r>
            <a:r>
              <a:t> </a:t>
            </a:r>
            <a:r>
              <a:t>DMS</a:t>
            </a:r>
            <a:r>
              <a:t> </a:t>
            </a:r>
            <a:r>
              <a:t>portal</a:t>
            </a:r>
          </a:p>
        </p:txBody>
      </p:sp>
      <p:sp>
        <p:nvSpPr>
          <p:cNvPr id="53" name="object 53">
            <a:extLst xmlns:a="http://schemas.openxmlformats.org/drawingml/2006/main">
              <a:ext uri="{FF2B5EF4-FFF2-40B4-BE49-F238E27FC236}">
                <a16:creationId xmlns:a16="http://schemas.microsoft.com/office/drawing/2014/main" id="{AEA6CD4D-CF2A-4014-BCD8-62A72DA59845}"/>
              </a:ext>
            </a:extLst>
          </p:cNvPr>
          <p:cNvSpPr>
            <a:spLocks xmlns:a="http://schemas.openxmlformats.org/drawingml/2006/main" noGrp="1"/>
          </p:cNvSpPr>
          <p:nvPr>
            <p:ph type="dt" idx="6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6985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55"/>
              </a:spcBef>
              <a:buNone/>
            </a:pPr>
            <a:r>
              <a:t>Smart</a:t>
            </a:r>
            <a:r>
              <a:t> </a:t>
            </a:r>
            <a:r>
              <a:t>DMS</a:t>
            </a:r>
            <a:r>
              <a:t> </a:t>
            </a:r>
            <a:r>
              <a:t>v2.0.0</a:t>
            </a:r>
          </a:p>
        </p:txBody>
      </p:sp>
    </p:spTree>
    <p:extLst>
      <p:ext uri="{BB962C8B-B14F-4D97-AF65-F5344CB8AC3E}">
        <p14:creationId xmlns:p14="http://schemas.microsoft.com/office/powerpoint/2010/main" val="1172866533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object 2">
            <a:extLst xmlns:a="http://schemas.openxmlformats.org/drawingml/2006/main">
              <a:ext uri="{FF2B5EF4-FFF2-40B4-BE49-F238E27FC236}">
                <a16:creationId xmlns:a16="http://schemas.microsoft.com/office/drawing/2014/main" id="{024E0E02-75FA-4031-9C24-4B1E0E774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9100" y="156971"/>
            <a:ext cx="1671955" cy="330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065" rIns="0" bIns="0">
            <a:spAutoFit/>
          </a:bodyPr>
          <a:lstStyle xmlns:a="http://schemas.openxmlformats.org/drawingml/2006/main"/>
          <a:p xmlns:a="http://schemas.openxmlformats.org/drawingml/2006/main">
            <a:pPr marL="12700" marR="5080">
              <a:lnSpc>
                <a:spcPct val="153800"/>
              </a:lnSpc>
              <a:spcBef>
                <a:spcPts val="95"/>
              </a:spcBef>
              <a:buNone/>
            </a:pP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ZF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Rane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Automotive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India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PVT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LTD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-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SGD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Smart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DMS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Portal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User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Manual</a:t>
            </a:r>
            <a:endParaRPr sz="650">
              <a:latin typeface="Arial MT"/>
              <a:ea typeface="Arial MT"/>
              <a:cs typeface="Arial MT"/>
            </a:endParaRPr>
          </a:p>
        </p:txBody>
      </p:sp>
      <p:graphicFrame>
        <p:nvGraphicFramePr>
          <p:cNvPr id="62" name="object 3"/>
          <p:cNvGraphicFramePr/>
          <p:nvPr/>
        </p:nvGraphicFramePr>
        <p:xfrm>
          <a:off xmlns:a="http://schemas.openxmlformats.org/drawingml/2006/main" x="4178625" y="161924"/>
          <a:ext xmlns:a="http://schemas.openxmlformats.org/drawingml/2006/main" cx="2978150" cy="444500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47800"/>
                <a:gridCol w="1447800"/>
              </a:tblGrid>
              <a:tr h="222250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50"/>
                        </a:spcBef>
                        <a:buNone/>
                      </a:pP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Document: DMS-UM-001</a:t>
                      </a:r>
                      <a:endParaRPr sz="6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985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50"/>
                        </a:spcBef>
                        <a:buNone/>
                      </a:pP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Revision: 1.3</a:t>
                      </a:r>
                      <a:endParaRPr sz="6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985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</a:tr>
              <a:tr h="222250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00"/>
                        </a:spcBef>
                        <a:buNone/>
                      </a:pP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Effective: 10-Aug-2026</a:t>
                      </a:r>
                      <a:endParaRPr sz="6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350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00"/>
                        </a:spcBef>
                        <a:buNone/>
                      </a:pP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Page: 19 of 27</a:t>
                      </a:r>
                      <a:endParaRPr sz="6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350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5" name="object 5">
            <a:extLst xmlns:a="http://schemas.openxmlformats.org/drawingml/2006/main">
              <a:ext uri="{FF2B5EF4-FFF2-40B4-BE49-F238E27FC236}">
                <a16:creationId xmlns:a16="http://schemas.microsoft.com/office/drawing/2014/main" id="{15F8B5C5-8C3A-4EFC-9D8A-8E346700D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774699"/>
            <a:ext cx="7560309" cy="431800"/>
          </a:xfrm>
          <a:custGeom xmlns:a="http://schemas.openxmlformats.org/drawingml/2006/main">
            <a:rect l="l" t="t" r="r" b="b"/>
            <a:pathLst>
              <a:path w="7560309" h="431800">
                <a:moveTo>
                  <a:pt x="7560000" y="0"/>
                </a:moveTo>
                <a:lnTo>
                  <a:pt x="0" y="0"/>
                </a:lnTo>
                <a:lnTo>
                  <a:pt x="0" y="431800"/>
                </a:lnTo>
                <a:lnTo>
                  <a:pt x="7560000" y="431800"/>
                </a:lnTo>
                <a:lnTo>
                  <a:pt x="7560000" y="0"/>
                </a:lnTo>
                <a:close/>
              </a:path>
            </a:pathLst>
          </a:custGeom>
          <a:solidFill xmlns:a="http://schemas.openxmlformats.org/drawingml/2006/main">
            <a:srgbClr val="008A95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object 6">
            <a:extLst xmlns:a="http://schemas.openxmlformats.org/drawingml/2006/main">
              <a:ext uri="{FF2B5EF4-FFF2-40B4-BE49-F238E27FC236}">
                <a16:creationId xmlns:a16="http://schemas.microsoft.com/office/drawing/2014/main" id="{767AE6C5-B079-4836-991D-71826F8CB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863599"/>
            <a:ext cx="533400" cy="254000"/>
          </a:xfrm>
          <a:custGeom xmlns:a="http://schemas.openxmlformats.org/drawingml/2006/main">
            <a:rect l="l" t="t" r="r" b="b"/>
            <a:pathLst>
              <a:path w="533400" h="254000">
                <a:moveTo>
                  <a:pt x="4699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190500"/>
                </a:lnTo>
                <a:lnTo>
                  <a:pt x="4985" y="215230"/>
                </a:lnTo>
                <a:lnTo>
                  <a:pt x="18586" y="235413"/>
                </a:lnTo>
                <a:lnTo>
                  <a:pt x="38769" y="249014"/>
                </a:lnTo>
                <a:lnTo>
                  <a:pt x="63500" y="254000"/>
                </a:lnTo>
                <a:lnTo>
                  <a:pt x="469900" y="254000"/>
                </a:lnTo>
                <a:lnTo>
                  <a:pt x="494630" y="249014"/>
                </a:lnTo>
                <a:lnTo>
                  <a:pt x="514813" y="235413"/>
                </a:lnTo>
                <a:lnTo>
                  <a:pt x="528414" y="215230"/>
                </a:lnTo>
                <a:lnTo>
                  <a:pt x="533400" y="190500"/>
                </a:lnTo>
                <a:lnTo>
                  <a:pt x="533400" y="63500"/>
                </a:lnTo>
                <a:lnTo>
                  <a:pt x="528414" y="38769"/>
                </a:lnTo>
                <a:lnTo>
                  <a:pt x="514813" y="18586"/>
                </a:lnTo>
                <a:lnTo>
                  <a:pt x="494630" y="4985"/>
                </a:lnTo>
                <a:lnTo>
                  <a:pt x="469900" y="0"/>
                </a:lnTo>
                <a:close/>
              </a:path>
            </a:pathLst>
          </a:custGeom>
          <a:solidFill xmlns:a="http://schemas.openxmlformats.org/drawingml/2006/main">
            <a:srgbClr val="F7B800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object 7">
            <a:extLst xmlns:a="http://schemas.openxmlformats.org/drawingml/2006/main">
              <a:ext uri="{FF2B5EF4-FFF2-40B4-BE49-F238E27FC236}">
                <a16:creationId xmlns:a16="http://schemas.microsoft.com/office/drawing/2014/main" id="{3DB097EB-F4EE-46F5-A2DA-E9C81F4DE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981" y="920750"/>
            <a:ext cx="167005" cy="1473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8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7.3</a:t>
            </a:r>
            <a:endParaRPr sz="800">
              <a:latin typeface="Arial"/>
              <a:ea typeface="Arial"/>
              <a:cs typeface="Arial"/>
            </a:endParaRPr>
          </a:p>
        </p:txBody>
      </p:sp>
      <p:sp>
        <p:nvSpPr>
          <p:cNvPr id="8" name="object 8">
            <a:extLst xmlns:a="http://schemas.openxmlformats.org/drawingml/2006/main">
              <a:ext uri="{FF2B5EF4-FFF2-40B4-BE49-F238E27FC236}">
                <a16:creationId xmlns:a16="http://schemas.microsoft.com/office/drawing/2014/main" id="{CA91A55A-DF83-4CB1-A13B-5ABA87FC5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300" y="863600"/>
            <a:ext cx="3434079" cy="25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Browse Customer and Core Tools</a:t>
            </a:r>
            <a:endParaRPr sz="1500">
              <a:latin typeface="Arial"/>
              <a:ea typeface="Arial"/>
              <a:cs typeface="Arial"/>
            </a:endParaRPr>
          </a:p>
        </p:txBody>
      </p:sp>
      <p:sp>
        <p:nvSpPr>
          <p:cNvPr id="9" name="object 9">
            <a:extLst xmlns:a="http://schemas.openxmlformats.org/drawingml/2006/main">
              <a:ext uri="{FF2B5EF4-FFF2-40B4-BE49-F238E27FC236}">
                <a16:creationId xmlns:a16="http://schemas.microsoft.com/office/drawing/2014/main" id="{0676821E-B83B-4050-8CFB-BFA790E7C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600" y="10298300"/>
            <a:ext cx="6595109" cy="0"/>
          </a:xfrm>
          <a:custGeom xmlns:a="http://schemas.openxmlformats.org/drawingml/2006/main">
            <a:rect l="l" t="t" r="r" b="b"/>
            <a:pathLst>
              <a:path w="6595109" h="0">
                <a:moveTo>
                  <a:pt x="0" y="0"/>
                </a:moveTo>
                <a:lnTo>
                  <a:pt x="6594800" y="0"/>
                </a:lnTo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object 10">
            <a:extLst xmlns:a="http://schemas.openxmlformats.org/drawingml/2006/main">
              <a:ext uri="{FF2B5EF4-FFF2-40B4-BE49-F238E27FC236}">
                <a16:creationId xmlns:a16="http://schemas.microsoft.com/office/drawing/2014/main" id="{6E3B4047-10C1-48E6-A2B1-4F5C5F6EC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900" y="1358899"/>
            <a:ext cx="4141470" cy="15049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524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20"/>
              </a:spcBef>
              <a:buNone/>
            </a:pP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Customer requirements and core-tool references now open as dedicated library pages.</a:t>
            </a:r>
            <a:endParaRPr sz="800">
              <a:latin typeface="Arial MT"/>
              <a:ea typeface="Arial MT"/>
              <a:cs typeface="Arial MT"/>
            </a:endParaRPr>
          </a:p>
        </p:txBody>
      </p:sp>
      <p:sp>
        <p:nvSpPr>
          <p:cNvPr id="12" name="object 12">
            <a:extLst xmlns:a="http://schemas.openxmlformats.org/drawingml/2006/main">
              <a:ext uri="{FF2B5EF4-FFF2-40B4-BE49-F238E27FC236}">
                <a16:creationId xmlns:a16="http://schemas.microsoft.com/office/drawing/2014/main" id="{1D193DFA-E055-4CD9-B225-D6871DEF2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0700" y="1648459"/>
            <a:ext cx="3208655" cy="939800"/>
          </a:xfrm>
          <a:custGeom xmlns:a="http://schemas.openxmlformats.org/drawingml/2006/main">
            <a:rect l="l" t="t" r="r" b="b"/>
            <a:pathLst>
              <a:path w="3208654" h="939800">
                <a:moveTo>
                  <a:pt x="31450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876258"/>
                </a:lnTo>
                <a:lnTo>
                  <a:pt x="4985" y="900988"/>
                </a:lnTo>
                <a:lnTo>
                  <a:pt x="18586" y="921171"/>
                </a:lnTo>
                <a:lnTo>
                  <a:pt x="38769" y="934772"/>
                </a:lnTo>
                <a:lnTo>
                  <a:pt x="63500" y="939758"/>
                </a:lnTo>
                <a:lnTo>
                  <a:pt x="3145000" y="939758"/>
                </a:lnTo>
                <a:lnTo>
                  <a:pt x="3169730" y="934772"/>
                </a:lnTo>
                <a:lnTo>
                  <a:pt x="3189913" y="921171"/>
                </a:lnTo>
                <a:lnTo>
                  <a:pt x="3203514" y="900988"/>
                </a:lnTo>
                <a:lnTo>
                  <a:pt x="3208500" y="876258"/>
                </a:lnTo>
                <a:lnTo>
                  <a:pt x="3208500" y="63500"/>
                </a:lnTo>
                <a:lnTo>
                  <a:pt x="3203514" y="38769"/>
                </a:lnTo>
                <a:lnTo>
                  <a:pt x="3189913" y="18586"/>
                </a:lnTo>
                <a:lnTo>
                  <a:pt x="3169730" y="4985"/>
                </a:lnTo>
                <a:lnTo>
                  <a:pt x="3145000" y="0"/>
                </a:lnTo>
                <a:close/>
              </a:path>
            </a:pathLst>
          </a:custGeom>
          <a:solidFill xmlns:a="http://schemas.openxmlformats.org/drawingml/2006/main">
            <a:srgbClr val="D6E1ED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object 13">
            <a:extLst xmlns:a="http://schemas.openxmlformats.org/drawingml/2006/main">
              <a:ext uri="{FF2B5EF4-FFF2-40B4-BE49-F238E27FC236}">
                <a16:creationId xmlns:a16="http://schemas.microsoft.com/office/drawing/2014/main" id="{853F635E-DEC5-4902-B6B0-1034A54E7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1610359"/>
            <a:ext cx="3208655" cy="939800"/>
          </a:xfrm>
          <a:custGeom xmlns:a="http://schemas.openxmlformats.org/drawingml/2006/main">
            <a:rect l="l" t="t" r="r" b="b"/>
            <a:pathLst>
              <a:path w="3208654" h="939800">
                <a:moveTo>
                  <a:pt x="31450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876258"/>
                </a:lnTo>
                <a:lnTo>
                  <a:pt x="4985" y="900988"/>
                </a:lnTo>
                <a:lnTo>
                  <a:pt x="18586" y="921171"/>
                </a:lnTo>
                <a:lnTo>
                  <a:pt x="38769" y="934772"/>
                </a:lnTo>
                <a:lnTo>
                  <a:pt x="63500" y="939758"/>
                </a:lnTo>
                <a:lnTo>
                  <a:pt x="3145000" y="939758"/>
                </a:lnTo>
                <a:lnTo>
                  <a:pt x="3169730" y="934772"/>
                </a:lnTo>
                <a:lnTo>
                  <a:pt x="3189913" y="921171"/>
                </a:lnTo>
                <a:lnTo>
                  <a:pt x="3203514" y="900988"/>
                </a:lnTo>
                <a:lnTo>
                  <a:pt x="3208500" y="876258"/>
                </a:lnTo>
                <a:lnTo>
                  <a:pt x="3208500" y="63500"/>
                </a:lnTo>
                <a:lnTo>
                  <a:pt x="3203514" y="38769"/>
                </a:lnTo>
                <a:lnTo>
                  <a:pt x="3189913" y="18586"/>
                </a:lnTo>
                <a:lnTo>
                  <a:pt x="3169730" y="4985"/>
                </a:lnTo>
                <a:lnTo>
                  <a:pt x="314500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object 14">
            <a:extLst xmlns:a="http://schemas.openxmlformats.org/drawingml/2006/main">
              <a:ext uri="{FF2B5EF4-FFF2-40B4-BE49-F238E27FC236}">
                <a16:creationId xmlns:a16="http://schemas.microsoft.com/office/drawing/2014/main" id="{CA125527-A77C-4E46-8130-B41BDF1A0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1610359"/>
            <a:ext cx="3208655" cy="939800"/>
          </a:xfrm>
          <a:custGeom xmlns:a="http://schemas.openxmlformats.org/drawingml/2006/main">
            <a:rect l="l" t="t" r="r" b="b"/>
            <a:pathLst>
              <a:path w="3208654" h="939800">
                <a:moveTo>
                  <a:pt x="63500" y="939758"/>
                </a:moveTo>
                <a:lnTo>
                  <a:pt x="3145000" y="939758"/>
                </a:lnTo>
                <a:lnTo>
                  <a:pt x="3169730" y="934772"/>
                </a:lnTo>
                <a:lnTo>
                  <a:pt x="3189913" y="921171"/>
                </a:lnTo>
                <a:lnTo>
                  <a:pt x="3203514" y="900988"/>
                </a:lnTo>
                <a:lnTo>
                  <a:pt x="3208500" y="876258"/>
                </a:lnTo>
                <a:lnTo>
                  <a:pt x="3208500" y="63500"/>
                </a:lnTo>
                <a:lnTo>
                  <a:pt x="3203514" y="38769"/>
                </a:lnTo>
                <a:lnTo>
                  <a:pt x="3189913" y="18586"/>
                </a:lnTo>
                <a:lnTo>
                  <a:pt x="3169730" y="4985"/>
                </a:lnTo>
                <a:lnTo>
                  <a:pt x="31450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876258"/>
                </a:lnTo>
                <a:lnTo>
                  <a:pt x="4985" y="900988"/>
                </a:lnTo>
                <a:lnTo>
                  <a:pt x="18586" y="921171"/>
                </a:lnTo>
                <a:lnTo>
                  <a:pt x="38769" y="934772"/>
                </a:lnTo>
                <a:lnTo>
                  <a:pt x="63500" y="939758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72" name="object 1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d34081e78142f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25960" y="1623060"/>
            <a:ext cx="3121779" cy="914357"/>
          </a:xfrm>
          <a:prstGeom xmlns:a="http://schemas.openxmlformats.org/drawingml/2006/main" prst="rect">
            <a:avLst/>
          </a:prstGeom>
        </p:spPr>
      </p:pic>
      <p:sp>
        <p:nvSpPr>
          <p:cNvPr id="16" name="object 16">
            <a:extLst xmlns:a="http://schemas.openxmlformats.org/drawingml/2006/main">
              <a:ext uri="{FF2B5EF4-FFF2-40B4-BE49-F238E27FC236}">
                <a16:creationId xmlns:a16="http://schemas.microsoft.com/office/drawing/2014/main" id="{31CA0C18-0915-45DC-BA5E-098CC32A5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5814" y="2600917"/>
            <a:ext cx="1742439" cy="24257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397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10"/>
              </a:spcBef>
              <a:buNone/>
            </a:pP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Figure 12 - Customer Manual folders by customer</a:t>
            </a:r>
            <a:endParaRPr sz="750">
              <a:latin typeface="Arial"/>
              <a:ea typeface="Arial"/>
              <a:cs typeface="Arial"/>
            </a:endParaRPr>
          </a:p>
        </p:txBody>
      </p:sp>
      <p:sp>
        <p:nvSpPr>
          <p:cNvPr id="18" name="object 18">
            <a:extLst xmlns:a="http://schemas.openxmlformats.org/drawingml/2006/main">
              <a:ext uri="{FF2B5EF4-FFF2-40B4-BE49-F238E27FC236}">
                <a16:creationId xmlns:a16="http://schemas.microsoft.com/office/drawing/2014/main" id="{F8956338-C702-4E36-BB78-FF7008BE6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906999" y="1648459"/>
            <a:ext cx="3208655" cy="939800"/>
          </a:xfrm>
          <a:custGeom xmlns:a="http://schemas.openxmlformats.org/drawingml/2006/main">
            <a:rect l="l" t="t" r="r" b="b"/>
            <a:pathLst>
              <a:path w="3208654" h="939800">
                <a:moveTo>
                  <a:pt x="31450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876258"/>
                </a:lnTo>
                <a:lnTo>
                  <a:pt x="4985" y="900988"/>
                </a:lnTo>
                <a:lnTo>
                  <a:pt x="18586" y="921171"/>
                </a:lnTo>
                <a:lnTo>
                  <a:pt x="38769" y="934772"/>
                </a:lnTo>
                <a:lnTo>
                  <a:pt x="63500" y="939758"/>
                </a:lnTo>
                <a:lnTo>
                  <a:pt x="3145000" y="939758"/>
                </a:lnTo>
                <a:lnTo>
                  <a:pt x="3169730" y="934772"/>
                </a:lnTo>
                <a:lnTo>
                  <a:pt x="3189913" y="921171"/>
                </a:lnTo>
                <a:lnTo>
                  <a:pt x="3203514" y="900988"/>
                </a:lnTo>
                <a:lnTo>
                  <a:pt x="3208500" y="876258"/>
                </a:lnTo>
                <a:lnTo>
                  <a:pt x="3208500" y="63500"/>
                </a:lnTo>
                <a:lnTo>
                  <a:pt x="3203514" y="38769"/>
                </a:lnTo>
                <a:lnTo>
                  <a:pt x="3189913" y="18586"/>
                </a:lnTo>
                <a:lnTo>
                  <a:pt x="3169730" y="4985"/>
                </a:lnTo>
                <a:lnTo>
                  <a:pt x="3145000" y="0"/>
                </a:lnTo>
                <a:close/>
              </a:path>
            </a:pathLst>
          </a:custGeom>
          <a:solidFill xmlns:a="http://schemas.openxmlformats.org/drawingml/2006/main">
            <a:srgbClr val="D6E1ED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9" name="object 19">
            <a:extLst xmlns:a="http://schemas.openxmlformats.org/drawingml/2006/main">
              <a:ext uri="{FF2B5EF4-FFF2-40B4-BE49-F238E27FC236}">
                <a16:creationId xmlns:a16="http://schemas.microsoft.com/office/drawing/2014/main" id="{A9154E7E-4D1C-4DF8-935E-72B4A91DF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868899" y="1610359"/>
            <a:ext cx="3208655" cy="939800"/>
          </a:xfrm>
          <a:custGeom xmlns:a="http://schemas.openxmlformats.org/drawingml/2006/main">
            <a:rect l="l" t="t" r="r" b="b"/>
            <a:pathLst>
              <a:path w="3208654" h="939800">
                <a:moveTo>
                  <a:pt x="31450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876258"/>
                </a:lnTo>
                <a:lnTo>
                  <a:pt x="4985" y="900988"/>
                </a:lnTo>
                <a:lnTo>
                  <a:pt x="18586" y="921171"/>
                </a:lnTo>
                <a:lnTo>
                  <a:pt x="38769" y="934772"/>
                </a:lnTo>
                <a:lnTo>
                  <a:pt x="63500" y="939758"/>
                </a:lnTo>
                <a:lnTo>
                  <a:pt x="3145000" y="939758"/>
                </a:lnTo>
                <a:lnTo>
                  <a:pt x="3169730" y="934772"/>
                </a:lnTo>
                <a:lnTo>
                  <a:pt x="3189913" y="921171"/>
                </a:lnTo>
                <a:lnTo>
                  <a:pt x="3203514" y="900988"/>
                </a:lnTo>
                <a:lnTo>
                  <a:pt x="3208500" y="876258"/>
                </a:lnTo>
                <a:lnTo>
                  <a:pt x="3208500" y="63500"/>
                </a:lnTo>
                <a:lnTo>
                  <a:pt x="3203514" y="38769"/>
                </a:lnTo>
                <a:lnTo>
                  <a:pt x="3189913" y="18586"/>
                </a:lnTo>
                <a:lnTo>
                  <a:pt x="3169730" y="4985"/>
                </a:lnTo>
                <a:lnTo>
                  <a:pt x="314500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0" name="object 20">
            <a:extLst xmlns:a="http://schemas.openxmlformats.org/drawingml/2006/main">
              <a:ext uri="{FF2B5EF4-FFF2-40B4-BE49-F238E27FC236}">
                <a16:creationId xmlns:a16="http://schemas.microsoft.com/office/drawing/2014/main" id="{7A58EC76-F425-49E8-A9A5-2679530DA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868899" y="1610359"/>
            <a:ext cx="3208655" cy="939800"/>
          </a:xfrm>
          <a:custGeom xmlns:a="http://schemas.openxmlformats.org/drawingml/2006/main">
            <a:rect l="l" t="t" r="r" b="b"/>
            <a:pathLst>
              <a:path w="3208654" h="939800">
                <a:moveTo>
                  <a:pt x="63500" y="939758"/>
                </a:moveTo>
                <a:lnTo>
                  <a:pt x="3145000" y="939758"/>
                </a:lnTo>
                <a:lnTo>
                  <a:pt x="3169730" y="934772"/>
                </a:lnTo>
                <a:lnTo>
                  <a:pt x="3189913" y="921171"/>
                </a:lnTo>
                <a:lnTo>
                  <a:pt x="3203514" y="900988"/>
                </a:lnTo>
                <a:lnTo>
                  <a:pt x="3208500" y="876258"/>
                </a:lnTo>
                <a:lnTo>
                  <a:pt x="3208500" y="63500"/>
                </a:lnTo>
                <a:lnTo>
                  <a:pt x="3203514" y="38769"/>
                </a:lnTo>
                <a:lnTo>
                  <a:pt x="3189913" y="18586"/>
                </a:lnTo>
                <a:lnTo>
                  <a:pt x="3169730" y="4985"/>
                </a:lnTo>
                <a:lnTo>
                  <a:pt x="31450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876258"/>
                </a:lnTo>
                <a:lnTo>
                  <a:pt x="4985" y="900988"/>
                </a:lnTo>
                <a:lnTo>
                  <a:pt x="18586" y="921171"/>
                </a:lnTo>
                <a:lnTo>
                  <a:pt x="38769" y="934772"/>
                </a:lnTo>
                <a:lnTo>
                  <a:pt x="63500" y="939758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77" name="object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ed3bcaa4544a6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3912260" y="1623060"/>
            <a:ext cx="3121779" cy="914357"/>
          </a:xfrm>
          <a:prstGeom xmlns:a="http://schemas.openxmlformats.org/drawingml/2006/main" prst="rect">
            <a:avLst/>
          </a:prstGeom>
        </p:spPr>
      </p:pic>
      <p:sp>
        <p:nvSpPr>
          <p:cNvPr id="22" name="object 22">
            <a:extLst xmlns:a="http://schemas.openxmlformats.org/drawingml/2006/main">
              <a:ext uri="{FF2B5EF4-FFF2-40B4-BE49-F238E27FC236}">
                <a16:creationId xmlns:a16="http://schemas.microsoft.com/office/drawing/2014/main" id="{0B6D41C1-F95E-43C1-B38F-2D0EC21B4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1390" y="2600917"/>
            <a:ext cx="1323975" cy="24257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397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10"/>
              </a:spcBef>
              <a:buNone/>
            </a:pP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Figure 13 - Core Tools Manual cards</a:t>
            </a:r>
            <a:endParaRPr sz="750">
              <a:latin typeface="Arial"/>
              <a:ea typeface="Arial"/>
              <a:cs typeface="Arial"/>
            </a:endParaRPr>
          </a:p>
        </p:txBody>
      </p:sp>
      <p:sp>
        <p:nvSpPr>
          <p:cNvPr id="24" name="object 24">
            <a:extLst xmlns:a="http://schemas.openxmlformats.org/drawingml/2006/main">
              <a:ext uri="{FF2B5EF4-FFF2-40B4-BE49-F238E27FC236}">
                <a16:creationId xmlns:a16="http://schemas.microsoft.com/office/drawing/2014/main" id="{A1C08698-17A7-4FFA-A867-90297D884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2882857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59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59"/>
                </a:lnTo>
                <a:lnTo>
                  <a:pt x="6531300" y="403859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59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5" name="object 25">
            <a:extLst xmlns:a="http://schemas.openxmlformats.org/drawingml/2006/main">
              <a:ext uri="{FF2B5EF4-FFF2-40B4-BE49-F238E27FC236}">
                <a16:creationId xmlns:a16="http://schemas.microsoft.com/office/drawing/2014/main" id="{65B91668-D459-4CDB-8C44-1FD4FE6A7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2882857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3500" y="403859"/>
                </a:moveTo>
                <a:lnTo>
                  <a:pt x="6531300" y="403859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59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59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59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81" name="object 2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f5411d66fc413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71500" y="2970487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27" name="object 27">
            <a:extLst xmlns:a="http://schemas.openxmlformats.org/drawingml/2006/main">
              <a:ext uri="{FF2B5EF4-FFF2-40B4-BE49-F238E27FC236}">
                <a16:creationId xmlns:a16="http://schemas.microsoft.com/office/drawing/2014/main" id="{B889EDE9-2002-4415-AF40-9F415B4F4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15" y="2998427"/>
            <a:ext cx="89535" cy="162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  <a:endParaRPr sz="900">
              <a:latin typeface="Arial"/>
              <a:ea typeface="Arial"/>
              <a:cs typeface="Arial"/>
            </a:endParaRPr>
          </a:p>
        </p:txBody>
      </p:sp>
      <p:sp>
        <p:nvSpPr>
          <p:cNvPr id="28" name="object 28">
            <a:extLst xmlns:a="http://schemas.openxmlformats.org/drawingml/2006/main">
              <a:ext uri="{FF2B5EF4-FFF2-40B4-BE49-F238E27FC236}">
                <a16:creationId xmlns:a16="http://schemas.microsoft.com/office/drawing/2014/main" id="{9F422E9E-8308-45FB-8C85-12721193C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15501"/>
            <a:ext cx="3325495" cy="4089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3175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250"/>
              </a:spcBef>
              <a:buNone/>
            </a:pP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Customer Specific Requirements</a:t>
            </a:r>
            <a:endParaRPr sz="850">
              <a:latin typeface="Arial"/>
              <a:ea typeface="Arial"/>
              <a:cs typeface="Arial"/>
            </a:endParaRPr>
          </a:p>
          <a:p xmlns:a="http://schemas.openxmlformats.org/drawingml/2006/main">
            <a:pPr marL="12700">
              <a:lnSpc>
                <a:spcPct val="100000"/>
              </a:lnSpc>
              <a:spcBef>
                <a:spcPts val="150"/>
              </a:spcBef>
              <a:buNone/>
            </a:pP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Choose CSR Matrix, Customer Manual or Customer Initiatives; customer folders use logo cards.</a:t>
            </a:r>
            <a:endParaRPr sz="750">
              <a:latin typeface="Arial MT"/>
              <a:ea typeface="Arial MT"/>
              <a:cs typeface="Arial MT"/>
            </a:endParaRPr>
          </a:p>
        </p:txBody>
      </p:sp>
      <p:sp>
        <p:nvSpPr>
          <p:cNvPr id="30" name="object 30">
            <a:extLst xmlns:a="http://schemas.openxmlformats.org/drawingml/2006/main">
              <a:ext uri="{FF2B5EF4-FFF2-40B4-BE49-F238E27FC236}">
                <a16:creationId xmlns:a16="http://schemas.microsoft.com/office/drawing/2014/main" id="{12D04B93-4FAA-4574-886C-E23081A61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3362917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1" name="object 31">
            <a:extLst xmlns:a="http://schemas.openxmlformats.org/drawingml/2006/main">
              <a:ext uri="{FF2B5EF4-FFF2-40B4-BE49-F238E27FC236}">
                <a16:creationId xmlns:a16="http://schemas.microsoft.com/office/drawing/2014/main" id="{F9283A4F-E26E-474A-A978-797D025DD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3362917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3500" y="403860"/>
                </a:move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86" name="object 3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f5411d66fc413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71500" y="3450547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33" name="object 33">
            <a:extLst xmlns:a="http://schemas.openxmlformats.org/drawingml/2006/main">
              <a:ext uri="{FF2B5EF4-FFF2-40B4-BE49-F238E27FC236}">
                <a16:creationId xmlns:a16="http://schemas.microsoft.com/office/drawing/2014/main" id="{F0E66472-8C9E-4304-B4D5-B15396990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15" y="3478487"/>
            <a:ext cx="89535" cy="162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  <a:endParaRPr sz="900">
              <a:latin typeface="Arial"/>
              <a:ea typeface="Arial"/>
              <a:cs typeface="Arial"/>
            </a:endParaRPr>
          </a:p>
        </p:txBody>
      </p:sp>
      <p:sp>
        <p:nvSpPr>
          <p:cNvPr id="34" name="object 34">
            <a:extLst xmlns:a="http://schemas.openxmlformats.org/drawingml/2006/main">
              <a:ext uri="{FF2B5EF4-FFF2-40B4-BE49-F238E27FC236}">
                <a16:creationId xmlns:a16="http://schemas.microsoft.com/office/drawing/2014/main" id="{B2B74772-485A-49F3-8D08-771AB719A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95561"/>
            <a:ext cx="3602354" cy="3086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3175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250"/>
              </a:spcBef>
              <a:buNone/>
            </a:pP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Customer Score Card</a:t>
            </a:r>
            <a:endParaRPr sz="850">
              <a:latin typeface="Arial"/>
              <a:ea typeface="Arial"/>
              <a:cs typeface="Arial"/>
            </a:endParaRPr>
          </a:p>
          <a:p xmlns:a="http://schemas.openxmlformats.org/drawingml/2006/main">
            <a:pPr marL="12700">
              <a:lnSpc>
                <a:spcPct val="100000"/>
              </a:lnSpc>
              <a:spcBef>
                <a:spcPts val="150"/>
              </a:spcBef>
              <a:buNone/>
            </a:pP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Use the separate Score Card area and choose the required customer folder.</a:t>
            </a:r>
            <a:endParaRPr sz="750">
              <a:latin typeface="Arial MT"/>
              <a:ea typeface="Arial MT"/>
              <a:cs typeface="Arial MT"/>
            </a:endParaRPr>
          </a:p>
        </p:txBody>
      </p:sp>
      <p:sp>
        <p:nvSpPr>
          <p:cNvPr id="36" name="object 36">
            <a:extLst xmlns:a="http://schemas.openxmlformats.org/drawingml/2006/main">
              <a:ext uri="{FF2B5EF4-FFF2-40B4-BE49-F238E27FC236}">
                <a16:creationId xmlns:a16="http://schemas.microsoft.com/office/drawing/2014/main" id="{F9865E93-168E-4B6A-A89A-0F26179D6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3842977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59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59"/>
                </a:lnTo>
                <a:lnTo>
                  <a:pt x="6531300" y="403859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59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7" name="object 37">
            <a:extLst xmlns:a="http://schemas.openxmlformats.org/drawingml/2006/main">
              <a:ext uri="{FF2B5EF4-FFF2-40B4-BE49-F238E27FC236}">
                <a16:creationId xmlns:a16="http://schemas.microsoft.com/office/drawing/2014/main" id="{80CBB1A1-2B05-4444-813D-7C6D374CF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3842977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3500" y="403859"/>
                </a:moveTo>
                <a:lnTo>
                  <a:pt x="6531300" y="403859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59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59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59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91" name="object 3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f5411d66fc413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71500" y="3930607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39" name="object 39">
            <a:extLst xmlns:a="http://schemas.openxmlformats.org/drawingml/2006/main">
              <a:ext uri="{FF2B5EF4-FFF2-40B4-BE49-F238E27FC236}">
                <a16:creationId xmlns:a16="http://schemas.microsoft.com/office/drawing/2014/main" id="{CA42469C-14B0-414F-B3C2-2DE34AD67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15" y="3958547"/>
            <a:ext cx="89535" cy="162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  <a:endParaRPr sz="900">
              <a:latin typeface="Arial"/>
              <a:ea typeface="Arial"/>
              <a:cs typeface="Arial"/>
            </a:endParaRPr>
          </a:p>
        </p:txBody>
      </p:sp>
      <p:sp>
        <p:nvSpPr>
          <p:cNvPr id="40" name="object 40">
            <a:extLst xmlns:a="http://schemas.openxmlformats.org/drawingml/2006/main">
              <a:ext uri="{FF2B5EF4-FFF2-40B4-BE49-F238E27FC236}">
                <a16:creationId xmlns:a16="http://schemas.microsoft.com/office/drawing/2014/main" id="{45010AFE-21E8-45E2-9D68-362004C2D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75621"/>
            <a:ext cx="3623945" cy="3086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3175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250"/>
              </a:spcBef>
              <a:buNone/>
            </a:pP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Core Tools Manuals</a:t>
            </a:r>
            <a:endParaRPr sz="850">
              <a:latin typeface="Arial"/>
              <a:ea typeface="Arial"/>
              <a:cs typeface="Arial"/>
            </a:endParaRPr>
          </a:p>
          <a:p xmlns:a="http://schemas.openxmlformats.org/drawingml/2006/main">
            <a:pPr marL="12700">
              <a:lnSpc>
                <a:spcPct val="100000"/>
              </a:lnSpc>
              <a:spcBef>
                <a:spcPts val="150"/>
              </a:spcBef>
              <a:buNone/>
            </a:pP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Choose APQP, Control Plan, FMEA, IATF Manual, MSA, PPAP or SPC.</a:t>
            </a:r>
            <a:endParaRPr sz="750">
              <a:latin typeface="Arial MT"/>
              <a:ea typeface="Arial MT"/>
              <a:cs typeface="Arial MT"/>
            </a:endParaRPr>
          </a:p>
        </p:txBody>
      </p:sp>
      <p:sp>
        <p:nvSpPr>
          <p:cNvPr id="42" name="object 42">
            <a:extLst xmlns:a="http://schemas.openxmlformats.org/drawingml/2006/main">
              <a:ext uri="{FF2B5EF4-FFF2-40B4-BE49-F238E27FC236}">
                <a16:creationId xmlns:a16="http://schemas.microsoft.com/office/drawing/2014/main" id="{94CEEE05-7F00-45D9-AB6C-4B10DB8D9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4323037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3" name="object 43">
            <a:extLst xmlns:a="http://schemas.openxmlformats.org/drawingml/2006/main">
              <a:ext uri="{FF2B5EF4-FFF2-40B4-BE49-F238E27FC236}">
                <a16:creationId xmlns:a16="http://schemas.microsoft.com/office/drawing/2014/main" id="{70EC2637-E683-4D70-AFA1-C6EE476B0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4323037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3500" y="403860"/>
                </a:move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96" name="object 4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f5411d66fc413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71500" y="4410667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45" name="object 45">
            <a:extLst xmlns:a="http://schemas.openxmlformats.org/drawingml/2006/main">
              <a:ext uri="{FF2B5EF4-FFF2-40B4-BE49-F238E27FC236}">
                <a16:creationId xmlns:a16="http://schemas.microsoft.com/office/drawing/2014/main" id="{094C5B69-5CA9-41ED-A6B1-A2EA63013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15" y="4438607"/>
            <a:ext cx="89535" cy="162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  <a:endParaRPr sz="900">
              <a:latin typeface="Arial"/>
              <a:ea typeface="Arial"/>
              <a:cs typeface="Arial"/>
            </a:endParaRPr>
          </a:p>
        </p:txBody>
      </p:sp>
      <p:sp>
        <p:nvSpPr>
          <p:cNvPr id="46" name="object 46">
            <a:extLst xmlns:a="http://schemas.openxmlformats.org/drawingml/2006/main">
              <a:ext uri="{FF2B5EF4-FFF2-40B4-BE49-F238E27FC236}">
                <a16:creationId xmlns:a16="http://schemas.microsoft.com/office/drawing/2014/main" id="{D692FDD8-572E-44E8-A50F-DE59985FB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55681"/>
            <a:ext cx="4129404" cy="3086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3175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250"/>
              </a:spcBef>
              <a:buNone/>
            </a:pP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Return through breadcrumbs</a:t>
            </a:r>
            <a:endParaRPr sz="850">
              <a:latin typeface="Arial"/>
              <a:ea typeface="Arial"/>
              <a:cs typeface="Arial"/>
            </a:endParaRPr>
          </a:p>
          <a:p xmlns:a="http://schemas.openxmlformats.org/drawingml/2006/main">
            <a:pPr marL="12700">
              <a:lnSpc>
                <a:spcPct val="100000"/>
              </a:lnSpc>
              <a:spcBef>
                <a:spcPts val="150"/>
              </a:spcBef>
              <a:buNone/>
            </a:pP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Use the breadcrumb or All folders button to return without losing library context.</a:t>
            </a:r>
            <a:endParaRPr sz="750">
              <a:latin typeface="Arial MT"/>
              <a:ea typeface="Arial MT"/>
              <a:cs typeface="Arial MT"/>
            </a:endParaRPr>
          </a:p>
        </p:txBody>
      </p:sp>
      <p:sp>
        <p:nvSpPr>
          <p:cNvPr id="48" name="object 48">
            <a:extLst xmlns:a="http://schemas.openxmlformats.org/drawingml/2006/main">
              <a:ext uri="{FF2B5EF4-FFF2-40B4-BE49-F238E27FC236}">
                <a16:creationId xmlns:a16="http://schemas.microsoft.com/office/drawing/2014/main" id="{9718AFEF-FEC8-455D-8380-25F29B6A9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4803097"/>
            <a:ext cx="6595109" cy="518159"/>
          </a:xfrm>
          <a:custGeom xmlns:a="http://schemas.openxmlformats.org/drawingml/2006/main">
            <a:rect l="l" t="t" r="r" b="b"/>
            <a:pathLst>
              <a:path w="6595109" h="518160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454660"/>
                </a:lnTo>
                <a:lnTo>
                  <a:pt x="4985" y="479390"/>
                </a:lnTo>
                <a:lnTo>
                  <a:pt x="18586" y="499573"/>
                </a:lnTo>
                <a:lnTo>
                  <a:pt x="38769" y="513174"/>
                </a:lnTo>
                <a:lnTo>
                  <a:pt x="63500" y="518160"/>
                </a:lnTo>
                <a:lnTo>
                  <a:pt x="6531300" y="518160"/>
                </a:lnTo>
                <a:lnTo>
                  <a:pt x="6556030" y="513174"/>
                </a:lnTo>
                <a:lnTo>
                  <a:pt x="6576213" y="499573"/>
                </a:lnTo>
                <a:lnTo>
                  <a:pt x="6589814" y="479390"/>
                </a:lnTo>
                <a:lnTo>
                  <a:pt x="6594800" y="4546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E9F2F9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9" name="object 49">
            <a:extLst xmlns:a="http://schemas.openxmlformats.org/drawingml/2006/main">
              <a:ext uri="{FF2B5EF4-FFF2-40B4-BE49-F238E27FC236}">
                <a16:creationId xmlns:a16="http://schemas.microsoft.com/office/drawing/2014/main" id="{1725FCC2-B8ED-4AB2-A113-E6090C6E1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4803097"/>
            <a:ext cx="6595109" cy="518159"/>
          </a:xfrm>
          <a:custGeom xmlns:a="http://schemas.openxmlformats.org/drawingml/2006/main">
            <a:rect l="l" t="t" r="r" b="b"/>
            <a:pathLst>
              <a:path w="6595109" h="518160">
                <a:moveTo>
                  <a:pt x="63500" y="518160"/>
                </a:moveTo>
                <a:lnTo>
                  <a:pt x="6531300" y="518160"/>
                </a:lnTo>
                <a:lnTo>
                  <a:pt x="6556030" y="513174"/>
                </a:lnTo>
                <a:lnTo>
                  <a:pt x="6576213" y="499573"/>
                </a:lnTo>
                <a:lnTo>
                  <a:pt x="6589814" y="479390"/>
                </a:lnTo>
                <a:lnTo>
                  <a:pt x="6594800" y="4546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454660"/>
                </a:lnTo>
                <a:lnTo>
                  <a:pt x="4985" y="479390"/>
                </a:lnTo>
                <a:lnTo>
                  <a:pt x="18586" y="499573"/>
                </a:lnTo>
                <a:lnTo>
                  <a:pt x="38769" y="513174"/>
                </a:lnTo>
                <a:lnTo>
                  <a:pt x="63500" y="518160"/>
                </a:lnTo>
                <a:close/>
              </a:path>
            </a:pathLst>
          </a:custGeom>
          <a:ln xmlns:a="http://schemas.openxmlformats.org/drawingml/2006/main" w="6349">
            <a:solidFill>
              <a:srgbClr val="0877B8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0" name="object 50">
            <a:extLst xmlns:a="http://schemas.openxmlformats.org/drawingml/2006/main">
              <a:ext uri="{FF2B5EF4-FFF2-40B4-BE49-F238E27FC236}">
                <a16:creationId xmlns:a16="http://schemas.microsoft.com/office/drawing/2014/main" id="{F32BFCE5-9D0B-4080-A38A-84F41D797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4803097"/>
            <a:ext cx="63500" cy="518159"/>
          </a:xfrm>
          <a:custGeom xmlns:a="http://schemas.openxmlformats.org/drawingml/2006/main">
            <a:rect l="l" t="t" r="r" b="b"/>
            <a:pathLst>
              <a:path w="63500" h="518160">
                <a:moveTo>
                  <a:pt x="63500" y="0"/>
                </a:moveTo>
                <a:lnTo>
                  <a:pt x="0" y="0"/>
                </a:lnTo>
                <a:lnTo>
                  <a:pt x="0" y="518160"/>
                </a:lnTo>
                <a:lnTo>
                  <a:pt x="63500" y="518160"/>
                </a:lnTo>
                <a:lnTo>
                  <a:pt x="63500" y="0"/>
                </a:lnTo>
                <a:close/>
              </a:path>
            </a:pathLst>
          </a:custGeom>
          <a:solidFill xmlns:a="http://schemas.openxmlformats.org/drawingml/2006/main">
            <a:srgbClr val="0877B8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1" name="object 51">
            <a:extLst xmlns:a="http://schemas.openxmlformats.org/drawingml/2006/main">
              <a:ext uri="{FF2B5EF4-FFF2-40B4-BE49-F238E27FC236}">
                <a16:creationId xmlns:a16="http://schemas.microsoft.com/office/drawing/2014/main" id="{DB79B61F-01BD-42E2-A0DB-C43FA044C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512" y="4863809"/>
            <a:ext cx="6494145" cy="33147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27940" rIns="0" bIns="0">
            <a:spAutoFit/>
          </a:bodyPr>
          <a:lstStyle xmlns:a="http://schemas.openxmlformats.org/drawingml/2006/main"/>
          <a:p xmlns:a="http://schemas.openxmlformats.org/drawingml/2006/main">
            <a:pPr marL="128270">
              <a:lnSpc>
                <a:spcPct val="100000"/>
              </a:lnSpc>
              <a:spcBef>
                <a:spcPts val="220"/>
              </a:spcBef>
              <a:buNone/>
            </a:pPr>
            <a:r>
              <a:rPr sz="10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Folder navigation</a:t>
            </a:r>
            <a:endParaRPr sz="1000">
              <a:latin typeface="Arial"/>
              <a:ea typeface="Arial"/>
              <a:cs typeface="Arial"/>
            </a:endParaRPr>
          </a:p>
          <a:p xmlns:a="http://schemas.openxmlformats.org/drawingml/2006/main">
            <a:pPr marL="128270">
              <a:lnSpc>
                <a:spcPct val="100000"/>
              </a:lnSpc>
              <a:spcBef>
                <a:spcPts val="120"/>
              </a:spcBef>
              <a:buNone/>
            </a:pP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Use the dashboard for broad metadata search and Document Library for controlled, structured browsing.</a:t>
            </a:r>
            <a:endParaRPr sz="800">
              <a:latin typeface="Arial MT"/>
              <a:ea typeface="Arial MT"/>
              <a:cs typeface="Arial MT"/>
            </a:endParaRPr>
          </a:p>
        </p:txBody>
      </p:sp>
      <p:sp>
        <p:nvSpPr>
          <p:cNvPr id="52" name="object 52">
            <a:extLst xmlns:a="http://schemas.openxmlformats.org/drawingml/2006/main">
              <a:ext uri="{FF2B5EF4-FFF2-40B4-BE49-F238E27FC236}">
                <a16:creationId xmlns:a16="http://schemas.microsoft.com/office/drawing/2014/main" id="{8DFADCE4-E4F3-4A34-9691-C078CB72B304}"/>
              </a:ext>
            </a:extLst>
          </p:cNvPr>
          <p:cNvSpPr>
            <a:spLocks xmlns:a="http://schemas.openxmlformats.org/drawingml/2006/main" noGrp="1"/>
          </p:cNvSpPr>
          <p:nvPr>
            <p:ph type="ft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6985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55"/>
              </a:spcBef>
              <a:buNone/>
            </a:pPr>
            <a:r>
              <a:t>Internal</a:t>
            </a:r>
            <a:r>
              <a:t> </a:t>
            </a:r>
            <a:r>
              <a:t>user</a:t>
            </a:r>
            <a:r>
              <a:t> </a:t>
            </a:r>
            <a:r>
              <a:t>guide</a:t>
            </a:r>
            <a:r>
              <a:t> </a:t>
            </a:r>
            <a:r>
              <a:t>-</a:t>
            </a:r>
            <a:r>
              <a:t> </a:t>
            </a:r>
            <a:r>
              <a:t>controlled</a:t>
            </a:r>
            <a:r>
              <a:t> </a:t>
            </a:r>
            <a:r>
              <a:t>copy</a:t>
            </a:r>
            <a:r>
              <a:t> </a:t>
            </a:r>
            <a:r>
              <a:t>when</a:t>
            </a:r>
            <a:r>
              <a:t> </a:t>
            </a:r>
            <a:r>
              <a:t>viewed</a:t>
            </a:r>
            <a:r>
              <a:t> </a:t>
            </a:r>
            <a:r>
              <a:t>in</a:t>
            </a:r>
            <a:r>
              <a:t> </a:t>
            </a:r>
            <a:r>
              <a:t>the</a:t>
            </a:r>
            <a:r>
              <a:t> </a:t>
            </a:r>
            <a:r>
              <a:t>DMS</a:t>
            </a:r>
            <a:r>
              <a:t> </a:t>
            </a:r>
            <a:r>
              <a:t>portal</a:t>
            </a:r>
          </a:p>
        </p:txBody>
      </p:sp>
      <p:sp>
        <p:nvSpPr>
          <p:cNvPr id="53" name="object 53">
            <a:extLst xmlns:a="http://schemas.openxmlformats.org/drawingml/2006/main">
              <a:ext uri="{FF2B5EF4-FFF2-40B4-BE49-F238E27FC236}">
                <a16:creationId xmlns:a16="http://schemas.microsoft.com/office/drawing/2014/main" id="{0436AD29-3491-4E59-8C98-5D21D562C9D5}"/>
              </a:ext>
            </a:extLst>
          </p:cNvPr>
          <p:cNvSpPr>
            <a:spLocks xmlns:a="http://schemas.openxmlformats.org/drawingml/2006/main" noGrp="1"/>
          </p:cNvSpPr>
          <p:nvPr>
            <p:ph type="dt" idx="6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6985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55"/>
              </a:spcBef>
              <a:buNone/>
            </a:pPr>
            <a:r>
              <a:t>Smart</a:t>
            </a:r>
            <a:r>
              <a:t> </a:t>
            </a:r>
            <a:r>
              <a:t>DMS</a:t>
            </a:r>
            <a:r>
              <a:t> </a:t>
            </a:r>
            <a:r>
              <a:t>v2.0.0</a:t>
            </a:r>
          </a:p>
        </p:txBody>
      </p:sp>
    </p:spTree>
    <p:extLst>
      <p:ext uri="{BB962C8B-B14F-4D97-AF65-F5344CB8AC3E}">
        <p14:creationId xmlns:p14="http://schemas.microsoft.com/office/powerpoint/2010/main" val="201465714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object 2">
            <a:extLst xmlns:a="http://schemas.openxmlformats.org/drawingml/2006/main">
              <a:ext uri="{FF2B5EF4-FFF2-40B4-BE49-F238E27FC236}">
                <a16:creationId xmlns:a16="http://schemas.microsoft.com/office/drawing/2014/main" id="{50F5628C-E12B-4836-9BC0-2C60D2117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9100" y="156971"/>
            <a:ext cx="1671955" cy="330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065" rIns="0" bIns="0">
            <a:spAutoFit/>
          </a:bodyPr>
          <a:lstStyle xmlns:a="http://schemas.openxmlformats.org/drawingml/2006/main"/>
          <a:p xmlns:a="http://schemas.openxmlformats.org/drawingml/2006/main">
            <a:pPr marL="12700" marR="5080">
              <a:lnSpc>
                <a:spcPct val="153800"/>
              </a:lnSpc>
              <a:spcBef>
                <a:spcPts val="95"/>
              </a:spcBef>
              <a:buNone/>
            </a:pP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ZF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Rane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Automotive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India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PVT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LTD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-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SGD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Smart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DMS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Portal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User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Manual</a:t>
            </a:r>
            <a:endParaRPr sz="650">
              <a:latin typeface="Arial MT"/>
              <a:ea typeface="Arial MT"/>
              <a:cs typeface="Arial MT"/>
            </a:endParaRPr>
          </a:p>
        </p:txBody>
      </p:sp>
      <p:graphicFrame>
        <p:nvGraphicFramePr>
          <p:cNvPr id="55" name="object 3"/>
          <p:cNvGraphicFramePr/>
          <p:nvPr/>
        </p:nvGraphicFramePr>
        <p:xfrm>
          <a:off xmlns:a="http://schemas.openxmlformats.org/drawingml/2006/main" x="4178625" y="161924"/>
          <a:ext xmlns:a="http://schemas.openxmlformats.org/drawingml/2006/main" cx="2978150" cy="444500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47800"/>
                <a:gridCol w="1447800"/>
              </a:tblGrid>
              <a:tr h="222250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50"/>
                        </a:spcBef>
                        <a:buNone/>
                      </a:pP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Document: DMS-UM-001</a:t>
                      </a:r>
                      <a:endParaRPr sz="6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985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50"/>
                        </a:spcBef>
                        <a:buNone/>
                      </a:pP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Revision: 1.3</a:t>
                      </a:r>
                      <a:endParaRPr sz="6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985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</a:tr>
              <a:tr h="222250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00"/>
                        </a:spcBef>
                        <a:buNone/>
                      </a:pP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Effective: 10-Aug-2026</a:t>
                      </a:r>
                      <a:endParaRPr sz="6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350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00"/>
                        </a:spcBef>
                        <a:buNone/>
                      </a:pP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Page: 20 of 27</a:t>
                      </a:r>
                      <a:endParaRPr sz="6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350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5" name="object 5">
            <a:extLst xmlns:a="http://schemas.openxmlformats.org/drawingml/2006/main">
              <a:ext uri="{FF2B5EF4-FFF2-40B4-BE49-F238E27FC236}">
                <a16:creationId xmlns:a16="http://schemas.microsoft.com/office/drawing/2014/main" id="{35C1EC4E-6621-4FC3-9C27-87597492D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774699"/>
            <a:ext cx="7560309" cy="431800"/>
          </a:xfrm>
          <a:custGeom xmlns:a="http://schemas.openxmlformats.org/drawingml/2006/main">
            <a:rect l="l" t="t" r="r" b="b"/>
            <a:pathLst>
              <a:path w="7560309" h="431800">
                <a:moveTo>
                  <a:pt x="7560000" y="0"/>
                </a:moveTo>
                <a:lnTo>
                  <a:pt x="0" y="0"/>
                </a:lnTo>
                <a:lnTo>
                  <a:pt x="0" y="431800"/>
                </a:lnTo>
                <a:lnTo>
                  <a:pt x="7560000" y="431800"/>
                </a:lnTo>
                <a:lnTo>
                  <a:pt x="7560000" y="0"/>
                </a:lnTo>
                <a:close/>
              </a:path>
            </a:pathLst>
          </a:custGeom>
          <a:solidFill xmlns:a="http://schemas.openxmlformats.org/drawingml/2006/main">
            <a:srgbClr val="D42F72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object 6">
            <a:extLst xmlns:a="http://schemas.openxmlformats.org/drawingml/2006/main">
              <a:ext uri="{FF2B5EF4-FFF2-40B4-BE49-F238E27FC236}">
                <a16:creationId xmlns:a16="http://schemas.microsoft.com/office/drawing/2014/main" id="{82BABBF5-035C-4473-8798-76535E4B9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863599"/>
            <a:ext cx="533400" cy="254000"/>
          </a:xfrm>
          <a:custGeom xmlns:a="http://schemas.openxmlformats.org/drawingml/2006/main">
            <a:rect l="l" t="t" r="r" b="b"/>
            <a:pathLst>
              <a:path w="533400" h="254000">
                <a:moveTo>
                  <a:pt x="4699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190500"/>
                </a:lnTo>
                <a:lnTo>
                  <a:pt x="4985" y="215230"/>
                </a:lnTo>
                <a:lnTo>
                  <a:pt x="18586" y="235413"/>
                </a:lnTo>
                <a:lnTo>
                  <a:pt x="38769" y="249014"/>
                </a:lnTo>
                <a:lnTo>
                  <a:pt x="63500" y="254000"/>
                </a:lnTo>
                <a:lnTo>
                  <a:pt x="469900" y="254000"/>
                </a:lnTo>
                <a:lnTo>
                  <a:pt x="494630" y="249014"/>
                </a:lnTo>
                <a:lnTo>
                  <a:pt x="514813" y="235413"/>
                </a:lnTo>
                <a:lnTo>
                  <a:pt x="528414" y="215230"/>
                </a:lnTo>
                <a:lnTo>
                  <a:pt x="533400" y="190500"/>
                </a:lnTo>
                <a:lnTo>
                  <a:pt x="533400" y="63500"/>
                </a:lnTo>
                <a:lnTo>
                  <a:pt x="528414" y="38769"/>
                </a:lnTo>
                <a:lnTo>
                  <a:pt x="514813" y="18586"/>
                </a:lnTo>
                <a:lnTo>
                  <a:pt x="494630" y="4985"/>
                </a:lnTo>
                <a:lnTo>
                  <a:pt x="469900" y="0"/>
                </a:lnTo>
                <a:close/>
              </a:path>
            </a:pathLst>
          </a:custGeom>
          <a:solidFill xmlns:a="http://schemas.openxmlformats.org/drawingml/2006/main">
            <a:srgbClr val="F7B800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object 7">
            <a:extLst xmlns:a="http://schemas.openxmlformats.org/drawingml/2006/main">
              <a:ext uri="{FF2B5EF4-FFF2-40B4-BE49-F238E27FC236}">
                <a16:creationId xmlns:a16="http://schemas.microsoft.com/office/drawing/2014/main" id="{B19755A2-7564-4709-B4A7-F55DB6A80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981" y="920750"/>
            <a:ext cx="167005" cy="1473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8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8.1</a:t>
            </a:r>
            <a:endParaRPr sz="800">
              <a:latin typeface="Arial"/>
              <a:ea typeface="Arial"/>
              <a:cs typeface="Arial"/>
            </a:endParaRPr>
          </a:p>
        </p:txBody>
      </p:sp>
      <p:sp>
        <p:nvSpPr>
          <p:cNvPr id="8" name="object 8">
            <a:extLst xmlns:a="http://schemas.openxmlformats.org/drawingml/2006/main">
              <a:ext uri="{FF2B5EF4-FFF2-40B4-BE49-F238E27FC236}">
                <a16:creationId xmlns:a16="http://schemas.microsoft.com/office/drawing/2014/main" id="{1D2B7A5F-4AC6-493D-A0A3-E2FC397B9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300" y="863600"/>
            <a:ext cx="2375535" cy="25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Read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the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Graphics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Report</a:t>
            </a:r>
            <a:endParaRPr sz="1500">
              <a:latin typeface="Arial"/>
              <a:ea typeface="Arial"/>
              <a:cs typeface="Arial"/>
            </a:endParaRPr>
          </a:p>
        </p:txBody>
      </p:sp>
      <p:sp>
        <p:nvSpPr>
          <p:cNvPr id="9" name="object 9">
            <a:extLst xmlns:a="http://schemas.openxmlformats.org/drawingml/2006/main">
              <a:ext uri="{FF2B5EF4-FFF2-40B4-BE49-F238E27FC236}">
                <a16:creationId xmlns:a16="http://schemas.microsoft.com/office/drawing/2014/main" id="{5F93211B-D257-4AEC-81C0-0E92BB039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600" y="10298300"/>
            <a:ext cx="6595109" cy="0"/>
          </a:xfrm>
          <a:custGeom xmlns:a="http://schemas.openxmlformats.org/drawingml/2006/main">
            <a:rect l="l" t="t" r="r" b="b"/>
            <a:pathLst>
              <a:path w="6595109" h="0">
                <a:moveTo>
                  <a:pt x="0" y="0"/>
                </a:moveTo>
                <a:lnTo>
                  <a:pt x="6594800" y="0"/>
                </a:lnTo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object 10">
            <a:extLst xmlns:a="http://schemas.openxmlformats.org/drawingml/2006/main">
              <a:ext uri="{FF2B5EF4-FFF2-40B4-BE49-F238E27FC236}">
                <a16:creationId xmlns:a16="http://schemas.microsoft.com/office/drawing/2014/main" id="{9BC1FC43-C6C9-45A9-ABA8-C4A890AAB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900" y="1358899"/>
            <a:ext cx="3064510" cy="15049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524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20"/>
              </a:spcBef>
              <a:buNone/>
            </a:pP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Charts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summarize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approval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health,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ownership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and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upload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activity.</a:t>
            </a:r>
            <a:endParaRPr sz="800">
              <a:latin typeface="Arial MT"/>
              <a:ea typeface="Arial MT"/>
              <a:cs typeface="Arial MT"/>
            </a:endParaRPr>
          </a:p>
        </p:txBody>
      </p:sp>
      <p:sp>
        <p:nvSpPr>
          <p:cNvPr id="12" name="object 12">
            <a:extLst xmlns:a="http://schemas.openxmlformats.org/drawingml/2006/main">
              <a:ext uri="{FF2B5EF4-FFF2-40B4-BE49-F238E27FC236}">
                <a16:creationId xmlns:a16="http://schemas.microsoft.com/office/drawing/2014/main" id="{F13C19F3-D92F-4A69-94B7-B0817BEC5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0700" y="1648459"/>
            <a:ext cx="6595109" cy="2818130"/>
          </a:xfrm>
          <a:custGeom xmlns:a="http://schemas.openxmlformats.org/drawingml/2006/main">
            <a:rect l="l" t="t" r="r" b="b"/>
            <a:pathLst>
              <a:path w="6595109" h="2818129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2754217"/>
                </a:lnTo>
                <a:lnTo>
                  <a:pt x="4985" y="2778948"/>
                </a:lnTo>
                <a:lnTo>
                  <a:pt x="18586" y="2799130"/>
                </a:lnTo>
                <a:lnTo>
                  <a:pt x="38769" y="2812731"/>
                </a:lnTo>
                <a:lnTo>
                  <a:pt x="63500" y="2817717"/>
                </a:lnTo>
                <a:lnTo>
                  <a:pt x="6531300" y="2817717"/>
                </a:lnTo>
                <a:lnTo>
                  <a:pt x="6556030" y="2812731"/>
                </a:lnTo>
                <a:lnTo>
                  <a:pt x="6576213" y="2799130"/>
                </a:lnTo>
                <a:lnTo>
                  <a:pt x="6589814" y="2778948"/>
                </a:lnTo>
                <a:lnTo>
                  <a:pt x="6594800" y="2754217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D6E1ED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object 13">
            <a:extLst xmlns:a="http://schemas.openxmlformats.org/drawingml/2006/main">
              <a:ext uri="{FF2B5EF4-FFF2-40B4-BE49-F238E27FC236}">
                <a16:creationId xmlns:a16="http://schemas.microsoft.com/office/drawing/2014/main" id="{107167D6-06D0-492E-A894-E60AB2144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1610359"/>
            <a:ext cx="6595109" cy="2818130"/>
          </a:xfrm>
          <a:custGeom xmlns:a="http://schemas.openxmlformats.org/drawingml/2006/main">
            <a:rect l="l" t="t" r="r" b="b"/>
            <a:pathLst>
              <a:path w="6595109" h="2818129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2754217"/>
                </a:lnTo>
                <a:lnTo>
                  <a:pt x="4985" y="2778948"/>
                </a:lnTo>
                <a:lnTo>
                  <a:pt x="18586" y="2799130"/>
                </a:lnTo>
                <a:lnTo>
                  <a:pt x="38769" y="2812731"/>
                </a:lnTo>
                <a:lnTo>
                  <a:pt x="63500" y="2817717"/>
                </a:lnTo>
                <a:lnTo>
                  <a:pt x="6531300" y="2817717"/>
                </a:lnTo>
                <a:lnTo>
                  <a:pt x="6556030" y="2812731"/>
                </a:lnTo>
                <a:lnTo>
                  <a:pt x="6576213" y="2799130"/>
                </a:lnTo>
                <a:lnTo>
                  <a:pt x="6589814" y="2778948"/>
                </a:lnTo>
                <a:lnTo>
                  <a:pt x="6594800" y="2754217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object 14">
            <a:extLst xmlns:a="http://schemas.openxmlformats.org/drawingml/2006/main">
              <a:ext uri="{FF2B5EF4-FFF2-40B4-BE49-F238E27FC236}">
                <a16:creationId xmlns:a16="http://schemas.microsoft.com/office/drawing/2014/main" id="{0B3E9DBB-7B78-4986-86AD-37A44820D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1610359"/>
            <a:ext cx="6595109" cy="2818130"/>
          </a:xfrm>
          <a:custGeom xmlns:a="http://schemas.openxmlformats.org/drawingml/2006/main">
            <a:rect l="l" t="t" r="r" b="b"/>
            <a:pathLst>
              <a:path w="6595109" h="2818129">
                <a:moveTo>
                  <a:pt x="63500" y="2817717"/>
                </a:moveTo>
                <a:lnTo>
                  <a:pt x="6531300" y="2817717"/>
                </a:lnTo>
                <a:lnTo>
                  <a:pt x="6556030" y="2812731"/>
                </a:lnTo>
                <a:lnTo>
                  <a:pt x="6576213" y="2799130"/>
                </a:lnTo>
                <a:lnTo>
                  <a:pt x="6589814" y="2778948"/>
                </a:lnTo>
                <a:lnTo>
                  <a:pt x="6594800" y="2754217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2754217"/>
                </a:lnTo>
                <a:lnTo>
                  <a:pt x="4985" y="2778948"/>
                </a:lnTo>
                <a:lnTo>
                  <a:pt x="18586" y="2799130"/>
                </a:lnTo>
                <a:lnTo>
                  <a:pt x="38769" y="2812731"/>
                </a:lnTo>
                <a:lnTo>
                  <a:pt x="63500" y="2817717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65" name="object 1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c45808926c44d8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12324" y="1623059"/>
            <a:ext cx="6535351" cy="2792317"/>
          </a:xfrm>
          <a:prstGeom xmlns:a="http://schemas.openxmlformats.org/drawingml/2006/main" prst="rect">
            <a:avLst/>
          </a:prstGeom>
        </p:spPr>
      </p:pic>
      <p:sp>
        <p:nvSpPr>
          <p:cNvPr id="16" name="object 16">
            <a:extLst xmlns:a="http://schemas.openxmlformats.org/drawingml/2006/main">
              <a:ext uri="{FF2B5EF4-FFF2-40B4-BE49-F238E27FC236}">
                <a16:creationId xmlns:a16="http://schemas.microsoft.com/office/drawing/2014/main" id="{1BB81510-89B0-4CC9-AE47-F3AE42DEA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7169" y="4478876"/>
            <a:ext cx="2385695" cy="14160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397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10"/>
              </a:spcBef>
              <a:buNone/>
            </a:pP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Figure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14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-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Graphics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Report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summary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cards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and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charts</a:t>
            </a:r>
            <a:endParaRPr sz="750">
              <a:latin typeface="Arial"/>
              <a:ea typeface="Arial"/>
              <a:cs typeface="Arial"/>
            </a:endParaRPr>
          </a:p>
        </p:txBody>
      </p:sp>
      <p:sp>
        <p:nvSpPr>
          <p:cNvPr id="18" name="object 18">
            <a:extLst xmlns:a="http://schemas.openxmlformats.org/drawingml/2006/main">
              <a:ext uri="{FF2B5EF4-FFF2-40B4-BE49-F238E27FC236}">
                <a16:creationId xmlns:a16="http://schemas.microsoft.com/office/drawing/2014/main" id="{5F001FC1-77F0-4819-A5F3-0A6306681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4735416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59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59"/>
                </a:lnTo>
                <a:lnTo>
                  <a:pt x="6531300" y="403859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59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9" name="object 19">
            <a:extLst xmlns:a="http://schemas.openxmlformats.org/drawingml/2006/main">
              <a:ext uri="{FF2B5EF4-FFF2-40B4-BE49-F238E27FC236}">
                <a16:creationId xmlns:a16="http://schemas.microsoft.com/office/drawing/2014/main" id="{32878299-A3E3-479A-9AA4-342F8064B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4735416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3500" y="403859"/>
                </a:moveTo>
                <a:lnTo>
                  <a:pt x="6531300" y="403859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59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59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59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69" name="object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b94a7f512364f4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71500" y="4823046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21" name="object 21">
            <a:extLst xmlns:a="http://schemas.openxmlformats.org/drawingml/2006/main">
              <a:ext uri="{FF2B5EF4-FFF2-40B4-BE49-F238E27FC236}">
                <a16:creationId xmlns:a16="http://schemas.microsoft.com/office/drawing/2014/main" id="{4FFC9DE4-25A2-4BD0-9391-261CBE0F1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15" y="4850986"/>
            <a:ext cx="89535" cy="162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  <a:endParaRPr sz="900">
              <a:latin typeface="Arial"/>
              <a:ea typeface="Arial"/>
              <a:cs typeface="Arial"/>
            </a:endParaRPr>
          </a:p>
        </p:txBody>
      </p:sp>
      <p:sp>
        <p:nvSpPr>
          <p:cNvPr id="22" name="object 22">
            <a:extLst xmlns:a="http://schemas.openxmlformats.org/drawingml/2006/main">
              <a:ext uri="{FF2B5EF4-FFF2-40B4-BE49-F238E27FC236}">
                <a16:creationId xmlns:a16="http://schemas.microsoft.com/office/drawing/2014/main" id="{9D9A0DD0-2513-4B21-A15D-566419771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68060"/>
            <a:ext cx="2934335" cy="3086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3175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250"/>
              </a:spcBef>
              <a:buNone/>
            </a:pP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Review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KPI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cards</a:t>
            </a:r>
            <a:endParaRPr sz="850">
              <a:latin typeface="Arial"/>
              <a:ea typeface="Arial"/>
              <a:cs typeface="Arial"/>
            </a:endParaRPr>
          </a:p>
          <a:p xmlns:a="http://schemas.openxmlformats.org/drawingml/2006/main">
            <a:pPr marL="12700">
              <a:lnSpc>
                <a:spcPct val="100000"/>
              </a:lnSpc>
              <a:spcBef>
                <a:spcPts val="150"/>
              </a:spcBef>
              <a:buNone/>
            </a:pP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Check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total,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approved,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pending,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rejected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and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recent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upload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counts.</a:t>
            </a:r>
            <a:endParaRPr sz="750">
              <a:latin typeface="Arial MT"/>
              <a:ea typeface="Arial MT"/>
              <a:cs typeface="Arial MT"/>
            </a:endParaRPr>
          </a:p>
        </p:txBody>
      </p:sp>
      <p:sp>
        <p:nvSpPr>
          <p:cNvPr id="24" name="object 24">
            <a:extLst xmlns:a="http://schemas.openxmlformats.org/drawingml/2006/main">
              <a:ext uri="{FF2B5EF4-FFF2-40B4-BE49-F238E27FC236}">
                <a16:creationId xmlns:a16="http://schemas.microsoft.com/office/drawing/2014/main" id="{8AD993C2-D954-4E04-996B-0BEB90A7F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5215477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5" name="object 25">
            <a:extLst xmlns:a="http://schemas.openxmlformats.org/drawingml/2006/main">
              <a:ext uri="{FF2B5EF4-FFF2-40B4-BE49-F238E27FC236}">
                <a16:creationId xmlns:a16="http://schemas.microsoft.com/office/drawing/2014/main" id="{3DAC62BB-3E64-4A04-8006-FF93464EC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5215477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3500" y="403860"/>
                </a:move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74" name="object 2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b94a7f512364f4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71500" y="5303107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27" name="object 27">
            <a:extLst xmlns:a="http://schemas.openxmlformats.org/drawingml/2006/main">
              <a:ext uri="{FF2B5EF4-FFF2-40B4-BE49-F238E27FC236}">
                <a16:creationId xmlns:a16="http://schemas.microsoft.com/office/drawing/2014/main" id="{47D64813-CCA5-4AE5-B572-BA19EBCEB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15" y="5331046"/>
            <a:ext cx="89535" cy="162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  <a:endParaRPr sz="900">
              <a:latin typeface="Arial"/>
              <a:ea typeface="Arial"/>
              <a:cs typeface="Arial"/>
            </a:endParaRPr>
          </a:p>
        </p:txBody>
      </p:sp>
      <p:sp>
        <p:nvSpPr>
          <p:cNvPr id="28" name="object 28">
            <a:extLst xmlns:a="http://schemas.openxmlformats.org/drawingml/2006/main">
              <a:ext uri="{FF2B5EF4-FFF2-40B4-BE49-F238E27FC236}">
                <a16:creationId xmlns:a16="http://schemas.microsoft.com/office/drawing/2014/main" id="{10B78C56-8864-4FD1-9211-43731BB0A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48120"/>
            <a:ext cx="3211195" cy="3086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3175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250"/>
              </a:spcBef>
              <a:buNone/>
            </a:pP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Read status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distribution</a:t>
            </a:r>
            <a:endParaRPr sz="850">
              <a:latin typeface="Arial"/>
              <a:ea typeface="Arial"/>
              <a:cs typeface="Arial"/>
            </a:endParaRPr>
          </a:p>
          <a:p xmlns:a="http://schemas.openxmlformats.org/drawingml/2006/main">
            <a:pPr marL="12700">
              <a:lnSpc>
                <a:spcPct val="100000"/>
              </a:lnSpc>
              <a:spcBef>
                <a:spcPts val="150"/>
              </a:spcBef>
              <a:buNone/>
            </a:pP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Use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doughnut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chart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to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identify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approval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backlog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and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rejection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volume.</a:t>
            </a:r>
            <a:endParaRPr sz="750">
              <a:latin typeface="Arial MT"/>
              <a:ea typeface="Arial MT"/>
              <a:cs typeface="Arial MT"/>
            </a:endParaRPr>
          </a:p>
        </p:txBody>
      </p:sp>
      <p:sp>
        <p:nvSpPr>
          <p:cNvPr id="30" name="object 30">
            <a:extLst xmlns:a="http://schemas.openxmlformats.org/drawingml/2006/main">
              <a:ext uri="{FF2B5EF4-FFF2-40B4-BE49-F238E27FC236}">
                <a16:creationId xmlns:a16="http://schemas.microsoft.com/office/drawing/2014/main" id="{7FB97BA0-E87D-44D3-8D11-3E6795AFB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5695536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1" name="object 31">
            <a:extLst xmlns:a="http://schemas.openxmlformats.org/drawingml/2006/main">
              <a:ext uri="{FF2B5EF4-FFF2-40B4-BE49-F238E27FC236}">
                <a16:creationId xmlns:a16="http://schemas.microsoft.com/office/drawing/2014/main" id="{78E15275-E791-4198-8DB0-47B53039E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5695536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3500" y="403860"/>
                </a:move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79" name="object 3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b94a7f512364f4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71500" y="5783166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33" name="object 33">
            <a:extLst xmlns:a="http://schemas.openxmlformats.org/drawingml/2006/main">
              <a:ext uri="{FF2B5EF4-FFF2-40B4-BE49-F238E27FC236}">
                <a16:creationId xmlns:a16="http://schemas.microsoft.com/office/drawing/2014/main" id="{67A8A5A0-F370-4F97-9AB5-DDDB16667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15" y="5811106"/>
            <a:ext cx="89535" cy="162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  <a:endParaRPr sz="900">
              <a:latin typeface="Arial"/>
              <a:ea typeface="Arial"/>
              <a:cs typeface="Arial"/>
            </a:endParaRPr>
          </a:p>
        </p:txBody>
      </p:sp>
      <p:sp>
        <p:nvSpPr>
          <p:cNvPr id="34" name="object 34">
            <a:extLst xmlns:a="http://schemas.openxmlformats.org/drawingml/2006/main">
              <a:ext uri="{FF2B5EF4-FFF2-40B4-BE49-F238E27FC236}">
                <a16:creationId xmlns:a16="http://schemas.microsoft.com/office/drawing/2014/main" id="{5D2FCB20-BBC4-4EAA-8900-4FDF9170B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728180"/>
            <a:ext cx="3526154" cy="3086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3175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250"/>
              </a:spcBef>
              <a:buNone/>
            </a:pP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Compare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ownership</a:t>
            </a:r>
            <a:endParaRPr sz="850">
              <a:latin typeface="Arial"/>
              <a:ea typeface="Arial"/>
              <a:cs typeface="Arial"/>
            </a:endParaRPr>
          </a:p>
          <a:p xmlns:a="http://schemas.openxmlformats.org/drawingml/2006/main">
            <a:pPr marL="12700">
              <a:lnSpc>
                <a:spcPct val="100000"/>
              </a:lnSpc>
              <a:spcBef>
                <a:spcPts val="150"/>
              </a:spcBef>
              <a:buNone/>
            </a:pP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Use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plant,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customer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and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department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charts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to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locate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concentration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or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imbalance.</a:t>
            </a:r>
            <a:endParaRPr sz="750">
              <a:latin typeface="Arial MT"/>
              <a:ea typeface="Arial MT"/>
              <a:cs typeface="Arial MT"/>
            </a:endParaRPr>
          </a:p>
        </p:txBody>
      </p:sp>
      <p:sp>
        <p:nvSpPr>
          <p:cNvPr id="36" name="object 36">
            <a:extLst xmlns:a="http://schemas.openxmlformats.org/drawingml/2006/main">
              <a:ext uri="{FF2B5EF4-FFF2-40B4-BE49-F238E27FC236}">
                <a16:creationId xmlns:a16="http://schemas.microsoft.com/office/drawing/2014/main" id="{76141ED7-017F-45E9-B9D6-BA8F5C098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6175596"/>
            <a:ext cx="6595109" cy="403860"/>
          </a:xfrm>
          <a:custGeom xmlns:a="http://schemas.openxmlformats.org/drawingml/2006/main">
            <a:rect l="l" t="t" r="r" b="b"/>
            <a:pathLst>
              <a:path w="6595109" h="403859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7" name="object 37">
            <a:extLst xmlns:a="http://schemas.openxmlformats.org/drawingml/2006/main">
              <a:ext uri="{FF2B5EF4-FFF2-40B4-BE49-F238E27FC236}">
                <a16:creationId xmlns:a16="http://schemas.microsoft.com/office/drawing/2014/main" id="{477CC9C7-E528-4A89-8BA7-C3AC13B63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6175596"/>
            <a:ext cx="6595109" cy="403860"/>
          </a:xfrm>
          <a:custGeom xmlns:a="http://schemas.openxmlformats.org/drawingml/2006/main">
            <a:rect l="l" t="t" r="r" b="b"/>
            <a:pathLst>
              <a:path w="6595109" h="403859">
                <a:moveTo>
                  <a:pt x="63500" y="403860"/>
                </a:move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84" name="object 3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b94a7f512364f4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71500" y="6263226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39" name="object 39">
            <a:extLst xmlns:a="http://schemas.openxmlformats.org/drawingml/2006/main">
              <a:ext uri="{FF2B5EF4-FFF2-40B4-BE49-F238E27FC236}">
                <a16:creationId xmlns:a16="http://schemas.microsoft.com/office/drawing/2014/main" id="{2EDF72AB-EBBF-4820-93DC-41CD5E603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15" y="6291166"/>
            <a:ext cx="89535" cy="162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  <a:endParaRPr sz="900">
              <a:latin typeface="Arial"/>
              <a:ea typeface="Arial"/>
              <a:cs typeface="Arial"/>
            </a:endParaRPr>
          </a:p>
        </p:txBody>
      </p:sp>
      <p:sp>
        <p:nvSpPr>
          <p:cNvPr id="40" name="object 40">
            <a:extLst xmlns:a="http://schemas.openxmlformats.org/drawingml/2006/main">
              <a:ext uri="{FF2B5EF4-FFF2-40B4-BE49-F238E27FC236}">
                <a16:creationId xmlns:a16="http://schemas.microsoft.com/office/drawing/2014/main" id="{B782F06B-7249-4437-A74A-E7E6E1772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208240"/>
            <a:ext cx="3422650" cy="3086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3175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250"/>
              </a:spcBef>
              <a:buNone/>
            </a:pP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Review upload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trend</a:t>
            </a:r>
            <a:endParaRPr sz="850">
              <a:latin typeface="Arial"/>
              <a:ea typeface="Arial"/>
              <a:cs typeface="Arial"/>
            </a:endParaRPr>
          </a:p>
          <a:p xmlns:a="http://schemas.openxmlformats.org/drawingml/2006/main">
            <a:pPr marL="12700">
              <a:lnSpc>
                <a:spcPct val="100000"/>
              </a:lnSpc>
              <a:spcBef>
                <a:spcPts val="150"/>
              </a:spcBef>
              <a:buNone/>
            </a:pP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Use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time-series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chart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to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identify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peaks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and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changes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in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submission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volume.</a:t>
            </a:r>
            <a:endParaRPr sz="750">
              <a:latin typeface="Arial MT"/>
              <a:ea typeface="Arial MT"/>
              <a:cs typeface="Arial MT"/>
            </a:endParaRPr>
          </a:p>
        </p:txBody>
      </p:sp>
      <p:sp>
        <p:nvSpPr>
          <p:cNvPr id="42" name="object 42">
            <a:extLst xmlns:a="http://schemas.openxmlformats.org/drawingml/2006/main">
              <a:ext uri="{FF2B5EF4-FFF2-40B4-BE49-F238E27FC236}">
                <a16:creationId xmlns:a16="http://schemas.microsoft.com/office/drawing/2014/main" id="{4F76C00B-FDB7-4363-85ED-9D23E3679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6655656"/>
            <a:ext cx="6595109" cy="518159"/>
          </a:xfrm>
          <a:custGeom xmlns:a="http://schemas.openxmlformats.org/drawingml/2006/main">
            <a:rect l="l" t="t" r="r" b="b"/>
            <a:pathLst>
              <a:path w="6595109" h="518159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454660"/>
                </a:lnTo>
                <a:lnTo>
                  <a:pt x="4985" y="479390"/>
                </a:lnTo>
                <a:lnTo>
                  <a:pt x="18586" y="499573"/>
                </a:lnTo>
                <a:lnTo>
                  <a:pt x="38769" y="513174"/>
                </a:lnTo>
                <a:lnTo>
                  <a:pt x="63500" y="518160"/>
                </a:lnTo>
                <a:lnTo>
                  <a:pt x="6531300" y="518160"/>
                </a:lnTo>
                <a:lnTo>
                  <a:pt x="6556030" y="513174"/>
                </a:lnTo>
                <a:lnTo>
                  <a:pt x="6576213" y="499573"/>
                </a:lnTo>
                <a:lnTo>
                  <a:pt x="6589814" y="479390"/>
                </a:lnTo>
                <a:lnTo>
                  <a:pt x="6594800" y="4546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FF6DA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3" name="object 43">
            <a:extLst xmlns:a="http://schemas.openxmlformats.org/drawingml/2006/main">
              <a:ext uri="{FF2B5EF4-FFF2-40B4-BE49-F238E27FC236}">
                <a16:creationId xmlns:a16="http://schemas.microsoft.com/office/drawing/2014/main" id="{37C0DC18-5964-49F4-9EEA-DF6593404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6655656"/>
            <a:ext cx="6595109" cy="518159"/>
          </a:xfrm>
          <a:custGeom xmlns:a="http://schemas.openxmlformats.org/drawingml/2006/main">
            <a:rect l="l" t="t" r="r" b="b"/>
            <a:pathLst>
              <a:path w="6595109" h="518159">
                <a:moveTo>
                  <a:pt x="63500" y="518160"/>
                </a:moveTo>
                <a:lnTo>
                  <a:pt x="6531300" y="518160"/>
                </a:lnTo>
                <a:lnTo>
                  <a:pt x="6556030" y="513174"/>
                </a:lnTo>
                <a:lnTo>
                  <a:pt x="6576213" y="499573"/>
                </a:lnTo>
                <a:lnTo>
                  <a:pt x="6589814" y="479390"/>
                </a:lnTo>
                <a:lnTo>
                  <a:pt x="6594800" y="4546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454660"/>
                </a:lnTo>
                <a:lnTo>
                  <a:pt x="4985" y="479390"/>
                </a:lnTo>
                <a:lnTo>
                  <a:pt x="18586" y="499573"/>
                </a:lnTo>
                <a:lnTo>
                  <a:pt x="38769" y="513174"/>
                </a:lnTo>
                <a:lnTo>
                  <a:pt x="63500" y="518160"/>
                </a:lnTo>
                <a:close/>
              </a:path>
            </a:pathLst>
          </a:custGeom>
          <a:ln xmlns:a="http://schemas.openxmlformats.org/drawingml/2006/main" w="6349">
            <a:solidFill>
              <a:srgbClr val="D88300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4" name="object 44">
            <a:extLst xmlns:a="http://schemas.openxmlformats.org/drawingml/2006/main">
              <a:ext uri="{FF2B5EF4-FFF2-40B4-BE49-F238E27FC236}">
                <a16:creationId xmlns:a16="http://schemas.microsoft.com/office/drawing/2014/main" id="{EB3A8059-4757-44AD-B907-5C5B6F117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6655656"/>
            <a:ext cx="63500" cy="518159"/>
          </a:xfrm>
          <a:custGeom xmlns:a="http://schemas.openxmlformats.org/drawingml/2006/main">
            <a:rect l="l" t="t" r="r" b="b"/>
            <a:pathLst>
              <a:path w="63500" h="518159">
                <a:moveTo>
                  <a:pt x="63500" y="0"/>
                </a:moveTo>
                <a:lnTo>
                  <a:pt x="0" y="0"/>
                </a:lnTo>
                <a:lnTo>
                  <a:pt x="0" y="518160"/>
                </a:lnTo>
                <a:lnTo>
                  <a:pt x="63500" y="518160"/>
                </a:lnTo>
                <a:lnTo>
                  <a:pt x="63500" y="0"/>
                </a:lnTo>
                <a:close/>
              </a:path>
            </a:pathLst>
          </a:custGeom>
          <a:solidFill xmlns:a="http://schemas.openxmlformats.org/drawingml/2006/main">
            <a:srgbClr val="D88300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5" name="object 45">
            <a:extLst xmlns:a="http://schemas.openxmlformats.org/drawingml/2006/main">
              <a:ext uri="{FF2B5EF4-FFF2-40B4-BE49-F238E27FC236}">
                <a16:creationId xmlns:a16="http://schemas.microsoft.com/office/drawing/2014/main" id="{F973446C-5C6D-42F1-984A-15356EBC5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512" y="6716369"/>
            <a:ext cx="6494145" cy="33147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27940" rIns="0" bIns="0">
            <a:spAutoFit/>
          </a:bodyPr>
          <a:lstStyle xmlns:a="http://schemas.openxmlformats.org/drawingml/2006/main"/>
          <a:p xmlns:a="http://schemas.openxmlformats.org/drawingml/2006/main">
            <a:pPr marL="128270">
              <a:lnSpc>
                <a:spcPct val="100000"/>
              </a:lnSpc>
              <a:spcBef>
                <a:spcPts val="220"/>
              </a:spcBef>
              <a:buNone/>
            </a:pPr>
            <a:r>
              <a:rPr sz="10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Reporting</a:t>
            </a:r>
            <a:r>
              <a:rPr sz="10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 </a:t>
            </a:r>
            <a:r>
              <a:rPr sz="10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caution</a:t>
            </a:r>
            <a:endParaRPr sz="1000">
              <a:latin typeface="Arial"/>
              <a:ea typeface="Arial"/>
              <a:cs typeface="Arial"/>
            </a:endParaRPr>
          </a:p>
          <a:p xmlns:a="http://schemas.openxmlformats.org/drawingml/2006/main">
            <a:pPr marL="128270">
              <a:lnSpc>
                <a:spcPct val="100000"/>
              </a:lnSpc>
              <a:spcBef>
                <a:spcPts val="120"/>
              </a:spcBef>
              <a:buNone/>
            </a:pP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Charts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reflect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current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database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and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active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filters.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Use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exported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lists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or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System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Log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for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record-level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audit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evidence.</a:t>
            </a:r>
            <a:endParaRPr sz="800">
              <a:latin typeface="Arial MT"/>
              <a:ea typeface="Arial MT"/>
              <a:cs typeface="Arial MT"/>
            </a:endParaRPr>
          </a:p>
        </p:txBody>
      </p:sp>
      <p:sp>
        <p:nvSpPr>
          <p:cNvPr id="46" name="object 46">
            <a:extLst xmlns:a="http://schemas.openxmlformats.org/drawingml/2006/main">
              <a:ext uri="{FF2B5EF4-FFF2-40B4-BE49-F238E27FC236}">
                <a16:creationId xmlns:a16="http://schemas.microsoft.com/office/drawing/2014/main" id="{8A4FCCB8-AEDE-4547-A123-F3F846D896E4}"/>
              </a:ext>
            </a:extLst>
          </p:cNvPr>
          <p:cNvSpPr>
            <a:spLocks xmlns:a="http://schemas.openxmlformats.org/drawingml/2006/main" noGrp="1"/>
          </p:cNvSpPr>
          <p:nvPr>
            <p:ph type="ft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6985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55"/>
              </a:spcBef>
              <a:buNone/>
            </a:pPr>
            <a:r>
              <a:t>Internal</a:t>
            </a:r>
            <a:r>
              <a:t> </a:t>
            </a:r>
            <a:r>
              <a:t>user</a:t>
            </a:r>
            <a:r>
              <a:t> </a:t>
            </a:r>
            <a:r>
              <a:t>guide</a:t>
            </a:r>
            <a:r>
              <a:t> </a:t>
            </a:r>
            <a:r>
              <a:t>-</a:t>
            </a:r>
            <a:r>
              <a:t> </a:t>
            </a:r>
            <a:r>
              <a:t>controlled</a:t>
            </a:r>
            <a:r>
              <a:t> </a:t>
            </a:r>
            <a:r>
              <a:t>copy</a:t>
            </a:r>
            <a:r>
              <a:t> </a:t>
            </a:r>
            <a:r>
              <a:t>when</a:t>
            </a:r>
            <a:r>
              <a:t> </a:t>
            </a:r>
            <a:r>
              <a:t>viewed</a:t>
            </a:r>
            <a:r>
              <a:t> </a:t>
            </a:r>
            <a:r>
              <a:t>in</a:t>
            </a:r>
            <a:r>
              <a:t> </a:t>
            </a:r>
            <a:r>
              <a:t>the</a:t>
            </a:r>
            <a:r>
              <a:t> </a:t>
            </a:r>
            <a:r>
              <a:t>DMS</a:t>
            </a:r>
            <a:r>
              <a:t> </a:t>
            </a:r>
            <a:r>
              <a:t>portal</a:t>
            </a:r>
          </a:p>
        </p:txBody>
      </p:sp>
      <p:sp>
        <p:nvSpPr>
          <p:cNvPr id="47" name="object 47">
            <a:extLst xmlns:a="http://schemas.openxmlformats.org/drawingml/2006/main">
              <a:ext uri="{FF2B5EF4-FFF2-40B4-BE49-F238E27FC236}">
                <a16:creationId xmlns:a16="http://schemas.microsoft.com/office/drawing/2014/main" id="{CD6652D2-29BE-483F-875E-2F10B0D76096}"/>
              </a:ext>
            </a:extLst>
          </p:cNvPr>
          <p:cNvSpPr>
            <a:spLocks xmlns:a="http://schemas.openxmlformats.org/drawingml/2006/main" noGrp="1"/>
          </p:cNvSpPr>
          <p:nvPr>
            <p:ph type="dt" idx="6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6985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55"/>
              </a:spcBef>
              <a:buNone/>
            </a:pPr>
            <a:r>
              <a:t>Smart</a:t>
            </a:r>
            <a:r>
              <a:t> </a:t>
            </a:r>
            <a:r>
              <a:t>DMS</a:t>
            </a:r>
            <a:r>
              <a:t> </a:t>
            </a:r>
            <a:r>
              <a:t>v2.0.0</a:t>
            </a:r>
          </a:p>
        </p:txBody>
      </p:sp>
    </p:spTree>
    <p:extLst>
      <p:ext uri="{BB962C8B-B14F-4D97-AF65-F5344CB8AC3E}">
        <p14:creationId xmlns:p14="http://schemas.microsoft.com/office/powerpoint/2010/main" val="1896636016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object 2">
            <a:extLst xmlns:a="http://schemas.openxmlformats.org/drawingml/2006/main">
              <a:ext uri="{FF2B5EF4-FFF2-40B4-BE49-F238E27FC236}">
                <a16:creationId xmlns:a16="http://schemas.microsoft.com/office/drawing/2014/main" id="{7ABD5C34-6C2A-44D4-B438-B6990036A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9100" y="156971"/>
            <a:ext cx="1671955" cy="330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065" rIns="0" bIns="0">
            <a:spAutoFit/>
          </a:bodyPr>
          <a:lstStyle xmlns:a="http://schemas.openxmlformats.org/drawingml/2006/main"/>
          <a:p xmlns:a="http://schemas.openxmlformats.org/drawingml/2006/main">
            <a:pPr marL="12700" marR="5080">
              <a:lnSpc>
                <a:spcPct val="153800"/>
              </a:lnSpc>
              <a:spcBef>
                <a:spcPts val="95"/>
              </a:spcBef>
              <a:buNone/>
            </a:pP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ZF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Rane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Automotive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India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PVT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LTD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-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SGD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Smart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DMS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Portal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User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Manual</a:t>
            </a:r>
            <a:endParaRPr sz="650">
              <a:latin typeface="Arial MT"/>
              <a:ea typeface="Arial MT"/>
              <a:cs typeface="Arial MT"/>
            </a:endParaRPr>
          </a:p>
        </p:txBody>
      </p:sp>
      <p:graphicFrame>
        <p:nvGraphicFramePr>
          <p:cNvPr id="62" name="object 3"/>
          <p:cNvGraphicFramePr/>
          <p:nvPr/>
        </p:nvGraphicFramePr>
        <p:xfrm>
          <a:off xmlns:a="http://schemas.openxmlformats.org/drawingml/2006/main" x="4178625" y="161924"/>
          <a:ext xmlns:a="http://schemas.openxmlformats.org/drawingml/2006/main" cx="2978150" cy="444500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47800"/>
                <a:gridCol w="1447800"/>
              </a:tblGrid>
              <a:tr h="222250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50"/>
                        </a:spcBef>
                        <a:buNone/>
                      </a:pP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Document: DMS-UM-001</a:t>
                      </a:r>
                      <a:endParaRPr sz="6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985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50"/>
                        </a:spcBef>
                        <a:buNone/>
                      </a:pP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Revision: 1.3</a:t>
                      </a:r>
                      <a:endParaRPr sz="6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985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</a:tr>
              <a:tr h="222250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00"/>
                        </a:spcBef>
                        <a:buNone/>
                      </a:pP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Effective: 10-Aug-2026</a:t>
                      </a:r>
                      <a:endParaRPr sz="6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350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00"/>
                        </a:spcBef>
                        <a:buNone/>
                      </a:pP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Page: 21 of 27</a:t>
                      </a:r>
                      <a:endParaRPr sz="6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350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5" name="object 5">
            <a:extLst xmlns:a="http://schemas.openxmlformats.org/drawingml/2006/main">
              <a:ext uri="{FF2B5EF4-FFF2-40B4-BE49-F238E27FC236}">
                <a16:creationId xmlns:a16="http://schemas.microsoft.com/office/drawing/2014/main" id="{7E5BD398-1C4C-4DEA-BA4A-57ED70D3C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774699"/>
            <a:ext cx="7560309" cy="431800"/>
          </a:xfrm>
          <a:custGeom xmlns:a="http://schemas.openxmlformats.org/drawingml/2006/main">
            <a:rect l="l" t="t" r="r" b="b"/>
            <a:pathLst>
              <a:path w="7560309" h="431800">
                <a:moveTo>
                  <a:pt x="7560000" y="0"/>
                </a:moveTo>
                <a:lnTo>
                  <a:pt x="0" y="0"/>
                </a:lnTo>
                <a:lnTo>
                  <a:pt x="0" y="431800"/>
                </a:lnTo>
                <a:lnTo>
                  <a:pt x="7560000" y="431800"/>
                </a:lnTo>
                <a:lnTo>
                  <a:pt x="7560000" y="0"/>
                </a:lnTo>
                <a:close/>
              </a:path>
            </a:pathLst>
          </a:custGeom>
          <a:solidFill xmlns:a="http://schemas.openxmlformats.org/drawingml/2006/main">
            <a:srgbClr val="5D248C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object 6">
            <a:extLst xmlns:a="http://schemas.openxmlformats.org/drawingml/2006/main">
              <a:ext uri="{FF2B5EF4-FFF2-40B4-BE49-F238E27FC236}">
                <a16:creationId xmlns:a16="http://schemas.microsoft.com/office/drawing/2014/main" id="{1EB12E0C-4C96-4F30-8D3F-8C334F85E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863599"/>
            <a:ext cx="533400" cy="254000"/>
          </a:xfrm>
          <a:custGeom xmlns:a="http://schemas.openxmlformats.org/drawingml/2006/main">
            <a:rect l="l" t="t" r="r" b="b"/>
            <a:pathLst>
              <a:path w="533400" h="254000">
                <a:moveTo>
                  <a:pt x="4699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190500"/>
                </a:lnTo>
                <a:lnTo>
                  <a:pt x="4985" y="215230"/>
                </a:lnTo>
                <a:lnTo>
                  <a:pt x="18586" y="235413"/>
                </a:lnTo>
                <a:lnTo>
                  <a:pt x="38769" y="249014"/>
                </a:lnTo>
                <a:lnTo>
                  <a:pt x="63500" y="254000"/>
                </a:lnTo>
                <a:lnTo>
                  <a:pt x="469900" y="254000"/>
                </a:lnTo>
                <a:lnTo>
                  <a:pt x="494630" y="249014"/>
                </a:lnTo>
                <a:lnTo>
                  <a:pt x="514813" y="235413"/>
                </a:lnTo>
                <a:lnTo>
                  <a:pt x="528414" y="215230"/>
                </a:lnTo>
                <a:lnTo>
                  <a:pt x="533400" y="190500"/>
                </a:lnTo>
                <a:lnTo>
                  <a:pt x="533400" y="63500"/>
                </a:lnTo>
                <a:lnTo>
                  <a:pt x="528414" y="38769"/>
                </a:lnTo>
                <a:lnTo>
                  <a:pt x="514813" y="18586"/>
                </a:lnTo>
                <a:lnTo>
                  <a:pt x="494630" y="4985"/>
                </a:lnTo>
                <a:lnTo>
                  <a:pt x="469900" y="0"/>
                </a:lnTo>
                <a:close/>
              </a:path>
            </a:pathLst>
          </a:custGeom>
          <a:solidFill xmlns:a="http://schemas.openxmlformats.org/drawingml/2006/main">
            <a:srgbClr val="F7B800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object 7">
            <a:extLst xmlns:a="http://schemas.openxmlformats.org/drawingml/2006/main">
              <a:ext uri="{FF2B5EF4-FFF2-40B4-BE49-F238E27FC236}">
                <a16:creationId xmlns:a16="http://schemas.microsoft.com/office/drawing/2014/main" id="{B63F8C4C-9D60-429D-AB7F-CA094A158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981" y="920750"/>
            <a:ext cx="167005" cy="1473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8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8.2</a:t>
            </a:r>
            <a:endParaRPr sz="800">
              <a:latin typeface="Arial"/>
              <a:ea typeface="Arial"/>
              <a:cs typeface="Arial"/>
            </a:endParaRPr>
          </a:p>
        </p:txBody>
      </p:sp>
      <p:sp>
        <p:nvSpPr>
          <p:cNvPr id="8" name="object 8">
            <a:extLst xmlns:a="http://schemas.openxmlformats.org/drawingml/2006/main">
              <a:ext uri="{FF2B5EF4-FFF2-40B4-BE49-F238E27FC236}">
                <a16:creationId xmlns:a16="http://schemas.microsoft.com/office/drawing/2014/main" id="{31E66A1E-3081-4079-8ADD-D353A8550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300" y="863600"/>
            <a:ext cx="2238375" cy="25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Review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Revision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History</a:t>
            </a:r>
            <a:endParaRPr sz="1500">
              <a:latin typeface="Arial"/>
              <a:ea typeface="Arial"/>
              <a:cs typeface="Arial"/>
            </a:endParaRPr>
          </a:p>
        </p:txBody>
      </p:sp>
      <p:sp>
        <p:nvSpPr>
          <p:cNvPr id="9" name="object 9">
            <a:extLst xmlns:a="http://schemas.openxmlformats.org/drawingml/2006/main">
              <a:ext uri="{FF2B5EF4-FFF2-40B4-BE49-F238E27FC236}">
                <a16:creationId xmlns:a16="http://schemas.microsoft.com/office/drawing/2014/main" id="{48458F61-FA60-4273-AE0B-FB759D53D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600" y="10298300"/>
            <a:ext cx="6595109" cy="0"/>
          </a:xfrm>
          <a:custGeom xmlns:a="http://schemas.openxmlformats.org/drawingml/2006/main">
            <a:rect l="l" t="t" r="r" b="b"/>
            <a:pathLst>
              <a:path w="6595109" h="0">
                <a:moveTo>
                  <a:pt x="0" y="0"/>
                </a:moveTo>
                <a:lnTo>
                  <a:pt x="6594800" y="0"/>
                </a:lnTo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object 10">
            <a:extLst xmlns:a="http://schemas.openxmlformats.org/drawingml/2006/main">
              <a:ext uri="{FF2B5EF4-FFF2-40B4-BE49-F238E27FC236}">
                <a16:creationId xmlns:a16="http://schemas.microsoft.com/office/drawing/2014/main" id="{2EFB0480-FAE7-408F-BBE5-DF083C4BC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900" y="1358899"/>
            <a:ext cx="4187825" cy="15049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524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20"/>
              </a:spcBef>
              <a:buNone/>
            </a:pP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Revision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History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records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what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changed,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who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changed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it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and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where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document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belongs.</a:t>
            </a:r>
            <a:endParaRPr sz="800">
              <a:latin typeface="Arial MT"/>
              <a:ea typeface="Arial MT"/>
              <a:cs typeface="Arial MT"/>
            </a:endParaRPr>
          </a:p>
        </p:txBody>
      </p:sp>
      <p:sp>
        <p:nvSpPr>
          <p:cNvPr id="12" name="object 12">
            <a:extLst xmlns:a="http://schemas.openxmlformats.org/drawingml/2006/main">
              <a:ext uri="{FF2B5EF4-FFF2-40B4-BE49-F238E27FC236}">
                <a16:creationId xmlns:a16="http://schemas.microsoft.com/office/drawing/2014/main" id="{F8340E4C-BE04-44EB-88D5-019528D07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0700" y="1648459"/>
            <a:ext cx="6595109" cy="2818130"/>
          </a:xfrm>
          <a:custGeom xmlns:a="http://schemas.openxmlformats.org/drawingml/2006/main">
            <a:rect l="l" t="t" r="r" b="b"/>
            <a:pathLst>
              <a:path w="6595109" h="2818129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2754217"/>
                </a:lnTo>
                <a:lnTo>
                  <a:pt x="4985" y="2778948"/>
                </a:lnTo>
                <a:lnTo>
                  <a:pt x="18586" y="2799130"/>
                </a:lnTo>
                <a:lnTo>
                  <a:pt x="38769" y="2812731"/>
                </a:lnTo>
                <a:lnTo>
                  <a:pt x="63500" y="2817717"/>
                </a:lnTo>
                <a:lnTo>
                  <a:pt x="6531300" y="2817717"/>
                </a:lnTo>
                <a:lnTo>
                  <a:pt x="6556030" y="2812731"/>
                </a:lnTo>
                <a:lnTo>
                  <a:pt x="6576213" y="2799130"/>
                </a:lnTo>
                <a:lnTo>
                  <a:pt x="6589814" y="2778948"/>
                </a:lnTo>
                <a:lnTo>
                  <a:pt x="6594800" y="2754217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D6E1ED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object 13">
            <a:extLst xmlns:a="http://schemas.openxmlformats.org/drawingml/2006/main">
              <a:ext uri="{FF2B5EF4-FFF2-40B4-BE49-F238E27FC236}">
                <a16:creationId xmlns:a16="http://schemas.microsoft.com/office/drawing/2014/main" id="{E3B4F115-C9AA-4DE8-8D1C-B406FE422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1610359"/>
            <a:ext cx="6595109" cy="2818130"/>
          </a:xfrm>
          <a:custGeom xmlns:a="http://schemas.openxmlformats.org/drawingml/2006/main">
            <a:rect l="l" t="t" r="r" b="b"/>
            <a:pathLst>
              <a:path w="6595109" h="2818129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2754217"/>
                </a:lnTo>
                <a:lnTo>
                  <a:pt x="4985" y="2778948"/>
                </a:lnTo>
                <a:lnTo>
                  <a:pt x="18586" y="2799130"/>
                </a:lnTo>
                <a:lnTo>
                  <a:pt x="38769" y="2812731"/>
                </a:lnTo>
                <a:lnTo>
                  <a:pt x="63500" y="2817717"/>
                </a:lnTo>
                <a:lnTo>
                  <a:pt x="6531300" y="2817717"/>
                </a:lnTo>
                <a:lnTo>
                  <a:pt x="6556030" y="2812731"/>
                </a:lnTo>
                <a:lnTo>
                  <a:pt x="6576213" y="2799130"/>
                </a:lnTo>
                <a:lnTo>
                  <a:pt x="6589814" y="2778948"/>
                </a:lnTo>
                <a:lnTo>
                  <a:pt x="6594800" y="2754217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object 14">
            <a:extLst xmlns:a="http://schemas.openxmlformats.org/drawingml/2006/main">
              <a:ext uri="{FF2B5EF4-FFF2-40B4-BE49-F238E27FC236}">
                <a16:creationId xmlns:a16="http://schemas.microsoft.com/office/drawing/2014/main" id="{C542C2F6-1537-4D17-AACC-277F57ACF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1610359"/>
            <a:ext cx="6595109" cy="2818130"/>
          </a:xfrm>
          <a:custGeom xmlns:a="http://schemas.openxmlformats.org/drawingml/2006/main">
            <a:rect l="l" t="t" r="r" b="b"/>
            <a:pathLst>
              <a:path w="6595109" h="2818129">
                <a:moveTo>
                  <a:pt x="63500" y="2817717"/>
                </a:moveTo>
                <a:lnTo>
                  <a:pt x="6531300" y="2817717"/>
                </a:lnTo>
                <a:lnTo>
                  <a:pt x="6556030" y="2812731"/>
                </a:lnTo>
                <a:lnTo>
                  <a:pt x="6576213" y="2799130"/>
                </a:lnTo>
                <a:lnTo>
                  <a:pt x="6589814" y="2778948"/>
                </a:lnTo>
                <a:lnTo>
                  <a:pt x="6594800" y="2754217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2754217"/>
                </a:lnTo>
                <a:lnTo>
                  <a:pt x="4985" y="2778948"/>
                </a:lnTo>
                <a:lnTo>
                  <a:pt x="18586" y="2799130"/>
                </a:lnTo>
                <a:lnTo>
                  <a:pt x="38769" y="2812731"/>
                </a:lnTo>
                <a:lnTo>
                  <a:pt x="63500" y="2817717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72" name="object 1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bbe98662f044e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12324" y="1623059"/>
            <a:ext cx="6535351" cy="2792317"/>
          </a:xfrm>
          <a:prstGeom xmlns:a="http://schemas.openxmlformats.org/drawingml/2006/main" prst="rect">
            <a:avLst/>
          </a:prstGeom>
        </p:spPr>
      </p:pic>
      <p:sp>
        <p:nvSpPr>
          <p:cNvPr id="16" name="object 16">
            <a:extLst xmlns:a="http://schemas.openxmlformats.org/drawingml/2006/main">
              <a:ext uri="{FF2B5EF4-FFF2-40B4-BE49-F238E27FC236}">
                <a16:creationId xmlns:a16="http://schemas.microsoft.com/office/drawing/2014/main" id="{04D00FC5-B92C-4BC7-B33D-15343DFFD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870" y="4478876"/>
            <a:ext cx="1806575" cy="14160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397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10"/>
              </a:spcBef>
              <a:buNone/>
            </a:pP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Figure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15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-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Revision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History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list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and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filters</a:t>
            </a:r>
            <a:endParaRPr sz="750">
              <a:latin typeface="Arial"/>
              <a:ea typeface="Arial"/>
              <a:cs typeface="Arial"/>
            </a:endParaRPr>
          </a:p>
        </p:txBody>
      </p:sp>
      <p:sp>
        <p:nvSpPr>
          <p:cNvPr id="18" name="object 18">
            <a:extLst xmlns:a="http://schemas.openxmlformats.org/drawingml/2006/main">
              <a:ext uri="{FF2B5EF4-FFF2-40B4-BE49-F238E27FC236}">
                <a16:creationId xmlns:a16="http://schemas.microsoft.com/office/drawing/2014/main" id="{773009C7-D6FC-42DD-A62E-AE48B4A9B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4735416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59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59"/>
                </a:lnTo>
                <a:lnTo>
                  <a:pt x="6531300" y="403859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59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9" name="object 19">
            <a:extLst xmlns:a="http://schemas.openxmlformats.org/drawingml/2006/main">
              <a:ext uri="{FF2B5EF4-FFF2-40B4-BE49-F238E27FC236}">
                <a16:creationId xmlns:a16="http://schemas.microsoft.com/office/drawing/2014/main" id="{B50F48C6-4E2F-4895-A1A4-006E44D40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4735416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3500" y="403859"/>
                </a:moveTo>
                <a:lnTo>
                  <a:pt x="6531300" y="403859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59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59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59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76" name="object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513190fe9c417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71500" y="4823046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21" name="object 21">
            <a:extLst xmlns:a="http://schemas.openxmlformats.org/drawingml/2006/main">
              <a:ext uri="{FF2B5EF4-FFF2-40B4-BE49-F238E27FC236}">
                <a16:creationId xmlns:a16="http://schemas.microsoft.com/office/drawing/2014/main" id="{CDC6F47A-DCA1-44F6-A91F-A0F99B389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15" y="4850986"/>
            <a:ext cx="89535" cy="162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  <a:endParaRPr sz="900">
              <a:latin typeface="Arial"/>
              <a:ea typeface="Arial"/>
              <a:cs typeface="Arial"/>
            </a:endParaRPr>
          </a:p>
        </p:txBody>
      </p:sp>
      <p:sp>
        <p:nvSpPr>
          <p:cNvPr id="22" name="object 22">
            <a:extLst xmlns:a="http://schemas.openxmlformats.org/drawingml/2006/main">
              <a:ext uri="{FF2B5EF4-FFF2-40B4-BE49-F238E27FC236}">
                <a16:creationId xmlns:a16="http://schemas.microsoft.com/office/drawing/2014/main" id="{2C963C96-9BF1-4759-96C0-581FB59C5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68060"/>
            <a:ext cx="2156460" cy="3086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3175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250"/>
              </a:spcBef>
              <a:buNone/>
            </a:pP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Filter the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history</a:t>
            </a:r>
            <a:endParaRPr sz="850">
              <a:latin typeface="Arial"/>
              <a:ea typeface="Arial"/>
              <a:cs typeface="Arial"/>
            </a:endParaRPr>
          </a:p>
          <a:p xmlns:a="http://schemas.openxmlformats.org/drawingml/2006/main">
            <a:pPr marL="12700">
              <a:lnSpc>
                <a:spcPct val="100000"/>
              </a:lnSpc>
              <a:spcBef>
                <a:spcPts val="150"/>
              </a:spcBef>
              <a:buNone/>
            </a:pP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Select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plant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and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department,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then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apply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filter.</a:t>
            </a:r>
            <a:endParaRPr sz="750">
              <a:latin typeface="Arial MT"/>
              <a:ea typeface="Arial MT"/>
              <a:cs typeface="Arial MT"/>
            </a:endParaRPr>
          </a:p>
        </p:txBody>
      </p:sp>
      <p:sp>
        <p:nvSpPr>
          <p:cNvPr id="24" name="object 24">
            <a:extLst xmlns:a="http://schemas.openxmlformats.org/drawingml/2006/main">
              <a:ext uri="{FF2B5EF4-FFF2-40B4-BE49-F238E27FC236}">
                <a16:creationId xmlns:a16="http://schemas.microsoft.com/office/drawing/2014/main" id="{1E98EDFA-1698-42D7-ABCF-54E17F22B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5215477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5" name="object 25">
            <a:extLst xmlns:a="http://schemas.openxmlformats.org/drawingml/2006/main">
              <a:ext uri="{FF2B5EF4-FFF2-40B4-BE49-F238E27FC236}">
                <a16:creationId xmlns:a16="http://schemas.microsoft.com/office/drawing/2014/main" id="{A6A5F83C-CBA7-4573-ADD1-C42DA6C22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5215477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3500" y="403860"/>
                </a:move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81" name="object 2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513190fe9c417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71500" y="5303107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27" name="object 27">
            <a:extLst xmlns:a="http://schemas.openxmlformats.org/drawingml/2006/main">
              <a:ext uri="{FF2B5EF4-FFF2-40B4-BE49-F238E27FC236}">
                <a16:creationId xmlns:a16="http://schemas.microsoft.com/office/drawing/2014/main" id="{5021B81D-4BAC-4881-AC15-DEB17A997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15" y="5331046"/>
            <a:ext cx="89535" cy="162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  <a:endParaRPr sz="900">
              <a:latin typeface="Arial"/>
              <a:ea typeface="Arial"/>
              <a:cs typeface="Arial"/>
            </a:endParaRPr>
          </a:p>
        </p:txBody>
      </p:sp>
      <p:sp>
        <p:nvSpPr>
          <p:cNvPr id="28" name="object 28">
            <a:extLst xmlns:a="http://schemas.openxmlformats.org/drawingml/2006/main">
              <a:ext uri="{FF2B5EF4-FFF2-40B4-BE49-F238E27FC236}">
                <a16:creationId xmlns:a16="http://schemas.microsoft.com/office/drawing/2014/main" id="{C4CBB723-309D-4046-BF73-40EC5189E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48120"/>
            <a:ext cx="2406650" cy="3086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3175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250"/>
              </a:spcBef>
              <a:buNone/>
            </a:pP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Identify the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document</a:t>
            </a:r>
            <a:endParaRPr sz="850">
              <a:latin typeface="Arial"/>
              <a:ea typeface="Arial"/>
              <a:cs typeface="Arial"/>
            </a:endParaRPr>
          </a:p>
          <a:p xmlns:a="http://schemas.openxmlformats.org/drawingml/2006/main">
            <a:pPr marL="12700">
              <a:lnSpc>
                <a:spcPct val="100000"/>
              </a:lnSpc>
              <a:spcBef>
                <a:spcPts val="150"/>
              </a:spcBef>
              <a:buNone/>
            </a:pP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Use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file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name,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document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number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and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revision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number.</a:t>
            </a:r>
            <a:endParaRPr sz="750">
              <a:latin typeface="Arial MT"/>
              <a:ea typeface="Arial MT"/>
              <a:cs typeface="Arial MT"/>
            </a:endParaRPr>
          </a:p>
        </p:txBody>
      </p:sp>
      <p:sp>
        <p:nvSpPr>
          <p:cNvPr id="30" name="object 30">
            <a:extLst xmlns:a="http://schemas.openxmlformats.org/drawingml/2006/main">
              <a:ext uri="{FF2B5EF4-FFF2-40B4-BE49-F238E27FC236}">
                <a16:creationId xmlns:a16="http://schemas.microsoft.com/office/drawing/2014/main" id="{D4A7E270-C7A9-436B-82C2-B57197F95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5695536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1" name="object 31">
            <a:extLst xmlns:a="http://schemas.openxmlformats.org/drawingml/2006/main">
              <a:ext uri="{FF2B5EF4-FFF2-40B4-BE49-F238E27FC236}">
                <a16:creationId xmlns:a16="http://schemas.microsoft.com/office/drawing/2014/main" id="{5A30F5C8-6ACD-4A0E-B457-306AD619B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5695536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3500" y="403860"/>
                </a:move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86" name="object 3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513190fe9c417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71500" y="5783166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33" name="object 33">
            <a:extLst xmlns:a="http://schemas.openxmlformats.org/drawingml/2006/main">
              <a:ext uri="{FF2B5EF4-FFF2-40B4-BE49-F238E27FC236}">
                <a16:creationId xmlns:a16="http://schemas.microsoft.com/office/drawing/2014/main" id="{8958C5C0-E6B7-4C08-8BE5-6B76278A3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15" y="5811106"/>
            <a:ext cx="89535" cy="162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  <a:endParaRPr sz="900">
              <a:latin typeface="Arial"/>
              <a:ea typeface="Arial"/>
              <a:cs typeface="Arial"/>
            </a:endParaRPr>
          </a:p>
        </p:txBody>
      </p:sp>
      <p:sp>
        <p:nvSpPr>
          <p:cNvPr id="34" name="object 34">
            <a:extLst xmlns:a="http://schemas.openxmlformats.org/drawingml/2006/main">
              <a:ext uri="{FF2B5EF4-FFF2-40B4-BE49-F238E27FC236}">
                <a16:creationId xmlns:a16="http://schemas.microsoft.com/office/drawing/2014/main" id="{75D2A9CF-1237-4EF9-B4B0-573497EA1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728180"/>
            <a:ext cx="2472055" cy="3086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3175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250"/>
              </a:spcBef>
              <a:buNone/>
            </a:pP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Review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ownership</a:t>
            </a:r>
            <a:endParaRPr sz="850">
              <a:latin typeface="Arial"/>
              <a:ea typeface="Arial"/>
              <a:cs typeface="Arial"/>
            </a:endParaRPr>
          </a:p>
          <a:p xmlns:a="http://schemas.openxmlformats.org/drawingml/2006/main">
            <a:pPr marL="12700">
              <a:lnSpc>
                <a:spcPct val="100000"/>
              </a:lnSpc>
              <a:spcBef>
                <a:spcPts val="150"/>
              </a:spcBef>
              <a:buNone/>
            </a:pP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Confirm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person,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plant,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department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and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revision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date.</a:t>
            </a:r>
            <a:endParaRPr sz="750">
              <a:latin typeface="Arial MT"/>
              <a:ea typeface="Arial MT"/>
              <a:cs typeface="Arial MT"/>
            </a:endParaRPr>
          </a:p>
        </p:txBody>
      </p:sp>
      <p:sp>
        <p:nvSpPr>
          <p:cNvPr id="36" name="object 36">
            <a:extLst xmlns:a="http://schemas.openxmlformats.org/drawingml/2006/main">
              <a:ext uri="{FF2B5EF4-FFF2-40B4-BE49-F238E27FC236}">
                <a16:creationId xmlns:a16="http://schemas.microsoft.com/office/drawing/2014/main" id="{B09706AD-F188-4B1C-9586-7454DDC5B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6175596"/>
            <a:ext cx="6595109" cy="403860"/>
          </a:xfrm>
          <a:custGeom xmlns:a="http://schemas.openxmlformats.org/drawingml/2006/main">
            <a:rect l="l" t="t" r="r" b="b"/>
            <a:pathLst>
              <a:path w="6595109" h="403859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7" name="object 37">
            <a:extLst xmlns:a="http://schemas.openxmlformats.org/drawingml/2006/main">
              <a:ext uri="{FF2B5EF4-FFF2-40B4-BE49-F238E27FC236}">
                <a16:creationId xmlns:a16="http://schemas.microsoft.com/office/drawing/2014/main" id="{7FABA348-2B87-4275-B92B-D44EB5667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6175596"/>
            <a:ext cx="6595109" cy="403860"/>
          </a:xfrm>
          <a:custGeom xmlns:a="http://schemas.openxmlformats.org/drawingml/2006/main">
            <a:rect l="l" t="t" r="r" b="b"/>
            <a:pathLst>
              <a:path w="6595109" h="403859">
                <a:moveTo>
                  <a:pt x="63500" y="403860"/>
                </a:move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91" name="object 3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513190fe9c417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71500" y="6263226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39" name="object 39">
            <a:extLst xmlns:a="http://schemas.openxmlformats.org/drawingml/2006/main">
              <a:ext uri="{FF2B5EF4-FFF2-40B4-BE49-F238E27FC236}">
                <a16:creationId xmlns:a16="http://schemas.microsoft.com/office/drawing/2014/main" id="{BCA09E4B-D1B0-4A71-AF45-E0A5F40D5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15" y="6291166"/>
            <a:ext cx="89535" cy="162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  <a:endParaRPr sz="900">
              <a:latin typeface="Arial"/>
              <a:ea typeface="Arial"/>
              <a:cs typeface="Arial"/>
            </a:endParaRPr>
          </a:p>
        </p:txBody>
      </p:sp>
      <p:sp>
        <p:nvSpPr>
          <p:cNvPr id="40" name="object 40">
            <a:extLst xmlns:a="http://schemas.openxmlformats.org/drawingml/2006/main">
              <a:ext uri="{FF2B5EF4-FFF2-40B4-BE49-F238E27FC236}">
                <a16:creationId xmlns:a16="http://schemas.microsoft.com/office/drawing/2014/main" id="{B1B5C441-4516-47A6-B7DE-21EF32FE4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208240"/>
            <a:ext cx="3303270" cy="3086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3175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250"/>
              </a:spcBef>
              <a:buNone/>
            </a:pP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Read the change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summary</a:t>
            </a:r>
            <a:endParaRPr sz="850">
              <a:latin typeface="Arial"/>
              <a:ea typeface="Arial"/>
              <a:cs typeface="Arial"/>
            </a:endParaRPr>
          </a:p>
          <a:p xmlns:a="http://schemas.openxmlformats.org/drawingml/2006/main">
            <a:pPr marL="12700">
              <a:lnSpc>
                <a:spcPct val="100000"/>
              </a:lnSpc>
              <a:spcBef>
                <a:spcPts val="150"/>
              </a:spcBef>
              <a:buNone/>
            </a:pP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Use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recorded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summary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to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understand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what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changed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between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revisions.</a:t>
            </a:r>
            <a:endParaRPr sz="750">
              <a:latin typeface="Arial MT"/>
              <a:ea typeface="Arial MT"/>
              <a:cs typeface="Arial MT"/>
            </a:endParaRPr>
          </a:p>
        </p:txBody>
      </p:sp>
      <p:sp>
        <p:nvSpPr>
          <p:cNvPr id="42" name="object 42">
            <a:extLst xmlns:a="http://schemas.openxmlformats.org/drawingml/2006/main">
              <a:ext uri="{FF2B5EF4-FFF2-40B4-BE49-F238E27FC236}">
                <a16:creationId xmlns:a16="http://schemas.microsoft.com/office/drawing/2014/main" id="{A6828ED2-061D-4896-9FDB-20635CF20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6655656"/>
            <a:ext cx="6595109" cy="403860"/>
          </a:xfrm>
          <a:custGeom xmlns:a="http://schemas.openxmlformats.org/drawingml/2006/main">
            <a:rect l="l" t="t" r="r" b="b"/>
            <a:pathLst>
              <a:path w="6595109" h="403859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3" name="object 43">
            <a:extLst xmlns:a="http://schemas.openxmlformats.org/drawingml/2006/main">
              <a:ext uri="{FF2B5EF4-FFF2-40B4-BE49-F238E27FC236}">
                <a16:creationId xmlns:a16="http://schemas.microsoft.com/office/drawing/2014/main" id="{9A5BD6B3-2410-48F1-A738-017644666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6655656"/>
            <a:ext cx="6595109" cy="403860"/>
          </a:xfrm>
          <a:custGeom xmlns:a="http://schemas.openxmlformats.org/drawingml/2006/main">
            <a:rect l="l" t="t" r="r" b="b"/>
            <a:pathLst>
              <a:path w="6595109" h="403859">
                <a:moveTo>
                  <a:pt x="63500" y="403860"/>
                </a:move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96" name="object 4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513190fe9c417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71500" y="6743286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45" name="object 45">
            <a:extLst xmlns:a="http://schemas.openxmlformats.org/drawingml/2006/main">
              <a:ext uri="{FF2B5EF4-FFF2-40B4-BE49-F238E27FC236}">
                <a16:creationId xmlns:a16="http://schemas.microsoft.com/office/drawing/2014/main" id="{B7687F56-B3A4-40E5-B8E8-58D393509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15" y="6771227"/>
            <a:ext cx="89535" cy="162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  <a:endParaRPr sz="900">
              <a:latin typeface="Arial"/>
              <a:ea typeface="Arial"/>
              <a:cs typeface="Arial"/>
            </a:endParaRPr>
          </a:p>
        </p:txBody>
      </p:sp>
      <p:sp>
        <p:nvSpPr>
          <p:cNvPr id="46" name="object 46">
            <a:extLst xmlns:a="http://schemas.openxmlformats.org/drawingml/2006/main">
              <a:ext uri="{FF2B5EF4-FFF2-40B4-BE49-F238E27FC236}">
                <a16:creationId xmlns:a16="http://schemas.microsoft.com/office/drawing/2014/main" id="{D02CF46C-0407-4B0B-A004-5D3B92798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688301"/>
            <a:ext cx="3036570" cy="3086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3175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250"/>
              </a:spcBef>
              <a:buNone/>
            </a:pP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Open the current approved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file</a:t>
            </a:r>
            <a:endParaRPr sz="850">
              <a:latin typeface="Arial"/>
              <a:ea typeface="Arial"/>
              <a:cs typeface="Arial"/>
            </a:endParaRPr>
          </a:p>
          <a:p xmlns:a="http://schemas.openxmlformats.org/drawingml/2006/main">
            <a:pPr marL="12700">
              <a:lnSpc>
                <a:spcPct val="100000"/>
              </a:lnSpc>
              <a:spcBef>
                <a:spcPts val="150"/>
              </a:spcBef>
              <a:buNone/>
            </a:pP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Use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Document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Library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for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controlled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version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currently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in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force.</a:t>
            </a:r>
            <a:endParaRPr sz="750">
              <a:latin typeface="Arial MT"/>
              <a:ea typeface="Arial MT"/>
              <a:cs typeface="Arial MT"/>
            </a:endParaRPr>
          </a:p>
        </p:txBody>
      </p:sp>
      <p:sp>
        <p:nvSpPr>
          <p:cNvPr id="48" name="object 48">
            <a:extLst xmlns:a="http://schemas.openxmlformats.org/drawingml/2006/main">
              <a:ext uri="{FF2B5EF4-FFF2-40B4-BE49-F238E27FC236}">
                <a16:creationId xmlns:a16="http://schemas.microsoft.com/office/drawing/2014/main" id="{02A0B4CF-F967-4C07-B362-54D5910DD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7135717"/>
            <a:ext cx="6595109" cy="518159"/>
          </a:xfrm>
          <a:custGeom xmlns:a="http://schemas.openxmlformats.org/drawingml/2006/main">
            <a:rect l="l" t="t" r="r" b="b"/>
            <a:pathLst>
              <a:path w="6595109" h="518159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454659"/>
                </a:lnTo>
                <a:lnTo>
                  <a:pt x="4985" y="479390"/>
                </a:lnTo>
                <a:lnTo>
                  <a:pt x="18586" y="499573"/>
                </a:lnTo>
                <a:lnTo>
                  <a:pt x="38769" y="513174"/>
                </a:lnTo>
                <a:lnTo>
                  <a:pt x="63500" y="518159"/>
                </a:lnTo>
                <a:lnTo>
                  <a:pt x="6531300" y="518159"/>
                </a:lnTo>
                <a:lnTo>
                  <a:pt x="6556030" y="513174"/>
                </a:lnTo>
                <a:lnTo>
                  <a:pt x="6576213" y="499573"/>
                </a:lnTo>
                <a:lnTo>
                  <a:pt x="6589814" y="479390"/>
                </a:lnTo>
                <a:lnTo>
                  <a:pt x="6594800" y="454659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E9F6ED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9" name="object 49">
            <a:extLst xmlns:a="http://schemas.openxmlformats.org/drawingml/2006/main">
              <a:ext uri="{FF2B5EF4-FFF2-40B4-BE49-F238E27FC236}">
                <a16:creationId xmlns:a16="http://schemas.microsoft.com/office/drawing/2014/main" id="{9C3A5D5B-A2C1-44CB-A1E3-230E49C64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7135717"/>
            <a:ext cx="6595109" cy="518159"/>
          </a:xfrm>
          <a:custGeom xmlns:a="http://schemas.openxmlformats.org/drawingml/2006/main">
            <a:rect l="l" t="t" r="r" b="b"/>
            <a:pathLst>
              <a:path w="6595109" h="518159">
                <a:moveTo>
                  <a:pt x="63500" y="518159"/>
                </a:moveTo>
                <a:lnTo>
                  <a:pt x="6531300" y="518159"/>
                </a:lnTo>
                <a:lnTo>
                  <a:pt x="6556030" y="513174"/>
                </a:lnTo>
                <a:lnTo>
                  <a:pt x="6576213" y="499573"/>
                </a:lnTo>
                <a:lnTo>
                  <a:pt x="6589814" y="479390"/>
                </a:lnTo>
                <a:lnTo>
                  <a:pt x="6594800" y="454659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454659"/>
                </a:lnTo>
                <a:lnTo>
                  <a:pt x="4985" y="479390"/>
                </a:lnTo>
                <a:lnTo>
                  <a:pt x="18586" y="499573"/>
                </a:lnTo>
                <a:lnTo>
                  <a:pt x="38769" y="513174"/>
                </a:lnTo>
                <a:lnTo>
                  <a:pt x="63500" y="518159"/>
                </a:lnTo>
                <a:close/>
              </a:path>
            </a:pathLst>
          </a:custGeom>
          <a:ln xmlns:a="http://schemas.openxmlformats.org/drawingml/2006/main" w="6349">
            <a:solidFill>
              <a:srgbClr val="1A793A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0" name="object 50">
            <a:extLst xmlns:a="http://schemas.openxmlformats.org/drawingml/2006/main">
              <a:ext uri="{FF2B5EF4-FFF2-40B4-BE49-F238E27FC236}">
                <a16:creationId xmlns:a16="http://schemas.microsoft.com/office/drawing/2014/main" id="{FD9C01F1-40E4-4FEF-8C02-9091A8E16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7135717"/>
            <a:ext cx="63500" cy="518159"/>
          </a:xfrm>
          <a:custGeom xmlns:a="http://schemas.openxmlformats.org/drawingml/2006/main">
            <a:rect l="l" t="t" r="r" b="b"/>
            <a:pathLst>
              <a:path w="63500" h="518159">
                <a:moveTo>
                  <a:pt x="63500" y="0"/>
                </a:moveTo>
                <a:lnTo>
                  <a:pt x="0" y="0"/>
                </a:lnTo>
                <a:lnTo>
                  <a:pt x="0" y="518159"/>
                </a:lnTo>
                <a:lnTo>
                  <a:pt x="63500" y="518159"/>
                </a:lnTo>
                <a:lnTo>
                  <a:pt x="63500" y="0"/>
                </a:lnTo>
                <a:close/>
              </a:path>
            </a:pathLst>
          </a:custGeom>
          <a:solidFill xmlns:a="http://schemas.openxmlformats.org/drawingml/2006/main">
            <a:srgbClr val="1A793A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1" name="object 51">
            <a:extLst xmlns:a="http://schemas.openxmlformats.org/drawingml/2006/main">
              <a:ext uri="{FF2B5EF4-FFF2-40B4-BE49-F238E27FC236}">
                <a16:creationId xmlns:a16="http://schemas.microsoft.com/office/drawing/2014/main" id="{8355CA27-0CA9-4026-B5A1-E4345C5A3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512" y="7196428"/>
            <a:ext cx="6494145" cy="33147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27940" rIns="0" bIns="0">
            <a:spAutoFit/>
          </a:bodyPr>
          <a:lstStyle xmlns:a="http://schemas.openxmlformats.org/drawingml/2006/main"/>
          <a:p xmlns:a="http://schemas.openxmlformats.org/drawingml/2006/main">
            <a:pPr marL="128270">
              <a:lnSpc>
                <a:spcPct val="100000"/>
              </a:lnSpc>
              <a:spcBef>
                <a:spcPts val="220"/>
              </a:spcBef>
              <a:buNone/>
            </a:pPr>
            <a:r>
              <a:rPr sz="10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Revision </a:t>
            </a:r>
            <a:r>
              <a:rPr sz="10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discipline</a:t>
            </a:r>
            <a:endParaRPr sz="1000">
              <a:latin typeface="Arial"/>
              <a:ea typeface="Arial"/>
              <a:cs typeface="Arial"/>
            </a:endParaRPr>
          </a:p>
          <a:p xmlns:a="http://schemas.openxmlformats.org/drawingml/2006/main">
            <a:pPr marL="128270">
              <a:lnSpc>
                <a:spcPct val="100000"/>
              </a:lnSpc>
              <a:spcBef>
                <a:spcPts val="120"/>
              </a:spcBef>
              <a:buNone/>
            </a:pP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Use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meaningful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summary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such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as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'Updated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torque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specification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in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Section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4'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rather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than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'new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version'.</a:t>
            </a:r>
            <a:endParaRPr sz="800">
              <a:latin typeface="Arial MT"/>
              <a:ea typeface="Arial MT"/>
              <a:cs typeface="Arial MT"/>
            </a:endParaRPr>
          </a:p>
        </p:txBody>
      </p:sp>
      <p:sp>
        <p:nvSpPr>
          <p:cNvPr id="52" name="object 52">
            <a:extLst xmlns:a="http://schemas.openxmlformats.org/drawingml/2006/main">
              <a:ext uri="{FF2B5EF4-FFF2-40B4-BE49-F238E27FC236}">
                <a16:creationId xmlns:a16="http://schemas.microsoft.com/office/drawing/2014/main" id="{D7FC5B76-DA42-4AF1-895B-AAC9E7C9D9D2}"/>
              </a:ext>
            </a:extLst>
          </p:cNvPr>
          <p:cNvSpPr>
            <a:spLocks xmlns:a="http://schemas.openxmlformats.org/drawingml/2006/main" noGrp="1"/>
          </p:cNvSpPr>
          <p:nvPr>
            <p:ph type="ft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6985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55"/>
              </a:spcBef>
              <a:buNone/>
            </a:pPr>
            <a:r>
              <a:t>Internal</a:t>
            </a:r>
            <a:r>
              <a:t> </a:t>
            </a:r>
            <a:r>
              <a:t>user</a:t>
            </a:r>
            <a:r>
              <a:t> </a:t>
            </a:r>
            <a:r>
              <a:t>guide</a:t>
            </a:r>
            <a:r>
              <a:t> </a:t>
            </a:r>
            <a:r>
              <a:t>-</a:t>
            </a:r>
            <a:r>
              <a:t> </a:t>
            </a:r>
            <a:r>
              <a:t>controlled</a:t>
            </a:r>
            <a:r>
              <a:t> </a:t>
            </a:r>
            <a:r>
              <a:t>copy</a:t>
            </a:r>
            <a:r>
              <a:t> </a:t>
            </a:r>
            <a:r>
              <a:t>when</a:t>
            </a:r>
            <a:r>
              <a:t> </a:t>
            </a:r>
            <a:r>
              <a:t>viewed</a:t>
            </a:r>
            <a:r>
              <a:t> </a:t>
            </a:r>
            <a:r>
              <a:t>in</a:t>
            </a:r>
            <a:r>
              <a:t> </a:t>
            </a:r>
            <a:r>
              <a:t>the</a:t>
            </a:r>
            <a:r>
              <a:t> </a:t>
            </a:r>
            <a:r>
              <a:t>DMS</a:t>
            </a:r>
            <a:r>
              <a:t> </a:t>
            </a:r>
            <a:r>
              <a:t>portal</a:t>
            </a:r>
          </a:p>
        </p:txBody>
      </p:sp>
      <p:sp>
        <p:nvSpPr>
          <p:cNvPr id="53" name="object 53">
            <a:extLst xmlns:a="http://schemas.openxmlformats.org/drawingml/2006/main">
              <a:ext uri="{FF2B5EF4-FFF2-40B4-BE49-F238E27FC236}">
                <a16:creationId xmlns:a16="http://schemas.microsoft.com/office/drawing/2014/main" id="{8F48AE3B-B042-4443-96BD-25C84402264C}"/>
              </a:ext>
            </a:extLst>
          </p:cNvPr>
          <p:cNvSpPr>
            <a:spLocks xmlns:a="http://schemas.openxmlformats.org/drawingml/2006/main" noGrp="1"/>
          </p:cNvSpPr>
          <p:nvPr>
            <p:ph type="dt" idx="6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6985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55"/>
              </a:spcBef>
              <a:buNone/>
            </a:pPr>
            <a:r>
              <a:t>Smart</a:t>
            </a:r>
            <a:r>
              <a:t> </a:t>
            </a:r>
            <a:r>
              <a:t>DMS</a:t>
            </a:r>
            <a:r>
              <a:t> </a:t>
            </a:r>
            <a:r>
              <a:t>v2.0.0</a:t>
            </a:r>
          </a:p>
        </p:txBody>
      </p:sp>
    </p:spTree>
    <p:extLst>
      <p:ext uri="{BB962C8B-B14F-4D97-AF65-F5344CB8AC3E}">
        <p14:creationId xmlns:p14="http://schemas.microsoft.com/office/powerpoint/2010/main" val="692924072"/>
      </p:ext>
    </p:extLst>
  </p:cSld>
</p:sld>
</file>

<file path=ppt/slides/slide2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object 2">
            <a:extLst xmlns:a="http://schemas.openxmlformats.org/drawingml/2006/main">
              <a:ext uri="{FF2B5EF4-FFF2-40B4-BE49-F238E27FC236}">
                <a16:creationId xmlns:a16="http://schemas.microsoft.com/office/drawing/2014/main" id="{4C0D6C36-7CEF-42CE-8ECA-409EFB555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9100" y="156971"/>
            <a:ext cx="1671955" cy="330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065" rIns="0" bIns="0">
            <a:spAutoFit/>
          </a:bodyPr>
          <a:lstStyle xmlns:a="http://schemas.openxmlformats.org/drawingml/2006/main"/>
          <a:p xmlns:a="http://schemas.openxmlformats.org/drawingml/2006/main">
            <a:pPr marL="12700" marR="5080">
              <a:lnSpc>
                <a:spcPct val="153800"/>
              </a:lnSpc>
              <a:spcBef>
                <a:spcPts val="95"/>
              </a:spcBef>
              <a:buNone/>
            </a:pP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ZF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Rane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Automotive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India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PVT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LTD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-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SGD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Smart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DMS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Portal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User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Manual</a:t>
            </a:r>
            <a:endParaRPr sz="650">
              <a:latin typeface="Arial MT"/>
              <a:ea typeface="Arial MT"/>
              <a:cs typeface="Arial MT"/>
            </a:endParaRPr>
          </a:p>
        </p:txBody>
      </p:sp>
      <p:graphicFrame>
        <p:nvGraphicFramePr>
          <p:cNvPr id="55" name="object 3"/>
          <p:cNvGraphicFramePr/>
          <p:nvPr/>
        </p:nvGraphicFramePr>
        <p:xfrm>
          <a:off xmlns:a="http://schemas.openxmlformats.org/drawingml/2006/main" x="4178625" y="161924"/>
          <a:ext xmlns:a="http://schemas.openxmlformats.org/drawingml/2006/main" cx="2978150" cy="444500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47800"/>
                <a:gridCol w="1447800"/>
              </a:tblGrid>
              <a:tr h="222250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50"/>
                        </a:spcBef>
                        <a:buNone/>
                      </a:pP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Document: DMS-UM-001</a:t>
                      </a:r>
                      <a:endParaRPr sz="6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985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50"/>
                        </a:spcBef>
                        <a:buNone/>
                      </a:pP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Revision: 1.3</a:t>
                      </a:r>
                      <a:endParaRPr sz="6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985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</a:tr>
              <a:tr h="222250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00"/>
                        </a:spcBef>
                        <a:buNone/>
                      </a:pP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Effective: 10-Aug-2026</a:t>
                      </a:r>
                      <a:endParaRPr sz="6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350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00"/>
                        </a:spcBef>
                        <a:buNone/>
                      </a:pP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Page: 22 of 27</a:t>
                      </a:r>
                      <a:endParaRPr sz="6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350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5" name="object 5">
            <a:extLst xmlns:a="http://schemas.openxmlformats.org/drawingml/2006/main">
              <a:ext uri="{FF2B5EF4-FFF2-40B4-BE49-F238E27FC236}">
                <a16:creationId xmlns:a16="http://schemas.microsoft.com/office/drawing/2014/main" id="{60718606-09DA-40C8-B2AB-A304B7233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774699"/>
            <a:ext cx="7560309" cy="431800"/>
          </a:xfrm>
          <a:custGeom xmlns:a="http://schemas.openxmlformats.org/drawingml/2006/main">
            <a:rect l="l" t="t" r="r" b="b"/>
            <a:pathLst>
              <a:path w="7560309" h="431800">
                <a:moveTo>
                  <a:pt x="7560000" y="0"/>
                </a:moveTo>
                <a:lnTo>
                  <a:pt x="0" y="0"/>
                </a:lnTo>
                <a:lnTo>
                  <a:pt x="0" y="431800"/>
                </a:lnTo>
                <a:lnTo>
                  <a:pt x="7560000" y="431800"/>
                </a:lnTo>
                <a:lnTo>
                  <a:pt x="7560000" y="0"/>
                </a:lnTo>
                <a:close/>
              </a:path>
            </a:pathLst>
          </a:custGeom>
          <a:solidFill xmlns:a="http://schemas.openxmlformats.org/drawingml/2006/main">
            <a:srgbClr val="D88300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object 6">
            <a:extLst xmlns:a="http://schemas.openxmlformats.org/drawingml/2006/main">
              <a:ext uri="{FF2B5EF4-FFF2-40B4-BE49-F238E27FC236}">
                <a16:creationId xmlns:a16="http://schemas.microsoft.com/office/drawing/2014/main" id="{77BC9EF8-FC36-4184-A4AD-591EFABC3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863599"/>
            <a:ext cx="533400" cy="254000"/>
          </a:xfrm>
          <a:custGeom xmlns:a="http://schemas.openxmlformats.org/drawingml/2006/main">
            <a:rect l="l" t="t" r="r" b="b"/>
            <a:pathLst>
              <a:path w="533400" h="254000">
                <a:moveTo>
                  <a:pt x="4699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190500"/>
                </a:lnTo>
                <a:lnTo>
                  <a:pt x="4985" y="215230"/>
                </a:lnTo>
                <a:lnTo>
                  <a:pt x="18586" y="235413"/>
                </a:lnTo>
                <a:lnTo>
                  <a:pt x="38769" y="249014"/>
                </a:lnTo>
                <a:lnTo>
                  <a:pt x="63500" y="254000"/>
                </a:lnTo>
                <a:lnTo>
                  <a:pt x="469900" y="254000"/>
                </a:lnTo>
                <a:lnTo>
                  <a:pt x="494630" y="249014"/>
                </a:lnTo>
                <a:lnTo>
                  <a:pt x="514813" y="235413"/>
                </a:lnTo>
                <a:lnTo>
                  <a:pt x="528414" y="215230"/>
                </a:lnTo>
                <a:lnTo>
                  <a:pt x="533400" y="190500"/>
                </a:lnTo>
                <a:lnTo>
                  <a:pt x="533400" y="63500"/>
                </a:lnTo>
                <a:lnTo>
                  <a:pt x="528414" y="38769"/>
                </a:lnTo>
                <a:lnTo>
                  <a:pt x="514813" y="18586"/>
                </a:lnTo>
                <a:lnTo>
                  <a:pt x="494630" y="4985"/>
                </a:lnTo>
                <a:lnTo>
                  <a:pt x="469900" y="0"/>
                </a:lnTo>
                <a:close/>
              </a:path>
            </a:pathLst>
          </a:custGeom>
          <a:solidFill xmlns:a="http://schemas.openxmlformats.org/drawingml/2006/main">
            <a:srgbClr val="F7B800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object 7">
            <a:extLst xmlns:a="http://schemas.openxmlformats.org/drawingml/2006/main">
              <a:ext uri="{FF2B5EF4-FFF2-40B4-BE49-F238E27FC236}">
                <a16:creationId xmlns:a16="http://schemas.microsoft.com/office/drawing/2014/main" id="{D15E9ED1-F053-44B5-B72A-9D7FCCB3E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981" y="920750"/>
            <a:ext cx="167005" cy="1473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8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9.1</a:t>
            </a:r>
            <a:endParaRPr sz="800">
              <a:latin typeface="Arial"/>
              <a:ea typeface="Arial"/>
              <a:cs typeface="Arial"/>
            </a:endParaRPr>
          </a:p>
        </p:txBody>
      </p:sp>
      <p:sp>
        <p:nvSpPr>
          <p:cNvPr id="8" name="object 8">
            <a:extLst xmlns:a="http://schemas.openxmlformats.org/drawingml/2006/main">
              <a:ext uri="{FF2B5EF4-FFF2-40B4-BE49-F238E27FC236}">
                <a16:creationId xmlns:a16="http://schemas.microsoft.com/office/drawing/2014/main" id="{C3C2DB2B-BB8B-400D-9237-3D904B675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300" y="863600"/>
            <a:ext cx="2693670" cy="25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Manage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Archived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Documents</a:t>
            </a:r>
            <a:endParaRPr sz="1500">
              <a:latin typeface="Arial"/>
              <a:ea typeface="Arial"/>
              <a:cs typeface="Arial"/>
            </a:endParaRPr>
          </a:p>
        </p:txBody>
      </p:sp>
      <p:sp>
        <p:nvSpPr>
          <p:cNvPr id="9" name="object 9">
            <a:extLst xmlns:a="http://schemas.openxmlformats.org/drawingml/2006/main">
              <a:ext uri="{FF2B5EF4-FFF2-40B4-BE49-F238E27FC236}">
                <a16:creationId xmlns:a16="http://schemas.microsoft.com/office/drawing/2014/main" id="{78A0B069-2B1E-44F5-B782-00EEE3AD0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600" y="10298300"/>
            <a:ext cx="6595109" cy="0"/>
          </a:xfrm>
          <a:custGeom xmlns:a="http://schemas.openxmlformats.org/drawingml/2006/main">
            <a:rect l="l" t="t" r="r" b="b"/>
            <a:pathLst>
              <a:path w="6595109" h="0">
                <a:moveTo>
                  <a:pt x="0" y="0"/>
                </a:moveTo>
                <a:lnTo>
                  <a:pt x="6594800" y="0"/>
                </a:lnTo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object 10">
            <a:extLst xmlns:a="http://schemas.openxmlformats.org/drawingml/2006/main">
              <a:ext uri="{FF2B5EF4-FFF2-40B4-BE49-F238E27FC236}">
                <a16:creationId xmlns:a16="http://schemas.microsoft.com/office/drawing/2014/main" id="{0A661664-318F-413D-9766-254ACD9C0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900" y="1358899"/>
            <a:ext cx="3336290" cy="15049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524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20"/>
              </a:spcBef>
              <a:buNone/>
            </a:pP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Archive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is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restricted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to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Admin,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Manager,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Supervisor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and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Approver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roles.</a:t>
            </a:r>
            <a:endParaRPr sz="800">
              <a:latin typeface="Arial MT"/>
              <a:ea typeface="Arial MT"/>
              <a:cs typeface="Arial MT"/>
            </a:endParaRPr>
          </a:p>
        </p:txBody>
      </p:sp>
      <p:sp>
        <p:nvSpPr>
          <p:cNvPr id="12" name="object 12">
            <a:extLst xmlns:a="http://schemas.openxmlformats.org/drawingml/2006/main">
              <a:ext uri="{FF2B5EF4-FFF2-40B4-BE49-F238E27FC236}">
                <a16:creationId xmlns:a16="http://schemas.microsoft.com/office/drawing/2014/main" id="{69C2E9C3-959D-48E1-A405-B8EDFA5C2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0700" y="1648459"/>
            <a:ext cx="6595109" cy="2818130"/>
          </a:xfrm>
          <a:custGeom xmlns:a="http://schemas.openxmlformats.org/drawingml/2006/main">
            <a:rect l="l" t="t" r="r" b="b"/>
            <a:pathLst>
              <a:path w="6595109" h="2818129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2754217"/>
                </a:lnTo>
                <a:lnTo>
                  <a:pt x="4985" y="2778948"/>
                </a:lnTo>
                <a:lnTo>
                  <a:pt x="18586" y="2799130"/>
                </a:lnTo>
                <a:lnTo>
                  <a:pt x="38769" y="2812731"/>
                </a:lnTo>
                <a:lnTo>
                  <a:pt x="63500" y="2817717"/>
                </a:lnTo>
                <a:lnTo>
                  <a:pt x="6531300" y="2817717"/>
                </a:lnTo>
                <a:lnTo>
                  <a:pt x="6556030" y="2812731"/>
                </a:lnTo>
                <a:lnTo>
                  <a:pt x="6576213" y="2799130"/>
                </a:lnTo>
                <a:lnTo>
                  <a:pt x="6589814" y="2778948"/>
                </a:lnTo>
                <a:lnTo>
                  <a:pt x="6594800" y="2754217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D6E1ED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object 13">
            <a:extLst xmlns:a="http://schemas.openxmlformats.org/drawingml/2006/main">
              <a:ext uri="{FF2B5EF4-FFF2-40B4-BE49-F238E27FC236}">
                <a16:creationId xmlns:a16="http://schemas.microsoft.com/office/drawing/2014/main" id="{1EE18E5F-F797-4EA2-9507-04D302A45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1610359"/>
            <a:ext cx="6595109" cy="2818130"/>
          </a:xfrm>
          <a:custGeom xmlns:a="http://schemas.openxmlformats.org/drawingml/2006/main">
            <a:rect l="l" t="t" r="r" b="b"/>
            <a:pathLst>
              <a:path w="6595109" h="2818129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2754217"/>
                </a:lnTo>
                <a:lnTo>
                  <a:pt x="4985" y="2778948"/>
                </a:lnTo>
                <a:lnTo>
                  <a:pt x="18586" y="2799130"/>
                </a:lnTo>
                <a:lnTo>
                  <a:pt x="38769" y="2812731"/>
                </a:lnTo>
                <a:lnTo>
                  <a:pt x="63500" y="2817717"/>
                </a:lnTo>
                <a:lnTo>
                  <a:pt x="6531300" y="2817717"/>
                </a:lnTo>
                <a:lnTo>
                  <a:pt x="6556030" y="2812731"/>
                </a:lnTo>
                <a:lnTo>
                  <a:pt x="6576213" y="2799130"/>
                </a:lnTo>
                <a:lnTo>
                  <a:pt x="6589814" y="2778948"/>
                </a:lnTo>
                <a:lnTo>
                  <a:pt x="6594800" y="2754217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object 14">
            <a:extLst xmlns:a="http://schemas.openxmlformats.org/drawingml/2006/main">
              <a:ext uri="{FF2B5EF4-FFF2-40B4-BE49-F238E27FC236}">
                <a16:creationId xmlns:a16="http://schemas.microsoft.com/office/drawing/2014/main" id="{769CCEAE-907B-413A-8223-8A420BD95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1610359"/>
            <a:ext cx="6595109" cy="2818130"/>
          </a:xfrm>
          <a:custGeom xmlns:a="http://schemas.openxmlformats.org/drawingml/2006/main">
            <a:rect l="l" t="t" r="r" b="b"/>
            <a:pathLst>
              <a:path w="6595109" h="2818129">
                <a:moveTo>
                  <a:pt x="63500" y="2817717"/>
                </a:moveTo>
                <a:lnTo>
                  <a:pt x="6531300" y="2817717"/>
                </a:lnTo>
                <a:lnTo>
                  <a:pt x="6556030" y="2812731"/>
                </a:lnTo>
                <a:lnTo>
                  <a:pt x="6576213" y="2799130"/>
                </a:lnTo>
                <a:lnTo>
                  <a:pt x="6589814" y="2778948"/>
                </a:lnTo>
                <a:lnTo>
                  <a:pt x="6594800" y="2754217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2754217"/>
                </a:lnTo>
                <a:lnTo>
                  <a:pt x="4985" y="2778948"/>
                </a:lnTo>
                <a:lnTo>
                  <a:pt x="18586" y="2799130"/>
                </a:lnTo>
                <a:lnTo>
                  <a:pt x="38769" y="2812731"/>
                </a:lnTo>
                <a:lnTo>
                  <a:pt x="63500" y="2817717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65" name="object 1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2bbb07dcdcd42f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12324" y="1623059"/>
            <a:ext cx="6535351" cy="2792317"/>
          </a:xfrm>
          <a:prstGeom xmlns:a="http://schemas.openxmlformats.org/drawingml/2006/main" prst="rect">
            <a:avLst/>
          </a:prstGeom>
        </p:spPr>
      </p:pic>
      <p:sp>
        <p:nvSpPr>
          <p:cNvPr id="16" name="object 16">
            <a:extLst xmlns:a="http://schemas.openxmlformats.org/drawingml/2006/main">
              <a:ext uri="{FF2B5EF4-FFF2-40B4-BE49-F238E27FC236}">
                <a16:creationId xmlns:a16="http://schemas.microsoft.com/office/drawing/2014/main" id="{947272CF-586D-4112-9CC6-C941260C5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0210" y="4478876"/>
            <a:ext cx="2439670" cy="14160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397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10"/>
              </a:spcBef>
              <a:buNone/>
            </a:pP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Figure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16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-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Archive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list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with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retained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document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metadata</a:t>
            </a:r>
            <a:endParaRPr sz="750">
              <a:latin typeface="Arial"/>
              <a:ea typeface="Arial"/>
              <a:cs typeface="Arial"/>
            </a:endParaRPr>
          </a:p>
        </p:txBody>
      </p:sp>
      <p:sp>
        <p:nvSpPr>
          <p:cNvPr id="18" name="object 18">
            <a:extLst xmlns:a="http://schemas.openxmlformats.org/drawingml/2006/main">
              <a:ext uri="{FF2B5EF4-FFF2-40B4-BE49-F238E27FC236}">
                <a16:creationId xmlns:a16="http://schemas.microsoft.com/office/drawing/2014/main" id="{3F0DD400-D423-49B9-9D45-8257D90E5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4735416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59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59"/>
                </a:lnTo>
                <a:lnTo>
                  <a:pt x="6531300" y="403859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59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9" name="object 19">
            <a:extLst xmlns:a="http://schemas.openxmlformats.org/drawingml/2006/main">
              <a:ext uri="{FF2B5EF4-FFF2-40B4-BE49-F238E27FC236}">
                <a16:creationId xmlns:a16="http://schemas.microsoft.com/office/drawing/2014/main" id="{A3248144-5AC4-468C-AB1C-BE91524B3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4735416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3500" y="403859"/>
                </a:moveTo>
                <a:lnTo>
                  <a:pt x="6531300" y="403859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59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59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59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69" name="object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025802d7de45a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71500" y="4823046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21" name="object 21">
            <a:extLst xmlns:a="http://schemas.openxmlformats.org/drawingml/2006/main">
              <a:ext uri="{FF2B5EF4-FFF2-40B4-BE49-F238E27FC236}">
                <a16:creationId xmlns:a16="http://schemas.microsoft.com/office/drawing/2014/main" id="{9C7B934D-A3B4-438C-9FE9-11FC3A666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15" y="4850986"/>
            <a:ext cx="89535" cy="162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  <a:endParaRPr sz="900">
              <a:latin typeface="Arial"/>
              <a:ea typeface="Arial"/>
              <a:cs typeface="Arial"/>
            </a:endParaRPr>
          </a:p>
        </p:txBody>
      </p:sp>
      <p:sp>
        <p:nvSpPr>
          <p:cNvPr id="22" name="object 22">
            <a:extLst xmlns:a="http://schemas.openxmlformats.org/drawingml/2006/main">
              <a:ext uri="{FF2B5EF4-FFF2-40B4-BE49-F238E27FC236}">
                <a16:creationId xmlns:a16="http://schemas.microsoft.com/office/drawing/2014/main" id="{E2FCB1B8-07D2-4F9B-92F1-F372BE5E9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68060"/>
            <a:ext cx="4537075" cy="3086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3175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250"/>
              </a:spcBef>
              <a:buNone/>
            </a:pP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Understand soft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delete</a:t>
            </a:r>
            <a:endParaRPr sz="850">
              <a:latin typeface="Arial"/>
              <a:ea typeface="Arial"/>
              <a:cs typeface="Arial"/>
            </a:endParaRPr>
          </a:p>
          <a:p xmlns:a="http://schemas.openxmlformats.org/drawingml/2006/main">
            <a:pPr marL="12700">
              <a:lnSpc>
                <a:spcPct val="100000"/>
              </a:lnSpc>
              <a:spcBef>
                <a:spcPts val="150"/>
              </a:spcBef>
              <a:buNone/>
            </a:pP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Removing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document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from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dashboard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moves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its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record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to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Archive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instead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of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immediately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erasing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it.</a:t>
            </a:r>
            <a:endParaRPr sz="750">
              <a:latin typeface="Arial MT"/>
              <a:ea typeface="Arial MT"/>
              <a:cs typeface="Arial MT"/>
            </a:endParaRPr>
          </a:p>
        </p:txBody>
      </p:sp>
      <p:sp>
        <p:nvSpPr>
          <p:cNvPr id="24" name="object 24">
            <a:extLst xmlns:a="http://schemas.openxmlformats.org/drawingml/2006/main">
              <a:ext uri="{FF2B5EF4-FFF2-40B4-BE49-F238E27FC236}">
                <a16:creationId xmlns:a16="http://schemas.microsoft.com/office/drawing/2014/main" id="{5633F09E-0130-46C8-8610-D0398CC52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5215477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5" name="object 25">
            <a:extLst xmlns:a="http://schemas.openxmlformats.org/drawingml/2006/main">
              <a:ext uri="{FF2B5EF4-FFF2-40B4-BE49-F238E27FC236}">
                <a16:creationId xmlns:a16="http://schemas.microsoft.com/office/drawing/2014/main" id="{AAB8B8F2-4C06-4E1D-BCAF-99ABCE95F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5215477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3500" y="403860"/>
                </a:move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74" name="object 2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025802d7de45a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71500" y="5303107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27" name="object 27">
            <a:extLst xmlns:a="http://schemas.openxmlformats.org/drawingml/2006/main">
              <a:ext uri="{FF2B5EF4-FFF2-40B4-BE49-F238E27FC236}">
                <a16:creationId xmlns:a16="http://schemas.microsoft.com/office/drawing/2014/main" id="{CD6F4B62-F4A8-4AC9-8539-E67E72AB3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15" y="5331046"/>
            <a:ext cx="89535" cy="162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  <a:endParaRPr sz="900">
              <a:latin typeface="Arial"/>
              <a:ea typeface="Arial"/>
              <a:cs typeface="Arial"/>
            </a:endParaRPr>
          </a:p>
        </p:txBody>
      </p:sp>
      <p:sp>
        <p:nvSpPr>
          <p:cNvPr id="28" name="object 28">
            <a:extLst xmlns:a="http://schemas.openxmlformats.org/drawingml/2006/main">
              <a:ext uri="{FF2B5EF4-FFF2-40B4-BE49-F238E27FC236}">
                <a16:creationId xmlns:a16="http://schemas.microsoft.com/office/drawing/2014/main" id="{EB085A4A-963B-4C6D-8795-D796BD3E7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48120"/>
            <a:ext cx="1971675" cy="3086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3175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250"/>
              </a:spcBef>
              <a:buNone/>
            </a:pP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Locate the archived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item</a:t>
            </a:r>
            <a:endParaRPr sz="850">
              <a:latin typeface="Arial"/>
              <a:ea typeface="Arial"/>
              <a:cs typeface="Arial"/>
            </a:endParaRPr>
          </a:p>
          <a:p xmlns:a="http://schemas.openxmlformats.org/drawingml/2006/main">
            <a:pPr marL="12700">
              <a:lnSpc>
                <a:spcPct val="100000"/>
              </a:lnSpc>
              <a:spcBef>
                <a:spcPts val="150"/>
              </a:spcBef>
              <a:buNone/>
            </a:pP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Use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list,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pagination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and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record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metadata.</a:t>
            </a:r>
            <a:endParaRPr sz="750">
              <a:latin typeface="Arial MT"/>
              <a:ea typeface="Arial MT"/>
              <a:cs typeface="Arial MT"/>
            </a:endParaRPr>
          </a:p>
        </p:txBody>
      </p:sp>
      <p:sp>
        <p:nvSpPr>
          <p:cNvPr id="30" name="object 30">
            <a:extLst xmlns:a="http://schemas.openxmlformats.org/drawingml/2006/main">
              <a:ext uri="{FF2B5EF4-FFF2-40B4-BE49-F238E27FC236}">
                <a16:creationId xmlns:a16="http://schemas.microsoft.com/office/drawing/2014/main" id="{CED9FA5F-7462-4802-88C1-97F3794EB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5695536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1" name="object 31">
            <a:extLst xmlns:a="http://schemas.openxmlformats.org/drawingml/2006/main">
              <a:ext uri="{FF2B5EF4-FFF2-40B4-BE49-F238E27FC236}">
                <a16:creationId xmlns:a16="http://schemas.microsoft.com/office/drawing/2014/main" id="{5572E54D-70B4-482E-BED7-F7BD6B3E9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5695536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3500" y="403860"/>
                </a:move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79" name="object 3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025802d7de45a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71500" y="5783166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33" name="object 33">
            <a:extLst xmlns:a="http://schemas.openxmlformats.org/drawingml/2006/main">
              <a:ext uri="{FF2B5EF4-FFF2-40B4-BE49-F238E27FC236}">
                <a16:creationId xmlns:a16="http://schemas.microsoft.com/office/drawing/2014/main" id="{2611AA3C-ABB4-482C-AE81-5706FC54C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15" y="5811106"/>
            <a:ext cx="89535" cy="162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  <a:endParaRPr sz="900">
              <a:latin typeface="Arial"/>
              <a:ea typeface="Arial"/>
              <a:cs typeface="Arial"/>
            </a:endParaRPr>
          </a:p>
        </p:txBody>
      </p:sp>
      <p:sp>
        <p:nvSpPr>
          <p:cNvPr id="34" name="object 34">
            <a:extLst xmlns:a="http://schemas.openxmlformats.org/drawingml/2006/main">
              <a:ext uri="{FF2B5EF4-FFF2-40B4-BE49-F238E27FC236}">
                <a16:creationId xmlns:a16="http://schemas.microsoft.com/office/drawing/2014/main" id="{1EB83459-2286-454A-979C-5CD7332E7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728180"/>
            <a:ext cx="3395979" cy="3086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3175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250"/>
              </a:spcBef>
              <a:buNone/>
            </a:pP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Retain for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audit</a:t>
            </a:r>
            <a:endParaRPr sz="850">
              <a:latin typeface="Arial"/>
              <a:ea typeface="Arial"/>
              <a:cs typeface="Arial"/>
            </a:endParaRPr>
          </a:p>
          <a:p xmlns:a="http://schemas.openxmlformats.org/drawingml/2006/main">
            <a:pPr marL="12700">
              <a:lnSpc>
                <a:spcPct val="100000"/>
              </a:lnSpc>
              <a:spcBef>
                <a:spcPts val="150"/>
              </a:spcBef>
              <a:buNone/>
            </a:pP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Keep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archived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records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when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retention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period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or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investigation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is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still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active.</a:t>
            </a:r>
            <a:endParaRPr sz="750">
              <a:latin typeface="Arial MT"/>
              <a:ea typeface="Arial MT"/>
              <a:cs typeface="Arial MT"/>
            </a:endParaRPr>
          </a:p>
        </p:txBody>
      </p:sp>
      <p:sp>
        <p:nvSpPr>
          <p:cNvPr id="36" name="object 36">
            <a:extLst xmlns:a="http://schemas.openxmlformats.org/drawingml/2006/main">
              <a:ext uri="{FF2B5EF4-FFF2-40B4-BE49-F238E27FC236}">
                <a16:creationId xmlns:a16="http://schemas.microsoft.com/office/drawing/2014/main" id="{DC91DC65-D0C7-4108-B925-165062653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6175596"/>
            <a:ext cx="6595109" cy="403860"/>
          </a:xfrm>
          <a:custGeom xmlns:a="http://schemas.openxmlformats.org/drawingml/2006/main">
            <a:rect l="l" t="t" r="r" b="b"/>
            <a:pathLst>
              <a:path w="6595109" h="403859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7" name="object 37">
            <a:extLst xmlns:a="http://schemas.openxmlformats.org/drawingml/2006/main">
              <a:ext uri="{FF2B5EF4-FFF2-40B4-BE49-F238E27FC236}">
                <a16:creationId xmlns:a16="http://schemas.microsoft.com/office/drawing/2014/main" id="{AB707EAC-1FEC-4F1C-8CC6-D460A3277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6175596"/>
            <a:ext cx="6595109" cy="403860"/>
          </a:xfrm>
          <a:custGeom xmlns:a="http://schemas.openxmlformats.org/drawingml/2006/main">
            <a:rect l="l" t="t" r="r" b="b"/>
            <a:pathLst>
              <a:path w="6595109" h="403859">
                <a:moveTo>
                  <a:pt x="63500" y="403860"/>
                </a:move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84" name="object 3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025802d7de45a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71500" y="6263226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39" name="object 39">
            <a:extLst xmlns:a="http://schemas.openxmlformats.org/drawingml/2006/main">
              <a:ext uri="{FF2B5EF4-FFF2-40B4-BE49-F238E27FC236}">
                <a16:creationId xmlns:a16="http://schemas.microsoft.com/office/drawing/2014/main" id="{4EE05CFD-43DE-421B-85BA-4370441D5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15" y="6291166"/>
            <a:ext cx="89535" cy="162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  <a:endParaRPr sz="900">
              <a:latin typeface="Arial"/>
              <a:ea typeface="Arial"/>
              <a:cs typeface="Arial"/>
            </a:endParaRPr>
          </a:p>
        </p:txBody>
      </p:sp>
      <p:sp>
        <p:nvSpPr>
          <p:cNvPr id="40" name="object 40">
            <a:extLst xmlns:a="http://schemas.openxmlformats.org/drawingml/2006/main">
              <a:ext uri="{FF2B5EF4-FFF2-40B4-BE49-F238E27FC236}">
                <a16:creationId xmlns:a16="http://schemas.microsoft.com/office/drawing/2014/main" id="{EF6F0E14-BA76-43AD-A400-98A6CCC22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208240"/>
            <a:ext cx="2776220" cy="3086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3175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250"/>
              </a:spcBef>
              <a:buNone/>
            </a:pP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Permanently delete only when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authorized</a:t>
            </a:r>
            <a:endParaRPr sz="850">
              <a:latin typeface="Arial"/>
              <a:ea typeface="Arial"/>
              <a:cs typeface="Arial"/>
            </a:endParaRPr>
          </a:p>
          <a:p xmlns:a="http://schemas.openxmlformats.org/drawingml/2006/main">
            <a:pPr marL="12700">
              <a:lnSpc>
                <a:spcPct val="100000"/>
              </a:lnSpc>
              <a:spcBef>
                <a:spcPts val="150"/>
              </a:spcBef>
              <a:buNone/>
            </a:pP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Permanent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deletion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removes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archived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record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and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is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logged.</a:t>
            </a:r>
            <a:endParaRPr sz="750">
              <a:latin typeface="Arial MT"/>
              <a:ea typeface="Arial MT"/>
              <a:cs typeface="Arial MT"/>
            </a:endParaRPr>
          </a:p>
        </p:txBody>
      </p:sp>
      <p:sp>
        <p:nvSpPr>
          <p:cNvPr id="42" name="object 42">
            <a:extLst xmlns:a="http://schemas.openxmlformats.org/drawingml/2006/main">
              <a:ext uri="{FF2B5EF4-FFF2-40B4-BE49-F238E27FC236}">
                <a16:creationId xmlns:a16="http://schemas.microsoft.com/office/drawing/2014/main" id="{F819889A-66AC-408F-A117-9E8D502E3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6655656"/>
            <a:ext cx="6595109" cy="518159"/>
          </a:xfrm>
          <a:custGeom xmlns:a="http://schemas.openxmlformats.org/drawingml/2006/main">
            <a:rect l="l" t="t" r="r" b="b"/>
            <a:pathLst>
              <a:path w="6595109" h="518159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454660"/>
                </a:lnTo>
                <a:lnTo>
                  <a:pt x="4985" y="479390"/>
                </a:lnTo>
                <a:lnTo>
                  <a:pt x="18586" y="499573"/>
                </a:lnTo>
                <a:lnTo>
                  <a:pt x="38769" y="513174"/>
                </a:lnTo>
                <a:lnTo>
                  <a:pt x="63500" y="518160"/>
                </a:lnTo>
                <a:lnTo>
                  <a:pt x="6531300" y="518160"/>
                </a:lnTo>
                <a:lnTo>
                  <a:pt x="6556030" y="513174"/>
                </a:lnTo>
                <a:lnTo>
                  <a:pt x="6576213" y="499573"/>
                </a:lnTo>
                <a:lnTo>
                  <a:pt x="6589814" y="479390"/>
                </a:lnTo>
                <a:lnTo>
                  <a:pt x="6594800" y="4546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DEBE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3" name="object 43">
            <a:extLst xmlns:a="http://schemas.openxmlformats.org/drawingml/2006/main">
              <a:ext uri="{FF2B5EF4-FFF2-40B4-BE49-F238E27FC236}">
                <a16:creationId xmlns:a16="http://schemas.microsoft.com/office/drawing/2014/main" id="{507BFFE2-7848-4348-8559-9CF95E0A4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6655656"/>
            <a:ext cx="6595109" cy="518159"/>
          </a:xfrm>
          <a:custGeom xmlns:a="http://schemas.openxmlformats.org/drawingml/2006/main">
            <a:rect l="l" t="t" r="r" b="b"/>
            <a:pathLst>
              <a:path w="6595109" h="518159">
                <a:moveTo>
                  <a:pt x="63500" y="518160"/>
                </a:moveTo>
                <a:lnTo>
                  <a:pt x="6531300" y="518160"/>
                </a:lnTo>
                <a:lnTo>
                  <a:pt x="6556030" y="513174"/>
                </a:lnTo>
                <a:lnTo>
                  <a:pt x="6576213" y="499573"/>
                </a:lnTo>
                <a:lnTo>
                  <a:pt x="6589814" y="479390"/>
                </a:lnTo>
                <a:lnTo>
                  <a:pt x="6594800" y="4546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454660"/>
                </a:lnTo>
                <a:lnTo>
                  <a:pt x="4985" y="479390"/>
                </a:lnTo>
                <a:lnTo>
                  <a:pt x="18586" y="499573"/>
                </a:lnTo>
                <a:lnTo>
                  <a:pt x="38769" y="513174"/>
                </a:lnTo>
                <a:lnTo>
                  <a:pt x="63500" y="518160"/>
                </a:lnTo>
                <a:close/>
              </a:path>
            </a:pathLst>
          </a:custGeom>
          <a:ln xmlns:a="http://schemas.openxmlformats.org/drawingml/2006/main" w="6349">
            <a:solidFill>
              <a:srgbClr val="C62828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4" name="object 44">
            <a:extLst xmlns:a="http://schemas.openxmlformats.org/drawingml/2006/main">
              <a:ext uri="{FF2B5EF4-FFF2-40B4-BE49-F238E27FC236}">
                <a16:creationId xmlns:a16="http://schemas.microsoft.com/office/drawing/2014/main" id="{86322EEB-F0DF-4844-93FB-40EF908CB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6655656"/>
            <a:ext cx="63500" cy="518159"/>
          </a:xfrm>
          <a:custGeom xmlns:a="http://schemas.openxmlformats.org/drawingml/2006/main">
            <a:rect l="l" t="t" r="r" b="b"/>
            <a:pathLst>
              <a:path w="63500" h="518159">
                <a:moveTo>
                  <a:pt x="63500" y="0"/>
                </a:moveTo>
                <a:lnTo>
                  <a:pt x="0" y="0"/>
                </a:lnTo>
                <a:lnTo>
                  <a:pt x="0" y="518160"/>
                </a:lnTo>
                <a:lnTo>
                  <a:pt x="63500" y="518160"/>
                </a:lnTo>
                <a:lnTo>
                  <a:pt x="63500" y="0"/>
                </a:lnTo>
                <a:close/>
              </a:path>
            </a:pathLst>
          </a:custGeom>
          <a:solidFill xmlns:a="http://schemas.openxmlformats.org/drawingml/2006/main">
            <a:srgbClr val="C62828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5" name="object 45">
            <a:extLst xmlns:a="http://schemas.openxmlformats.org/drawingml/2006/main">
              <a:ext uri="{FF2B5EF4-FFF2-40B4-BE49-F238E27FC236}">
                <a16:creationId xmlns:a16="http://schemas.microsoft.com/office/drawing/2014/main" id="{A5CE504D-EC1C-40B2-B2B2-57C754C2C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512" y="6716369"/>
            <a:ext cx="6494145" cy="33147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27940" rIns="0" bIns="0">
            <a:spAutoFit/>
          </a:bodyPr>
          <a:lstStyle xmlns:a="http://schemas.openxmlformats.org/drawingml/2006/main"/>
          <a:p xmlns:a="http://schemas.openxmlformats.org/drawingml/2006/main">
            <a:pPr marL="128270">
              <a:lnSpc>
                <a:spcPct val="100000"/>
              </a:lnSpc>
              <a:spcBef>
                <a:spcPts val="220"/>
              </a:spcBef>
              <a:buNone/>
            </a:pPr>
            <a:r>
              <a:rPr sz="10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Destructive </a:t>
            </a:r>
            <a:r>
              <a:rPr sz="10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action</a:t>
            </a:r>
            <a:endParaRPr sz="1000">
              <a:latin typeface="Arial"/>
              <a:ea typeface="Arial"/>
              <a:cs typeface="Arial"/>
            </a:endParaRPr>
          </a:p>
          <a:p xmlns:a="http://schemas.openxmlformats.org/drawingml/2006/main">
            <a:pPr marL="128270">
              <a:lnSpc>
                <a:spcPct val="100000"/>
              </a:lnSpc>
              <a:spcBef>
                <a:spcPts val="120"/>
              </a:spcBef>
              <a:buNone/>
            </a:pP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Confirm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retention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requirements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and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exact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document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before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permanent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deletion.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This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action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cannot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be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reversed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through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portal.</a:t>
            </a:r>
            <a:endParaRPr sz="800">
              <a:latin typeface="Arial MT"/>
              <a:ea typeface="Arial MT"/>
              <a:cs typeface="Arial MT"/>
            </a:endParaRPr>
          </a:p>
        </p:txBody>
      </p:sp>
      <p:sp>
        <p:nvSpPr>
          <p:cNvPr id="46" name="object 46">
            <a:extLst xmlns:a="http://schemas.openxmlformats.org/drawingml/2006/main">
              <a:ext uri="{FF2B5EF4-FFF2-40B4-BE49-F238E27FC236}">
                <a16:creationId xmlns:a16="http://schemas.microsoft.com/office/drawing/2014/main" id="{90E48EB8-B712-451B-88A9-7C6615796DE8}"/>
              </a:ext>
            </a:extLst>
          </p:cNvPr>
          <p:cNvSpPr>
            <a:spLocks xmlns:a="http://schemas.openxmlformats.org/drawingml/2006/main" noGrp="1"/>
          </p:cNvSpPr>
          <p:nvPr>
            <p:ph type="ft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6985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55"/>
              </a:spcBef>
              <a:buNone/>
            </a:pPr>
            <a:r>
              <a:t>Internal</a:t>
            </a:r>
            <a:r>
              <a:t> </a:t>
            </a:r>
            <a:r>
              <a:t>user</a:t>
            </a:r>
            <a:r>
              <a:t> </a:t>
            </a:r>
            <a:r>
              <a:t>guide</a:t>
            </a:r>
            <a:r>
              <a:t> </a:t>
            </a:r>
            <a:r>
              <a:t>-</a:t>
            </a:r>
            <a:r>
              <a:t> </a:t>
            </a:r>
            <a:r>
              <a:t>controlled</a:t>
            </a:r>
            <a:r>
              <a:t> </a:t>
            </a:r>
            <a:r>
              <a:t>copy</a:t>
            </a:r>
            <a:r>
              <a:t> </a:t>
            </a:r>
            <a:r>
              <a:t>when</a:t>
            </a:r>
            <a:r>
              <a:t> </a:t>
            </a:r>
            <a:r>
              <a:t>viewed</a:t>
            </a:r>
            <a:r>
              <a:t> </a:t>
            </a:r>
            <a:r>
              <a:t>in</a:t>
            </a:r>
            <a:r>
              <a:t> </a:t>
            </a:r>
            <a:r>
              <a:t>the</a:t>
            </a:r>
            <a:r>
              <a:t> </a:t>
            </a:r>
            <a:r>
              <a:t>DMS</a:t>
            </a:r>
            <a:r>
              <a:t> </a:t>
            </a:r>
            <a:r>
              <a:t>portal</a:t>
            </a:r>
          </a:p>
        </p:txBody>
      </p:sp>
      <p:sp>
        <p:nvSpPr>
          <p:cNvPr id="47" name="object 47">
            <a:extLst xmlns:a="http://schemas.openxmlformats.org/drawingml/2006/main">
              <a:ext uri="{FF2B5EF4-FFF2-40B4-BE49-F238E27FC236}">
                <a16:creationId xmlns:a16="http://schemas.microsoft.com/office/drawing/2014/main" id="{491064C5-632F-450A-A45A-223530463454}"/>
              </a:ext>
            </a:extLst>
          </p:cNvPr>
          <p:cNvSpPr>
            <a:spLocks xmlns:a="http://schemas.openxmlformats.org/drawingml/2006/main" noGrp="1"/>
          </p:cNvSpPr>
          <p:nvPr>
            <p:ph type="dt" idx="6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6985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55"/>
              </a:spcBef>
              <a:buNone/>
            </a:pPr>
            <a:r>
              <a:t>Smart</a:t>
            </a:r>
            <a:r>
              <a:t> </a:t>
            </a:r>
            <a:r>
              <a:t>DMS</a:t>
            </a:r>
            <a:r>
              <a:t> </a:t>
            </a:r>
            <a:r>
              <a:t>v2.0.0</a:t>
            </a:r>
          </a:p>
        </p:txBody>
      </p:sp>
    </p:spTree>
    <p:extLst>
      <p:ext uri="{BB962C8B-B14F-4D97-AF65-F5344CB8AC3E}">
        <p14:creationId xmlns:p14="http://schemas.microsoft.com/office/powerpoint/2010/main" val="771560683"/>
      </p:ext>
    </p:extLst>
  </p:cSld>
</p:sld>
</file>

<file path=ppt/slides/slide2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object 2">
            <a:extLst xmlns:a="http://schemas.openxmlformats.org/drawingml/2006/main">
              <a:ext uri="{FF2B5EF4-FFF2-40B4-BE49-F238E27FC236}">
                <a16:creationId xmlns:a16="http://schemas.microsoft.com/office/drawing/2014/main" id="{73773F81-9CDF-406A-B49D-A9D309534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9100" y="156971"/>
            <a:ext cx="1671955" cy="330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065" rIns="0" bIns="0">
            <a:spAutoFit/>
          </a:bodyPr>
          <a:lstStyle xmlns:a="http://schemas.openxmlformats.org/drawingml/2006/main"/>
          <a:p xmlns:a="http://schemas.openxmlformats.org/drawingml/2006/main">
            <a:pPr marL="12700" marR="5080">
              <a:lnSpc>
                <a:spcPct val="153800"/>
              </a:lnSpc>
              <a:spcBef>
                <a:spcPts val="95"/>
              </a:spcBef>
              <a:buNone/>
            </a:pP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ZF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Rane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Automotive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India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PVT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LTD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-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SGD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Smart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DMS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Portal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User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Manual</a:t>
            </a:r>
            <a:endParaRPr sz="650">
              <a:latin typeface="Arial MT"/>
              <a:ea typeface="Arial MT"/>
              <a:cs typeface="Arial MT"/>
            </a:endParaRPr>
          </a:p>
        </p:txBody>
      </p:sp>
      <p:graphicFrame>
        <p:nvGraphicFramePr>
          <p:cNvPr id="55" name="object 3"/>
          <p:cNvGraphicFramePr/>
          <p:nvPr/>
        </p:nvGraphicFramePr>
        <p:xfrm>
          <a:off xmlns:a="http://schemas.openxmlformats.org/drawingml/2006/main" x="4178625" y="161924"/>
          <a:ext xmlns:a="http://schemas.openxmlformats.org/drawingml/2006/main" cx="2978150" cy="444500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47800"/>
                <a:gridCol w="1447800"/>
              </a:tblGrid>
              <a:tr h="222250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50"/>
                        </a:spcBef>
                        <a:buNone/>
                      </a:pP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Document: DMS-UM-001</a:t>
                      </a:r>
                      <a:endParaRPr sz="6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985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50"/>
                        </a:spcBef>
                        <a:buNone/>
                      </a:pP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Revision: 1.3</a:t>
                      </a:r>
                      <a:endParaRPr sz="6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985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</a:tr>
              <a:tr h="222250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00"/>
                        </a:spcBef>
                        <a:buNone/>
                      </a:pP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Effective: 10-Aug-2026</a:t>
                      </a:r>
                      <a:endParaRPr sz="6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350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00"/>
                        </a:spcBef>
                        <a:buNone/>
                      </a:pP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Page: 23 of 27</a:t>
                      </a:r>
                      <a:endParaRPr sz="6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350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5" name="object 5">
            <a:extLst xmlns:a="http://schemas.openxmlformats.org/drawingml/2006/main">
              <a:ext uri="{FF2B5EF4-FFF2-40B4-BE49-F238E27FC236}">
                <a16:creationId xmlns:a16="http://schemas.microsoft.com/office/drawing/2014/main" id="{CF17DE48-464D-4A8A-A6EE-B6134B484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774699"/>
            <a:ext cx="7560309" cy="431800"/>
          </a:xfrm>
          <a:custGeom xmlns:a="http://schemas.openxmlformats.org/drawingml/2006/main">
            <a:rect l="l" t="t" r="r" b="b"/>
            <a:pathLst>
              <a:path w="7560309" h="431800">
                <a:moveTo>
                  <a:pt x="7560000" y="0"/>
                </a:moveTo>
                <a:lnTo>
                  <a:pt x="0" y="0"/>
                </a:lnTo>
                <a:lnTo>
                  <a:pt x="0" y="431800"/>
                </a:lnTo>
                <a:lnTo>
                  <a:pt x="7560000" y="431800"/>
                </a:lnTo>
                <a:lnTo>
                  <a:pt x="7560000" y="0"/>
                </a:lnTo>
                <a:close/>
              </a:path>
            </a:pathLst>
          </a:custGeom>
          <a:solidFill xmlns:a="http://schemas.openxmlformats.org/drawingml/2006/main">
            <a:srgbClr val="0A346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object 6">
            <a:extLst xmlns:a="http://schemas.openxmlformats.org/drawingml/2006/main">
              <a:ext uri="{FF2B5EF4-FFF2-40B4-BE49-F238E27FC236}">
                <a16:creationId xmlns:a16="http://schemas.microsoft.com/office/drawing/2014/main" id="{6C7DD739-1719-4025-84A9-A2324E0C2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863599"/>
            <a:ext cx="533400" cy="254000"/>
          </a:xfrm>
          <a:custGeom xmlns:a="http://schemas.openxmlformats.org/drawingml/2006/main">
            <a:rect l="l" t="t" r="r" b="b"/>
            <a:pathLst>
              <a:path w="533400" h="254000">
                <a:moveTo>
                  <a:pt x="4699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190500"/>
                </a:lnTo>
                <a:lnTo>
                  <a:pt x="4985" y="215230"/>
                </a:lnTo>
                <a:lnTo>
                  <a:pt x="18586" y="235413"/>
                </a:lnTo>
                <a:lnTo>
                  <a:pt x="38769" y="249014"/>
                </a:lnTo>
                <a:lnTo>
                  <a:pt x="63500" y="254000"/>
                </a:lnTo>
                <a:lnTo>
                  <a:pt x="469900" y="254000"/>
                </a:lnTo>
                <a:lnTo>
                  <a:pt x="494630" y="249014"/>
                </a:lnTo>
                <a:lnTo>
                  <a:pt x="514813" y="235413"/>
                </a:lnTo>
                <a:lnTo>
                  <a:pt x="528414" y="215230"/>
                </a:lnTo>
                <a:lnTo>
                  <a:pt x="533400" y="190500"/>
                </a:lnTo>
                <a:lnTo>
                  <a:pt x="533400" y="63500"/>
                </a:lnTo>
                <a:lnTo>
                  <a:pt x="528414" y="38769"/>
                </a:lnTo>
                <a:lnTo>
                  <a:pt x="514813" y="18586"/>
                </a:lnTo>
                <a:lnTo>
                  <a:pt x="494630" y="4985"/>
                </a:lnTo>
                <a:lnTo>
                  <a:pt x="469900" y="0"/>
                </a:lnTo>
                <a:close/>
              </a:path>
            </a:pathLst>
          </a:custGeom>
          <a:solidFill xmlns:a="http://schemas.openxmlformats.org/drawingml/2006/main">
            <a:srgbClr val="F7B800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object 7">
            <a:extLst xmlns:a="http://schemas.openxmlformats.org/drawingml/2006/main">
              <a:ext uri="{FF2B5EF4-FFF2-40B4-BE49-F238E27FC236}">
                <a16:creationId xmlns:a16="http://schemas.microsoft.com/office/drawing/2014/main" id="{743C74BC-64CA-4E79-9DA2-26D7CF223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981" y="920750"/>
            <a:ext cx="167005" cy="1473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8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9.2</a:t>
            </a:r>
            <a:endParaRPr sz="800">
              <a:latin typeface="Arial"/>
              <a:ea typeface="Arial"/>
              <a:cs typeface="Arial"/>
            </a:endParaRPr>
          </a:p>
        </p:txBody>
      </p:sp>
      <p:sp>
        <p:nvSpPr>
          <p:cNvPr id="8" name="object 8">
            <a:extLst xmlns:a="http://schemas.openxmlformats.org/drawingml/2006/main">
              <a:ext uri="{FF2B5EF4-FFF2-40B4-BE49-F238E27FC236}">
                <a16:creationId xmlns:a16="http://schemas.microsoft.com/office/drawing/2014/main" id="{111FC732-8327-474C-8988-5CAF8C1C9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300" y="863600"/>
            <a:ext cx="2693035" cy="25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Use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the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System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Log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for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Audit</a:t>
            </a:r>
            <a:endParaRPr sz="1500">
              <a:latin typeface="Arial"/>
              <a:ea typeface="Arial"/>
              <a:cs typeface="Arial"/>
            </a:endParaRPr>
          </a:p>
        </p:txBody>
      </p:sp>
      <p:sp>
        <p:nvSpPr>
          <p:cNvPr id="9" name="object 9">
            <a:extLst xmlns:a="http://schemas.openxmlformats.org/drawingml/2006/main">
              <a:ext uri="{FF2B5EF4-FFF2-40B4-BE49-F238E27FC236}">
                <a16:creationId xmlns:a16="http://schemas.microsoft.com/office/drawing/2014/main" id="{BBD85161-B7E6-4B81-A58B-0966AF8FE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600" y="10298300"/>
            <a:ext cx="6595109" cy="0"/>
          </a:xfrm>
          <a:custGeom xmlns:a="http://schemas.openxmlformats.org/drawingml/2006/main">
            <a:rect l="l" t="t" r="r" b="b"/>
            <a:pathLst>
              <a:path w="6595109" h="0">
                <a:moveTo>
                  <a:pt x="0" y="0"/>
                </a:moveTo>
                <a:lnTo>
                  <a:pt x="6594800" y="0"/>
                </a:lnTo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object 10">
            <a:extLst xmlns:a="http://schemas.openxmlformats.org/drawingml/2006/main">
              <a:ext uri="{FF2B5EF4-FFF2-40B4-BE49-F238E27FC236}">
                <a16:creationId xmlns:a16="http://schemas.microsoft.com/office/drawing/2014/main" id="{10B25D63-3170-42D0-AD1D-8CB03AFEF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900" y="1358899"/>
            <a:ext cx="3655060" cy="15049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524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20"/>
              </a:spcBef>
              <a:buNone/>
            </a:pP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System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Log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is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available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to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high-level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roles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and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records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significant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user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actions.</a:t>
            </a:r>
            <a:endParaRPr sz="800">
              <a:latin typeface="Arial MT"/>
              <a:ea typeface="Arial MT"/>
              <a:cs typeface="Arial MT"/>
            </a:endParaRPr>
          </a:p>
        </p:txBody>
      </p:sp>
      <p:sp>
        <p:nvSpPr>
          <p:cNvPr id="12" name="object 12">
            <a:extLst xmlns:a="http://schemas.openxmlformats.org/drawingml/2006/main">
              <a:ext uri="{FF2B5EF4-FFF2-40B4-BE49-F238E27FC236}">
                <a16:creationId xmlns:a16="http://schemas.microsoft.com/office/drawing/2014/main" id="{078044CE-1DF3-49FB-844B-ED8D6B887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0700" y="1648459"/>
            <a:ext cx="6595109" cy="2818130"/>
          </a:xfrm>
          <a:custGeom xmlns:a="http://schemas.openxmlformats.org/drawingml/2006/main">
            <a:rect l="l" t="t" r="r" b="b"/>
            <a:pathLst>
              <a:path w="6595109" h="2818129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2754217"/>
                </a:lnTo>
                <a:lnTo>
                  <a:pt x="4985" y="2778948"/>
                </a:lnTo>
                <a:lnTo>
                  <a:pt x="18586" y="2799130"/>
                </a:lnTo>
                <a:lnTo>
                  <a:pt x="38769" y="2812731"/>
                </a:lnTo>
                <a:lnTo>
                  <a:pt x="63500" y="2817717"/>
                </a:lnTo>
                <a:lnTo>
                  <a:pt x="6531300" y="2817717"/>
                </a:lnTo>
                <a:lnTo>
                  <a:pt x="6556030" y="2812731"/>
                </a:lnTo>
                <a:lnTo>
                  <a:pt x="6576213" y="2799130"/>
                </a:lnTo>
                <a:lnTo>
                  <a:pt x="6589814" y="2778948"/>
                </a:lnTo>
                <a:lnTo>
                  <a:pt x="6594800" y="2754217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D6E1ED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object 13">
            <a:extLst xmlns:a="http://schemas.openxmlformats.org/drawingml/2006/main">
              <a:ext uri="{FF2B5EF4-FFF2-40B4-BE49-F238E27FC236}">
                <a16:creationId xmlns:a16="http://schemas.microsoft.com/office/drawing/2014/main" id="{25019586-C91F-4E6B-960F-93603D1B2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1610359"/>
            <a:ext cx="6595109" cy="2818130"/>
          </a:xfrm>
          <a:custGeom xmlns:a="http://schemas.openxmlformats.org/drawingml/2006/main">
            <a:rect l="l" t="t" r="r" b="b"/>
            <a:pathLst>
              <a:path w="6595109" h="2818129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2754217"/>
                </a:lnTo>
                <a:lnTo>
                  <a:pt x="4985" y="2778948"/>
                </a:lnTo>
                <a:lnTo>
                  <a:pt x="18586" y="2799130"/>
                </a:lnTo>
                <a:lnTo>
                  <a:pt x="38769" y="2812731"/>
                </a:lnTo>
                <a:lnTo>
                  <a:pt x="63500" y="2817717"/>
                </a:lnTo>
                <a:lnTo>
                  <a:pt x="6531300" y="2817717"/>
                </a:lnTo>
                <a:lnTo>
                  <a:pt x="6556030" y="2812731"/>
                </a:lnTo>
                <a:lnTo>
                  <a:pt x="6576213" y="2799130"/>
                </a:lnTo>
                <a:lnTo>
                  <a:pt x="6589814" y="2778948"/>
                </a:lnTo>
                <a:lnTo>
                  <a:pt x="6594800" y="2754217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object 14">
            <a:extLst xmlns:a="http://schemas.openxmlformats.org/drawingml/2006/main">
              <a:ext uri="{FF2B5EF4-FFF2-40B4-BE49-F238E27FC236}">
                <a16:creationId xmlns:a16="http://schemas.microsoft.com/office/drawing/2014/main" id="{02E51C9C-2D8E-4B3E-8D3B-F0F852322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1610359"/>
            <a:ext cx="6595109" cy="2818130"/>
          </a:xfrm>
          <a:custGeom xmlns:a="http://schemas.openxmlformats.org/drawingml/2006/main">
            <a:rect l="l" t="t" r="r" b="b"/>
            <a:pathLst>
              <a:path w="6595109" h="2818129">
                <a:moveTo>
                  <a:pt x="63500" y="2817717"/>
                </a:moveTo>
                <a:lnTo>
                  <a:pt x="6531300" y="2817717"/>
                </a:lnTo>
                <a:lnTo>
                  <a:pt x="6556030" y="2812731"/>
                </a:lnTo>
                <a:lnTo>
                  <a:pt x="6576213" y="2799130"/>
                </a:lnTo>
                <a:lnTo>
                  <a:pt x="6589814" y="2778948"/>
                </a:lnTo>
                <a:lnTo>
                  <a:pt x="6594800" y="2754217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2754217"/>
                </a:lnTo>
                <a:lnTo>
                  <a:pt x="4985" y="2778948"/>
                </a:lnTo>
                <a:lnTo>
                  <a:pt x="18586" y="2799130"/>
                </a:lnTo>
                <a:lnTo>
                  <a:pt x="38769" y="2812731"/>
                </a:lnTo>
                <a:lnTo>
                  <a:pt x="63500" y="2817717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65" name="object 1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be5ecaf88a450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12324" y="1623059"/>
            <a:ext cx="6535351" cy="2792317"/>
          </a:xfrm>
          <a:prstGeom xmlns:a="http://schemas.openxmlformats.org/drawingml/2006/main" prst="rect">
            <a:avLst/>
          </a:prstGeom>
        </p:spPr>
      </p:pic>
      <p:sp>
        <p:nvSpPr>
          <p:cNvPr id="16" name="object 16">
            <a:extLst xmlns:a="http://schemas.openxmlformats.org/drawingml/2006/main">
              <a:ext uri="{FF2B5EF4-FFF2-40B4-BE49-F238E27FC236}">
                <a16:creationId xmlns:a16="http://schemas.microsoft.com/office/drawing/2014/main" id="{21467A54-CD99-4FA5-AB0D-C5428D0DB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579" y="4478876"/>
            <a:ext cx="1769110" cy="14160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397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10"/>
              </a:spcBef>
              <a:buNone/>
            </a:pP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Figure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17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-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System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Log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with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action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filters</a:t>
            </a:r>
            <a:endParaRPr sz="750">
              <a:latin typeface="Arial"/>
              <a:ea typeface="Arial"/>
              <a:cs typeface="Arial"/>
            </a:endParaRPr>
          </a:p>
        </p:txBody>
      </p:sp>
      <p:sp>
        <p:nvSpPr>
          <p:cNvPr id="18" name="object 18">
            <a:extLst xmlns:a="http://schemas.openxmlformats.org/drawingml/2006/main">
              <a:ext uri="{FF2B5EF4-FFF2-40B4-BE49-F238E27FC236}">
                <a16:creationId xmlns:a16="http://schemas.microsoft.com/office/drawing/2014/main" id="{57979523-559E-44A1-8CFC-9A14237FB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4735416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59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59"/>
                </a:lnTo>
                <a:lnTo>
                  <a:pt x="6531300" y="403859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59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9" name="object 19">
            <a:extLst xmlns:a="http://schemas.openxmlformats.org/drawingml/2006/main">
              <a:ext uri="{FF2B5EF4-FFF2-40B4-BE49-F238E27FC236}">
                <a16:creationId xmlns:a16="http://schemas.microsoft.com/office/drawing/2014/main" id="{ED46D37E-0178-4766-A695-430506F86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4735416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3500" y="403859"/>
                </a:moveTo>
                <a:lnTo>
                  <a:pt x="6531300" y="403859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59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59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59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69" name="object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a5ca0e7b7d403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71500" y="4823046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21" name="object 21">
            <a:extLst xmlns:a="http://schemas.openxmlformats.org/drawingml/2006/main">
              <a:ext uri="{FF2B5EF4-FFF2-40B4-BE49-F238E27FC236}">
                <a16:creationId xmlns:a16="http://schemas.microsoft.com/office/drawing/2014/main" id="{711C507B-17EC-481C-BC49-2F8AD7613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15" y="4850986"/>
            <a:ext cx="89535" cy="162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  <a:endParaRPr sz="900">
              <a:latin typeface="Arial"/>
              <a:ea typeface="Arial"/>
              <a:cs typeface="Arial"/>
            </a:endParaRPr>
          </a:p>
        </p:txBody>
      </p:sp>
      <p:sp>
        <p:nvSpPr>
          <p:cNvPr id="22" name="object 22">
            <a:extLst xmlns:a="http://schemas.openxmlformats.org/drawingml/2006/main">
              <a:ext uri="{FF2B5EF4-FFF2-40B4-BE49-F238E27FC236}">
                <a16:creationId xmlns:a16="http://schemas.microsoft.com/office/drawing/2014/main" id="{C18F414A-F40F-45EB-9D29-EF242D819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68060"/>
            <a:ext cx="3836035" cy="3086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3175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250"/>
              </a:spcBef>
              <a:buNone/>
            </a:pP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Choose an action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filter</a:t>
            </a:r>
            <a:endParaRPr sz="850">
              <a:latin typeface="Arial"/>
              <a:ea typeface="Arial"/>
              <a:cs typeface="Arial"/>
            </a:endParaRPr>
          </a:p>
          <a:p xmlns:a="http://schemas.openxmlformats.org/drawingml/2006/main">
            <a:pPr marL="12700">
              <a:lnSpc>
                <a:spcPct val="100000"/>
              </a:lnSpc>
              <a:spcBef>
                <a:spcPts val="150"/>
              </a:spcBef>
              <a:buNone/>
            </a:pP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Filter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login,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logout,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upload,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view,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delete,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approval,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rejection,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email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and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password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events.</a:t>
            </a:r>
            <a:endParaRPr sz="750">
              <a:latin typeface="Arial MT"/>
              <a:ea typeface="Arial MT"/>
              <a:cs typeface="Arial MT"/>
            </a:endParaRPr>
          </a:p>
        </p:txBody>
      </p:sp>
      <p:sp>
        <p:nvSpPr>
          <p:cNvPr id="24" name="object 24">
            <a:extLst xmlns:a="http://schemas.openxmlformats.org/drawingml/2006/main">
              <a:ext uri="{FF2B5EF4-FFF2-40B4-BE49-F238E27FC236}">
                <a16:creationId xmlns:a16="http://schemas.microsoft.com/office/drawing/2014/main" id="{35E1FE7B-3A77-4E44-805A-A9F80862B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5215477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5" name="object 25">
            <a:extLst xmlns:a="http://schemas.openxmlformats.org/drawingml/2006/main">
              <a:ext uri="{FF2B5EF4-FFF2-40B4-BE49-F238E27FC236}">
                <a16:creationId xmlns:a16="http://schemas.microsoft.com/office/drawing/2014/main" id="{B4CA2788-F6C0-4C99-B30E-4F25CDB6F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5215477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3500" y="403860"/>
                </a:move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74" name="object 2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a5ca0e7b7d403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71500" y="5303107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27" name="object 27">
            <a:extLst xmlns:a="http://schemas.openxmlformats.org/drawingml/2006/main">
              <a:ext uri="{FF2B5EF4-FFF2-40B4-BE49-F238E27FC236}">
                <a16:creationId xmlns:a16="http://schemas.microsoft.com/office/drawing/2014/main" id="{CA3F9E57-F815-4D2C-87D8-C862D0345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15" y="5331046"/>
            <a:ext cx="89535" cy="162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  <a:endParaRPr sz="900">
              <a:latin typeface="Arial"/>
              <a:ea typeface="Arial"/>
              <a:cs typeface="Arial"/>
            </a:endParaRPr>
          </a:p>
        </p:txBody>
      </p:sp>
      <p:sp>
        <p:nvSpPr>
          <p:cNvPr id="28" name="object 28">
            <a:extLst xmlns:a="http://schemas.openxmlformats.org/drawingml/2006/main">
              <a:ext uri="{FF2B5EF4-FFF2-40B4-BE49-F238E27FC236}">
                <a16:creationId xmlns:a16="http://schemas.microsoft.com/office/drawing/2014/main" id="{BA07A4B0-90C4-4F85-99F9-6D6635005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48120"/>
            <a:ext cx="3058795" cy="3086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3175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250"/>
              </a:spcBef>
              <a:buNone/>
            </a:pP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Review who and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when</a:t>
            </a:r>
            <a:endParaRPr sz="850">
              <a:latin typeface="Arial"/>
              <a:ea typeface="Arial"/>
              <a:cs typeface="Arial"/>
            </a:endParaRPr>
          </a:p>
          <a:p xmlns:a="http://schemas.openxmlformats.org/drawingml/2006/main">
            <a:pPr marL="12700">
              <a:lnSpc>
                <a:spcPct val="100000"/>
              </a:lnSpc>
              <a:spcBef>
                <a:spcPts val="150"/>
              </a:spcBef>
              <a:buNone/>
            </a:pP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Confirm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timestamp,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user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name,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employee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ID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or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email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and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action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type.</a:t>
            </a:r>
            <a:endParaRPr sz="750">
              <a:latin typeface="Arial MT"/>
              <a:ea typeface="Arial MT"/>
              <a:cs typeface="Arial MT"/>
            </a:endParaRPr>
          </a:p>
        </p:txBody>
      </p:sp>
      <p:sp>
        <p:nvSpPr>
          <p:cNvPr id="30" name="object 30">
            <a:extLst xmlns:a="http://schemas.openxmlformats.org/drawingml/2006/main">
              <a:ext uri="{FF2B5EF4-FFF2-40B4-BE49-F238E27FC236}">
                <a16:creationId xmlns:a16="http://schemas.microsoft.com/office/drawing/2014/main" id="{EF2BBB4E-A128-4FEF-B689-C8E4CD6C1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5695536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1" name="object 31">
            <a:extLst xmlns:a="http://schemas.openxmlformats.org/drawingml/2006/main">
              <a:ext uri="{FF2B5EF4-FFF2-40B4-BE49-F238E27FC236}">
                <a16:creationId xmlns:a16="http://schemas.microsoft.com/office/drawing/2014/main" id="{EEF061FE-D7B5-45D1-A8D6-F1D9B2101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5695536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3500" y="403860"/>
                </a:move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79" name="object 3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a5ca0e7b7d403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71500" y="5783166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33" name="object 33">
            <a:extLst xmlns:a="http://schemas.openxmlformats.org/drawingml/2006/main">
              <a:ext uri="{FF2B5EF4-FFF2-40B4-BE49-F238E27FC236}">
                <a16:creationId xmlns:a16="http://schemas.microsoft.com/office/drawing/2014/main" id="{302BD4E6-EA05-4094-A31C-F3309316A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15" y="5811106"/>
            <a:ext cx="89535" cy="162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  <a:endParaRPr sz="900">
              <a:latin typeface="Arial"/>
              <a:ea typeface="Arial"/>
              <a:cs typeface="Arial"/>
            </a:endParaRPr>
          </a:p>
        </p:txBody>
      </p:sp>
      <p:sp>
        <p:nvSpPr>
          <p:cNvPr id="34" name="object 34">
            <a:extLst xmlns:a="http://schemas.openxmlformats.org/drawingml/2006/main">
              <a:ext uri="{FF2B5EF4-FFF2-40B4-BE49-F238E27FC236}">
                <a16:creationId xmlns:a16="http://schemas.microsoft.com/office/drawing/2014/main" id="{1E1DBEE5-0019-4423-926A-2E1D42673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728180"/>
            <a:ext cx="2787015" cy="3086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3175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250"/>
              </a:spcBef>
              <a:buNone/>
            </a:pP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Read the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details</a:t>
            </a:r>
            <a:endParaRPr sz="850">
              <a:latin typeface="Arial"/>
              <a:ea typeface="Arial"/>
              <a:cs typeface="Arial"/>
            </a:endParaRPr>
          </a:p>
          <a:p xmlns:a="http://schemas.openxmlformats.org/drawingml/2006/main">
            <a:pPr marL="12700">
              <a:lnSpc>
                <a:spcPct val="100000"/>
              </a:lnSpc>
              <a:spcBef>
                <a:spcPts val="150"/>
              </a:spcBef>
              <a:buNone/>
            </a:pP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Use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details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field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to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identify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affected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document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or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activity.</a:t>
            </a:r>
            <a:endParaRPr sz="750">
              <a:latin typeface="Arial MT"/>
              <a:ea typeface="Arial MT"/>
              <a:cs typeface="Arial MT"/>
            </a:endParaRPr>
          </a:p>
        </p:txBody>
      </p:sp>
      <p:sp>
        <p:nvSpPr>
          <p:cNvPr id="36" name="object 36">
            <a:extLst xmlns:a="http://schemas.openxmlformats.org/drawingml/2006/main">
              <a:ext uri="{FF2B5EF4-FFF2-40B4-BE49-F238E27FC236}">
                <a16:creationId xmlns:a16="http://schemas.microsoft.com/office/drawing/2014/main" id="{C6BA4B62-B674-40DE-99D1-EF7AF9026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6175596"/>
            <a:ext cx="6595109" cy="403860"/>
          </a:xfrm>
          <a:custGeom xmlns:a="http://schemas.openxmlformats.org/drawingml/2006/main">
            <a:rect l="l" t="t" r="r" b="b"/>
            <a:pathLst>
              <a:path w="6595109" h="403859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7" name="object 37">
            <a:extLst xmlns:a="http://schemas.openxmlformats.org/drawingml/2006/main">
              <a:ext uri="{FF2B5EF4-FFF2-40B4-BE49-F238E27FC236}">
                <a16:creationId xmlns:a16="http://schemas.microsoft.com/office/drawing/2014/main" id="{474874BF-5D8A-4DBE-AAAC-7821A6676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6175596"/>
            <a:ext cx="6595109" cy="403860"/>
          </a:xfrm>
          <a:custGeom xmlns:a="http://schemas.openxmlformats.org/drawingml/2006/main">
            <a:rect l="l" t="t" r="r" b="b"/>
            <a:pathLst>
              <a:path w="6595109" h="403859">
                <a:moveTo>
                  <a:pt x="63500" y="403860"/>
                </a:move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84" name="object 3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a5ca0e7b7d403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71500" y="6263226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39" name="object 39">
            <a:extLst xmlns:a="http://schemas.openxmlformats.org/drawingml/2006/main">
              <a:ext uri="{FF2B5EF4-FFF2-40B4-BE49-F238E27FC236}">
                <a16:creationId xmlns:a16="http://schemas.microsoft.com/office/drawing/2014/main" id="{4C7E6E0D-9E6F-4303-860B-B439EFDE4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15" y="6291166"/>
            <a:ext cx="89535" cy="162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  <a:endParaRPr sz="900">
              <a:latin typeface="Arial"/>
              <a:ea typeface="Arial"/>
              <a:cs typeface="Arial"/>
            </a:endParaRPr>
          </a:p>
        </p:txBody>
      </p:sp>
      <p:sp>
        <p:nvSpPr>
          <p:cNvPr id="40" name="object 40">
            <a:extLst xmlns:a="http://schemas.openxmlformats.org/drawingml/2006/main">
              <a:ext uri="{FF2B5EF4-FFF2-40B4-BE49-F238E27FC236}">
                <a16:creationId xmlns:a16="http://schemas.microsoft.com/office/drawing/2014/main" id="{0C6CD448-0D59-4058-A550-67E2B758B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208240"/>
            <a:ext cx="3797935" cy="3086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3175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250"/>
              </a:spcBef>
              <a:buNone/>
            </a:pP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Preserve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audit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context</a:t>
            </a:r>
            <a:endParaRPr sz="850">
              <a:latin typeface="Arial"/>
              <a:ea typeface="Arial"/>
              <a:cs typeface="Arial"/>
            </a:endParaRPr>
          </a:p>
          <a:p xmlns:a="http://schemas.openxmlformats.org/drawingml/2006/main">
            <a:pPr marL="12700">
              <a:lnSpc>
                <a:spcPct val="100000"/>
              </a:lnSpc>
              <a:spcBef>
                <a:spcPts val="150"/>
              </a:spcBef>
              <a:buNone/>
            </a:pP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Capture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filtered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result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or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export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supporting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records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according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to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local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audit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practice.</a:t>
            </a:r>
            <a:endParaRPr sz="750">
              <a:latin typeface="Arial MT"/>
              <a:ea typeface="Arial MT"/>
              <a:cs typeface="Arial MT"/>
            </a:endParaRPr>
          </a:p>
        </p:txBody>
      </p:sp>
      <p:sp>
        <p:nvSpPr>
          <p:cNvPr id="42" name="object 42">
            <a:extLst xmlns:a="http://schemas.openxmlformats.org/drawingml/2006/main">
              <a:ext uri="{FF2B5EF4-FFF2-40B4-BE49-F238E27FC236}">
                <a16:creationId xmlns:a16="http://schemas.microsoft.com/office/drawing/2014/main" id="{C268CCF3-26F4-407B-A0BA-C3E693C1E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6655656"/>
            <a:ext cx="6595109" cy="518159"/>
          </a:xfrm>
          <a:custGeom xmlns:a="http://schemas.openxmlformats.org/drawingml/2006/main">
            <a:rect l="l" t="t" r="r" b="b"/>
            <a:pathLst>
              <a:path w="6595109" h="518159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454660"/>
                </a:lnTo>
                <a:lnTo>
                  <a:pt x="4985" y="479390"/>
                </a:lnTo>
                <a:lnTo>
                  <a:pt x="18586" y="499573"/>
                </a:lnTo>
                <a:lnTo>
                  <a:pt x="38769" y="513174"/>
                </a:lnTo>
                <a:lnTo>
                  <a:pt x="63500" y="518160"/>
                </a:lnTo>
                <a:lnTo>
                  <a:pt x="6531300" y="518160"/>
                </a:lnTo>
                <a:lnTo>
                  <a:pt x="6556030" y="513174"/>
                </a:lnTo>
                <a:lnTo>
                  <a:pt x="6576213" y="499573"/>
                </a:lnTo>
                <a:lnTo>
                  <a:pt x="6589814" y="479390"/>
                </a:lnTo>
                <a:lnTo>
                  <a:pt x="6594800" y="4546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E9F2F9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3" name="object 43">
            <a:extLst xmlns:a="http://schemas.openxmlformats.org/drawingml/2006/main">
              <a:ext uri="{FF2B5EF4-FFF2-40B4-BE49-F238E27FC236}">
                <a16:creationId xmlns:a16="http://schemas.microsoft.com/office/drawing/2014/main" id="{3D5DC2C2-E5E2-4628-BBFE-47584AD00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6655656"/>
            <a:ext cx="6595109" cy="518159"/>
          </a:xfrm>
          <a:custGeom xmlns:a="http://schemas.openxmlformats.org/drawingml/2006/main">
            <a:rect l="l" t="t" r="r" b="b"/>
            <a:pathLst>
              <a:path w="6595109" h="518159">
                <a:moveTo>
                  <a:pt x="63500" y="518160"/>
                </a:moveTo>
                <a:lnTo>
                  <a:pt x="6531300" y="518160"/>
                </a:lnTo>
                <a:lnTo>
                  <a:pt x="6556030" y="513174"/>
                </a:lnTo>
                <a:lnTo>
                  <a:pt x="6576213" y="499573"/>
                </a:lnTo>
                <a:lnTo>
                  <a:pt x="6589814" y="479390"/>
                </a:lnTo>
                <a:lnTo>
                  <a:pt x="6594800" y="4546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454660"/>
                </a:lnTo>
                <a:lnTo>
                  <a:pt x="4985" y="479390"/>
                </a:lnTo>
                <a:lnTo>
                  <a:pt x="18586" y="499573"/>
                </a:lnTo>
                <a:lnTo>
                  <a:pt x="38769" y="513174"/>
                </a:lnTo>
                <a:lnTo>
                  <a:pt x="63500" y="518160"/>
                </a:lnTo>
                <a:close/>
              </a:path>
            </a:pathLst>
          </a:custGeom>
          <a:ln xmlns:a="http://schemas.openxmlformats.org/drawingml/2006/main" w="6349">
            <a:solidFill>
              <a:srgbClr val="0877B8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4" name="object 44">
            <a:extLst xmlns:a="http://schemas.openxmlformats.org/drawingml/2006/main">
              <a:ext uri="{FF2B5EF4-FFF2-40B4-BE49-F238E27FC236}">
                <a16:creationId xmlns:a16="http://schemas.microsoft.com/office/drawing/2014/main" id="{B1BBF19B-BE9D-4E31-B408-555A8B800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6655656"/>
            <a:ext cx="63500" cy="518159"/>
          </a:xfrm>
          <a:custGeom xmlns:a="http://schemas.openxmlformats.org/drawingml/2006/main">
            <a:rect l="l" t="t" r="r" b="b"/>
            <a:pathLst>
              <a:path w="63500" h="518159">
                <a:moveTo>
                  <a:pt x="63500" y="0"/>
                </a:moveTo>
                <a:lnTo>
                  <a:pt x="0" y="0"/>
                </a:lnTo>
                <a:lnTo>
                  <a:pt x="0" y="518160"/>
                </a:lnTo>
                <a:lnTo>
                  <a:pt x="63500" y="518160"/>
                </a:lnTo>
                <a:lnTo>
                  <a:pt x="63500" y="0"/>
                </a:lnTo>
                <a:close/>
              </a:path>
            </a:pathLst>
          </a:custGeom>
          <a:solidFill xmlns:a="http://schemas.openxmlformats.org/drawingml/2006/main">
            <a:srgbClr val="0877B8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5" name="object 45">
            <a:extLst xmlns:a="http://schemas.openxmlformats.org/drawingml/2006/main">
              <a:ext uri="{FF2B5EF4-FFF2-40B4-BE49-F238E27FC236}">
                <a16:creationId xmlns:a16="http://schemas.microsoft.com/office/drawing/2014/main" id="{30270496-A5F8-4B3F-A4A0-55013AA2E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512" y="6716369"/>
            <a:ext cx="6494145" cy="33147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27940" rIns="0" bIns="0">
            <a:spAutoFit/>
          </a:bodyPr>
          <a:lstStyle xmlns:a="http://schemas.openxmlformats.org/drawingml/2006/main"/>
          <a:p xmlns:a="http://schemas.openxmlformats.org/drawingml/2006/main">
            <a:pPr marL="128270">
              <a:lnSpc>
                <a:spcPct val="100000"/>
              </a:lnSpc>
              <a:spcBef>
                <a:spcPts val="220"/>
              </a:spcBef>
              <a:buNone/>
            </a:pPr>
            <a:r>
              <a:rPr sz="10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Audit</a:t>
            </a:r>
            <a:r>
              <a:rPr sz="10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 </a:t>
            </a:r>
            <a:r>
              <a:rPr sz="10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principle</a:t>
            </a:r>
            <a:endParaRPr sz="1000">
              <a:latin typeface="Arial"/>
              <a:ea typeface="Arial"/>
              <a:cs typeface="Arial"/>
            </a:endParaRPr>
          </a:p>
          <a:p xmlns:a="http://schemas.openxmlformats.org/drawingml/2006/main">
            <a:pPr marL="128270">
              <a:lnSpc>
                <a:spcPct val="100000"/>
              </a:lnSpc>
              <a:spcBef>
                <a:spcPts val="120"/>
              </a:spcBef>
              <a:buNone/>
            </a:pP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Use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System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Log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as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activity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trail;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use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Revision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History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for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version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changes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and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Track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Approvals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for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workflow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progress.</a:t>
            </a:r>
            <a:endParaRPr sz="800">
              <a:latin typeface="Arial MT"/>
              <a:ea typeface="Arial MT"/>
              <a:cs typeface="Arial MT"/>
            </a:endParaRPr>
          </a:p>
        </p:txBody>
      </p:sp>
      <p:sp>
        <p:nvSpPr>
          <p:cNvPr id="46" name="object 46">
            <a:extLst xmlns:a="http://schemas.openxmlformats.org/drawingml/2006/main">
              <a:ext uri="{FF2B5EF4-FFF2-40B4-BE49-F238E27FC236}">
                <a16:creationId xmlns:a16="http://schemas.microsoft.com/office/drawing/2014/main" id="{1598317A-A1BF-49DA-B16E-9B0475655C33}"/>
              </a:ext>
            </a:extLst>
          </p:cNvPr>
          <p:cNvSpPr>
            <a:spLocks xmlns:a="http://schemas.openxmlformats.org/drawingml/2006/main" noGrp="1"/>
          </p:cNvSpPr>
          <p:nvPr>
            <p:ph type="ft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6985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55"/>
              </a:spcBef>
              <a:buNone/>
            </a:pPr>
            <a:r>
              <a:t>Internal</a:t>
            </a:r>
            <a:r>
              <a:t> </a:t>
            </a:r>
            <a:r>
              <a:t>user</a:t>
            </a:r>
            <a:r>
              <a:t> </a:t>
            </a:r>
            <a:r>
              <a:t>guide</a:t>
            </a:r>
            <a:r>
              <a:t> </a:t>
            </a:r>
            <a:r>
              <a:t>-</a:t>
            </a:r>
            <a:r>
              <a:t> </a:t>
            </a:r>
            <a:r>
              <a:t>controlled</a:t>
            </a:r>
            <a:r>
              <a:t> </a:t>
            </a:r>
            <a:r>
              <a:t>copy</a:t>
            </a:r>
            <a:r>
              <a:t> </a:t>
            </a:r>
            <a:r>
              <a:t>when</a:t>
            </a:r>
            <a:r>
              <a:t> </a:t>
            </a:r>
            <a:r>
              <a:t>viewed</a:t>
            </a:r>
            <a:r>
              <a:t> </a:t>
            </a:r>
            <a:r>
              <a:t>in</a:t>
            </a:r>
            <a:r>
              <a:t> </a:t>
            </a:r>
            <a:r>
              <a:t>the</a:t>
            </a:r>
            <a:r>
              <a:t> </a:t>
            </a:r>
            <a:r>
              <a:t>DMS</a:t>
            </a:r>
            <a:r>
              <a:t> </a:t>
            </a:r>
            <a:r>
              <a:t>portal</a:t>
            </a:r>
          </a:p>
        </p:txBody>
      </p:sp>
      <p:sp>
        <p:nvSpPr>
          <p:cNvPr id="47" name="object 47">
            <a:extLst xmlns:a="http://schemas.openxmlformats.org/drawingml/2006/main">
              <a:ext uri="{FF2B5EF4-FFF2-40B4-BE49-F238E27FC236}">
                <a16:creationId xmlns:a16="http://schemas.microsoft.com/office/drawing/2014/main" id="{D7B5DC90-D3F8-4E80-9F4B-8467074393F1}"/>
              </a:ext>
            </a:extLst>
          </p:cNvPr>
          <p:cNvSpPr>
            <a:spLocks xmlns:a="http://schemas.openxmlformats.org/drawingml/2006/main" noGrp="1"/>
          </p:cNvSpPr>
          <p:nvPr>
            <p:ph type="dt" idx="6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6985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55"/>
              </a:spcBef>
              <a:buNone/>
            </a:pPr>
            <a:r>
              <a:t>Smart</a:t>
            </a:r>
            <a:r>
              <a:t> </a:t>
            </a:r>
            <a:r>
              <a:t>DMS</a:t>
            </a:r>
            <a:r>
              <a:t> </a:t>
            </a:r>
            <a:r>
              <a:t>v2.0.0</a:t>
            </a:r>
          </a:p>
        </p:txBody>
      </p:sp>
    </p:spTree>
    <p:extLst>
      <p:ext uri="{BB962C8B-B14F-4D97-AF65-F5344CB8AC3E}">
        <p14:creationId xmlns:p14="http://schemas.microsoft.com/office/powerpoint/2010/main" val="1166944129"/>
      </p:ext>
    </p:extLst>
  </p:cSld>
</p:sld>
</file>

<file path=ppt/slides/slide2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object 2">
            <a:extLst xmlns:a="http://schemas.openxmlformats.org/drawingml/2006/main">
              <a:ext uri="{FF2B5EF4-FFF2-40B4-BE49-F238E27FC236}">
                <a16:creationId xmlns:a16="http://schemas.microsoft.com/office/drawing/2014/main" id="{EBB9B342-B087-4BDE-8A9B-331DD8C99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9100" y="156971"/>
            <a:ext cx="1671955" cy="330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065" rIns="0" bIns="0">
            <a:spAutoFit/>
          </a:bodyPr>
          <a:lstStyle xmlns:a="http://schemas.openxmlformats.org/drawingml/2006/main"/>
          <a:p xmlns:a="http://schemas.openxmlformats.org/drawingml/2006/main">
            <a:pPr marL="12700" marR="5080">
              <a:lnSpc>
                <a:spcPct val="153800"/>
              </a:lnSpc>
              <a:spcBef>
                <a:spcPts val="95"/>
              </a:spcBef>
              <a:buNone/>
            </a:pP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ZF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Rane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Automotive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India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PVT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LTD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-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SGD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Smart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DMS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Portal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User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Manual</a:t>
            </a:r>
            <a:endParaRPr sz="650">
              <a:latin typeface="Arial MT"/>
              <a:ea typeface="Arial MT"/>
              <a:cs typeface="Arial MT"/>
            </a:endParaRPr>
          </a:p>
        </p:txBody>
      </p:sp>
      <p:graphicFrame>
        <p:nvGraphicFramePr>
          <p:cNvPr id="55" name="object 3"/>
          <p:cNvGraphicFramePr/>
          <p:nvPr/>
        </p:nvGraphicFramePr>
        <p:xfrm>
          <a:off xmlns:a="http://schemas.openxmlformats.org/drawingml/2006/main" x="4178625" y="161924"/>
          <a:ext xmlns:a="http://schemas.openxmlformats.org/drawingml/2006/main" cx="2978150" cy="444500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47800"/>
                <a:gridCol w="1447800"/>
              </a:tblGrid>
              <a:tr h="222250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50"/>
                        </a:spcBef>
                        <a:buNone/>
                      </a:pP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Document: DMS-UM-001</a:t>
                      </a:r>
                      <a:endParaRPr sz="6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985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50"/>
                        </a:spcBef>
                        <a:buNone/>
                      </a:pP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Revision: 1.3</a:t>
                      </a:r>
                      <a:endParaRPr sz="6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985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</a:tr>
              <a:tr h="222250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00"/>
                        </a:spcBef>
                        <a:buNone/>
                      </a:pP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Effective: 10-Aug-2026</a:t>
                      </a:r>
                      <a:endParaRPr sz="6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350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00"/>
                        </a:spcBef>
                        <a:buNone/>
                      </a:pP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Page: 24 of 27</a:t>
                      </a:r>
                      <a:endParaRPr sz="6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350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5" name="object 5">
            <a:extLst xmlns:a="http://schemas.openxmlformats.org/drawingml/2006/main">
              <a:ext uri="{FF2B5EF4-FFF2-40B4-BE49-F238E27FC236}">
                <a16:creationId xmlns:a16="http://schemas.microsoft.com/office/drawing/2014/main" id="{E40B7DE0-186C-4C11-A6C0-7F04399BD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774699"/>
            <a:ext cx="7560309" cy="431800"/>
          </a:xfrm>
          <a:custGeom xmlns:a="http://schemas.openxmlformats.org/drawingml/2006/main">
            <a:rect l="l" t="t" r="r" b="b"/>
            <a:pathLst>
              <a:path w="7560309" h="431800">
                <a:moveTo>
                  <a:pt x="7560000" y="0"/>
                </a:moveTo>
                <a:lnTo>
                  <a:pt x="0" y="0"/>
                </a:lnTo>
                <a:lnTo>
                  <a:pt x="0" y="431800"/>
                </a:lnTo>
                <a:lnTo>
                  <a:pt x="7560000" y="431800"/>
                </a:lnTo>
                <a:lnTo>
                  <a:pt x="7560000" y="0"/>
                </a:lnTo>
                <a:close/>
              </a:path>
            </a:pathLst>
          </a:custGeom>
          <a:solidFill xmlns:a="http://schemas.openxmlformats.org/drawingml/2006/main">
            <a:srgbClr val="0877B8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object 6">
            <a:extLst xmlns:a="http://schemas.openxmlformats.org/drawingml/2006/main">
              <a:ext uri="{FF2B5EF4-FFF2-40B4-BE49-F238E27FC236}">
                <a16:creationId xmlns:a16="http://schemas.microsoft.com/office/drawing/2014/main" id="{6E1F1221-BBB9-4E37-9B17-64A0D5D60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863599"/>
            <a:ext cx="533400" cy="254000"/>
          </a:xfrm>
          <a:custGeom xmlns:a="http://schemas.openxmlformats.org/drawingml/2006/main">
            <a:rect l="l" t="t" r="r" b="b"/>
            <a:pathLst>
              <a:path w="533400" h="254000">
                <a:moveTo>
                  <a:pt x="4699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190500"/>
                </a:lnTo>
                <a:lnTo>
                  <a:pt x="4985" y="215230"/>
                </a:lnTo>
                <a:lnTo>
                  <a:pt x="18586" y="235413"/>
                </a:lnTo>
                <a:lnTo>
                  <a:pt x="38769" y="249014"/>
                </a:lnTo>
                <a:lnTo>
                  <a:pt x="63500" y="254000"/>
                </a:lnTo>
                <a:lnTo>
                  <a:pt x="469900" y="254000"/>
                </a:lnTo>
                <a:lnTo>
                  <a:pt x="494630" y="249014"/>
                </a:lnTo>
                <a:lnTo>
                  <a:pt x="514813" y="235413"/>
                </a:lnTo>
                <a:lnTo>
                  <a:pt x="528414" y="215230"/>
                </a:lnTo>
                <a:lnTo>
                  <a:pt x="533400" y="190500"/>
                </a:lnTo>
                <a:lnTo>
                  <a:pt x="533400" y="63500"/>
                </a:lnTo>
                <a:lnTo>
                  <a:pt x="528414" y="38769"/>
                </a:lnTo>
                <a:lnTo>
                  <a:pt x="514813" y="18586"/>
                </a:lnTo>
                <a:lnTo>
                  <a:pt x="494630" y="4985"/>
                </a:lnTo>
                <a:lnTo>
                  <a:pt x="469900" y="0"/>
                </a:lnTo>
                <a:close/>
              </a:path>
            </a:pathLst>
          </a:custGeom>
          <a:solidFill xmlns:a="http://schemas.openxmlformats.org/drawingml/2006/main">
            <a:srgbClr val="F7B800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object 7">
            <a:extLst xmlns:a="http://schemas.openxmlformats.org/drawingml/2006/main">
              <a:ext uri="{FF2B5EF4-FFF2-40B4-BE49-F238E27FC236}">
                <a16:creationId xmlns:a16="http://schemas.microsoft.com/office/drawing/2014/main" id="{1B38721D-7BD0-4BBD-9157-626A1153C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981" y="920750"/>
            <a:ext cx="167005" cy="1473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8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9.3</a:t>
            </a:r>
            <a:endParaRPr sz="800">
              <a:latin typeface="Arial"/>
              <a:ea typeface="Arial"/>
              <a:cs typeface="Arial"/>
            </a:endParaRPr>
          </a:p>
        </p:txBody>
      </p:sp>
      <p:sp>
        <p:nvSpPr>
          <p:cNvPr id="8" name="object 8">
            <a:extLst xmlns:a="http://schemas.openxmlformats.org/drawingml/2006/main">
              <a:ext uri="{FF2B5EF4-FFF2-40B4-BE49-F238E27FC236}">
                <a16:creationId xmlns:a16="http://schemas.microsoft.com/office/drawing/2014/main" id="{F6F62B4F-C284-459F-9307-232EA7BCA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300" y="863600"/>
            <a:ext cx="3720465" cy="25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Review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People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and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Access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Assignments</a:t>
            </a:r>
            <a:endParaRPr sz="1500">
              <a:latin typeface="Arial"/>
              <a:ea typeface="Arial"/>
              <a:cs typeface="Arial"/>
            </a:endParaRPr>
          </a:p>
        </p:txBody>
      </p:sp>
      <p:sp>
        <p:nvSpPr>
          <p:cNvPr id="9" name="object 9">
            <a:extLst xmlns:a="http://schemas.openxmlformats.org/drawingml/2006/main">
              <a:ext uri="{FF2B5EF4-FFF2-40B4-BE49-F238E27FC236}">
                <a16:creationId xmlns:a16="http://schemas.microsoft.com/office/drawing/2014/main" id="{BC8601B1-5C4F-4FDF-B4E8-6D0765EC5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600" y="10298300"/>
            <a:ext cx="6595109" cy="0"/>
          </a:xfrm>
          <a:custGeom xmlns:a="http://schemas.openxmlformats.org/drawingml/2006/main">
            <a:rect l="l" t="t" r="r" b="b"/>
            <a:pathLst>
              <a:path w="6595109" h="0">
                <a:moveTo>
                  <a:pt x="0" y="0"/>
                </a:moveTo>
                <a:lnTo>
                  <a:pt x="6594800" y="0"/>
                </a:lnTo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object 10">
            <a:extLst xmlns:a="http://schemas.openxmlformats.org/drawingml/2006/main">
              <a:ext uri="{FF2B5EF4-FFF2-40B4-BE49-F238E27FC236}">
                <a16:creationId xmlns:a16="http://schemas.microsoft.com/office/drawing/2014/main" id="{0AC5C1F7-DBB7-4FFB-B5DF-C1B4C29CB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900" y="1358899"/>
            <a:ext cx="2132965" cy="15049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524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20"/>
              </a:spcBef>
              <a:buNone/>
            </a:pP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People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page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is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restricted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to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Admin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users.</a:t>
            </a:r>
            <a:endParaRPr sz="800">
              <a:latin typeface="Arial MT"/>
              <a:ea typeface="Arial MT"/>
              <a:cs typeface="Arial MT"/>
            </a:endParaRPr>
          </a:p>
        </p:txBody>
      </p:sp>
      <p:sp>
        <p:nvSpPr>
          <p:cNvPr id="12" name="object 12">
            <a:extLst xmlns:a="http://schemas.openxmlformats.org/drawingml/2006/main">
              <a:ext uri="{FF2B5EF4-FFF2-40B4-BE49-F238E27FC236}">
                <a16:creationId xmlns:a16="http://schemas.microsoft.com/office/drawing/2014/main" id="{8D050A78-DEBE-45FE-8CF9-003A5A936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0700" y="1648459"/>
            <a:ext cx="6595109" cy="2818130"/>
          </a:xfrm>
          <a:custGeom xmlns:a="http://schemas.openxmlformats.org/drawingml/2006/main">
            <a:rect l="l" t="t" r="r" b="b"/>
            <a:pathLst>
              <a:path w="6595109" h="2818129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2754217"/>
                </a:lnTo>
                <a:lnTo>
                  <a:pt x="4985" y="2778948"/>
                </a:lnTo>
                <a:lnTo>
                  <a:pt x="18586" y="2799130"/>
                </a:lnTo>
                <a:lnTo>
                  <a:pt x="38769" y="2812731"/>
                </a:lnTo>
                <a:lnTo>
                  <a:pt x="63500" y="2817717"/>
                </a:lnTo>
                <a:lnTo>
                  <a:pt x="6531300" y="2817717"/>
                </a:lnTo>
                <a:lnTo>
                  <a:pt x="6556030" y="2812731"/>
                </a:lnTo>
                <a:lnTo>
                  <a:pt x="6576213" y="2799130"/>
                </a:lnTo>
                <a:lnTo>
                  <a:pt x="6589814" y="2778948"/>
                </a:lnTo>
                <a:lnTo>
                  <a:pt x="6594800" y="2754217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D6E1ED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object 13">
            <a:extLst xmlns:a="http://schemas.openxmlformats.org/drawingml/2006/main">
              <a:ext uri="{FF2B5EF4-FFF2-40B4-BE49-F238E27FC236}">
                <a16:creationId xmlns:a16="http://schemas.microsoft.com/office/drawing/2014/main" id="{614F85EF-469B-4646-8899-D8EA792DD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1610359"/>
            <a:ext cx="6595109" cy="2818130"/>
          </a:xfrm>
          <a:custGeom xmlns:a="http://schemas.openxmlformats.org/drawingml/2006/main">
            <a:rect l="l" t="t" r="r" b="b"/>
            <a:pathLst>
              <a:path w="6595109" h="2818129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2754217"/>
                </a:lnTo>
                <a:lnTo>
                  <a:pt x="4985" y="2778948"/>
                </a:lnTo>
                <a:lnTo>
                  <a:pt x="18586" y="2799130"/>
                </a:lnTo>
                <a:lnTo>
                  <a:pt x="38769" y="2812731"/>
                </a:lnTo>
                <a:lnTo>
                  <a:pt x="63500" y="2817717"/>
                </a:lnTo>
                <a:lnTo>
                  <a:pt x="6531300" y="2817717"/>
                </a:lnTo>
                <a:lnTo>
                  <a:pt x="6556030" y="2812731"/>
                </a:lnTo>
                <a:lnTo>
                  <a:pt x="6576213" y="2799130"/>
                </a:lnTo>
                <a:lnTo>
                  <a:pt x="6589814" y="2778948"/>
                </a:lnTo>
                <a:lnTo>
                  <a:pt x="6594800" y="2754217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object 14">
            <a:extLst xmlns:a="http://schemas.openxmlformats.org/drawingml/2006/main">
              <a:ext uri="{FF2B5EF4-FFF2-40B4-BE49-F238E27FC236}">
                <a16:creationId xmlns:a16="http://schemas.microsoft.com/office/drawing/2014/main" id="{3BDE9784-5690-4E3B-BD8F-3AAE33FD5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1610359"/>
            <a:ext cx="6595109" cy="2818130"/>
          </a:xfrm>
          <a:custGeom xmlns:a="http://schemas.openxmlformats.org/drawingml/2006/main">
            <a:rect l="l" t="t" r="r" b="b"/>
            <a:pathLst>
              <a:path w="6595109" h="2818129">
                <a:moveTo>
                  <a:pt x="63500" y="2817717"/>
                </a:moveTo>
                <a:lnTo>
                  <a:pt x="6531300" y="2817717"/>
                </a:lnTo>
                <a:lnTo>
                  <a:pt x="6556030" y="2812731"/>
                </a:lnTo>
                <a:lnTo>
                  <a:pt x="6576213" y="2799130"/>
                </a:lnTo>
                <a:lnTo>
                  <a:pt x="6589814" y="2778948"/>
                </a:lnTo>
                <a:lnTo>
                  <a:pt x="6594800" y="2754217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2754217"/>
                </a:lnTo>
                <a:lnTo>
                  <a:pt x="4985" y="2778948"/>
                </a:lnTo>
                <a:lnTo>
                  <a:pt x="18586" y="2799130"/>
                </a:lnTo>
                <a:lnTo>
                  <a:pt x="38769" y="2812731"/>
                </a:lnTo>
                <a:lnTo>
                  <a:pt x="63500" y="2817717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65" name="object 1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e9809bb60a45e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12324" y="1623059"/>
            <a:ext cx="6535351" cy="2792317"/>
          </a:xfrm>
          <a:prstGeom xmlns:a="http://schemas.openxmlformats.org/drawingml/2006/main" prst="rect">
            <a:avLst/>
          </a:prstGeom>
        </p:spPr>
      </p:pic>
      <p:sp>
        <p:nvSpPr>
          <p:cNvPr id="16" name="object 16">
            <a:extLst xmlns:a="http://schemas.openxmlformats.org/drawingml/2006/main">
              <a:ext uri="{FF2B5EF4-FFF2-40B4-BE49-F238E27FC236}">
                <a16:creationId xmlns:a16="http://schemas.microsoft.com/office/drawing/2014/main" id="{DAA7EE21-119C-477F-8FAD-77145B901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6035" y="4478876"/>
            <a:ext cx="2708275" cy="14160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397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10"/>
              </a:spcBef>
              <a:buNone/>
            </a:pP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Figure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18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-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People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directory;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sample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personal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details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obscured</a:t>
            </a:r>
            <a:endParaRPr sz="750">
              <a:latin typeface="Arial"/>
              <a:ea typeface="Arial"/>
              <a:cs typeface="Arial"/>
            </a:endParaRPr>
          </a:p>
        </p:txBody>
      </p:sp>
      <p:sp>
        <p:nvSpPr>
          <p:cNvPr id="18" name="object 18">
            <a:extLst xmlns:a="http://schemas.openxmlformats.org/drawingml/2006/main">
              <a:ext uri="{FF2B5EF4-FFF2-40B4-BE49-F238E27FC236}">
                <a16:creationId xmlns:a16="http://schemas.microsoft.com/office/drawing/2014/main" id="{100D2066-FC6A-44C6-8ABF-2F5119EC1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4735416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59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59"/>
                </a:lnTo>
                <a:lnTo>
                  <a:pt x="6531300" y="403859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59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9" name="object 19">
            <a:extLst xmlns:a="http://schemas.openxmlformats.org/drawingml/2006/main">
              <a:ext uri="{FF2B5EF4-FFF2-40B4-BE49-F238E27FC236}">
                <a16:creationId xmlns:a16="http://schemas.microsoft.com/office/drawing/2014/main" id="{BFDB28F3-C8F0-498F-9623-05D5C8FC9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4735416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3500" y="403859"/>
                </a:moveTo>
                <a:lnTo>
                  <a:pt x="6531300" y="403859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59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59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59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69" name="object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cd895e674a478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71500" y="4823046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21" name="object 21">
            <a:extLst xmlns:a="http://schemas.openxmlformats.org/drawingml/2006/main">
              <a:ext uri="{FF2B5EF4-FFF2-40B4-BE49-F238E27FC236}">
                <a16:creationId xmlns:a16="http://schemas.microsoft.com/office/drawing/2014/main" id="{D3311DB3-8D3C-473D-8472-064DAEA5B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15" y="4850986"/>
            <a:ext cx="89535" cy="162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  <a:endParaRPr sz="900">
              <a:latin typeface="Arial"/>
              <a:ea typeface="Arial"/>
              <a:cs typeface="Arial"/>
            </a:endParaRPr>
          </a:p>
        </p:txBody>
      </p:sp>
      <p:sp>
        <p:nvSpPr>
          <p:cNvPr id="22" name="object 22">
            <a:extLst xmlns:a="http://schemas.openxmlformats.org/drawingml/2006/main">
              <a:ext uri="{FF2B5EF4-FFF2-40B4-BE49-F238E27FC236}">
                <a16:creationId xmlns:a16="http://schemas.microsoft.com/office/drawing/2014/main" id="{17D70C72-B953-4B93-82DE-6724FFD7B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68060"/>
            <a:ext cx="2080260" cy="3086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3175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250"/>
              </a:spcBef>
              <a:buNone/>
            </a:pP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Review level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counts</a:t>
            </a:r>
            <a:endParaRPr sz="850">
              <a:latin typeface="Arial"/>
              <a:ea typeface="Arial"/>
              <a:cs typeface="Arial"/>
            </a:endParaRPr>
          </a:p>
          <a:p xmlns:a="http://schemas.openxmlformats.org/drawingml/2006/main">
            <a:pPr marL="12700">
              <a:lnSpc>
                <a:spcPct val="100000"/>
              </a:lnSpc>
              <a:spcBef>
                <a:spcPts val="150"/>
              </a:spcBef>
              <a:buNone/>
            </a:pP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Confirm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number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of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L1,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L2,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L3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and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L4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users.</a:t>
            </a:r>
            <a:endParaRPr sz="750">
              <a:latin typeface="Arial MT"/>
              <a:ea typeface="Arial MT"/>
              <a:cs typeface="Arial MT"/>
            </a:endParaRPr>
          </a:p>
        </p:txBody>
      </p:sp>
      <p:sp>
        <p:nvSpPr>
          <p:cNvPr id="24" name="object 24">
            <a:extLst xmlns:a="http://schemas.openxmlformats.org/drawingml/2006/main">
              <a:ext uri="{FF2B5EF4-FFF2-40B4-BE49-F238E27FC236}">
                <a16:creationId xmlns:a16="http://schemas.microsoft.com/office/drawing/2014/main" id="{8A7ED643-46B3-4714-85E9-E216DCAC8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5215477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5" name="object 25">
            <a:extLst xmlns:a="http://schemas.openxmlformats.org/drawingml/2006/main">
              <a:ext uri="{FF2B5EF4-FFF2-40B4-BE49-F238E27FC236}">
                <a16:creationId xmlns:a16="http://schemas.microsoft.com/office/drawing/2014/main" id="{AB81BAD5-4A79-4E64-835F-B25A83E9B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5215477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3500" y="403860"/>
                </a:move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74" name="object 2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cd895e674a478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71500" y="5303107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27" name="object 27">
            <a:extLst xmlns:a="http://schemas.openxmlformats.org/drawingml/2006/main">
              <a:ext uri="{FF2B5EF4-FFF2-40B4-BE49-F238E27FC236}">
                <a16:creationId xmlns:a16="http://schemas.microsoft.com/office/drawing/2014/main" id="{2D930DED-7D06-48CF-948A-48C2A0097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15" y="5331046"/>
            <a:ext cx="89535" cy="162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  <a:endParaRPr sz="900">
              <a:latin typeface="Arial"/>
              <a:ea typeface="Arial"/>
              <a:cs typeface="Arial"/>
            </a:endParaRPr>
          </a:p>
        </p:txBody>
      </p:sp>
      <p:sp>
        <p:nvSpPr>
          <p:cNvPr id="28" name="object 28">
            <a:extLst xmlns:a="http://schemas.openxmlformats.org/drawingml/2006/main">
              <a:ext uri="{FF2B5EF4-FFF2-40B4-BE49-F238E27FC236}">
                <a16:creationId xmlns:a16="http://schemas.microsoft.com/office/drawing/2014/main" id="{B7845FB1-37F1-4293-A8BF-DFEE1EE08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48120"/>
            <a:ext cx="2922270" cy="3086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3175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250"/>
              </a:spcBef>
              <a:buNone/>
            </a:pP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Search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or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filter</a:t>
            </a:r>
            <a:endParaRPr sz="850">
              <a:latin typeface="Arial"/>
              <a:ea typeface="Arial"/>
              <a:cs typeface="Arial"/>
            </a:endParaRPr>
          </a:p>
          <a:p xmlns:a="http://schemas.openxmlformats.org/drawingml/2006/main">
            <a:pPr marL="12700">
              <a:lnSpc>
                <a:spcPct val="100000"/>
              </a:lnSpc>
              <a:spcBef>
                <a:spcPts val="150"/>
              </a:spcBef>
              <a:buNone/>
            </a:pP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Filter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by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name,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email,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employee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ID,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department,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role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or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QMS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level.</a:t>
            </a:r>
            <a:endParaRPr sz="750">
              <a:latin typeface="Arial MT"/>
              <a:ea typeface="Arial MT"/>
              <a:cs typeface="Arial MT"/>
            </a:endParaRPr>
          </a:p>
        </p:txBody>
      </p:sp>
      <p:sp>
        <p:nvSpPr>
          <p:cNvPr id="30" name="object 30">
            <a:extLst xmlns:a="http://schemas.openxmlformats.org/drawingml/2006/main">
              <a:ext uri="{FF2B5EF4-FFF2-40B4-BE49-F238E27FC236}">
                <a16:creationId xmlns:a16="http://schemas.microsoft.com/office/drawing/2014/main" id="{7BD64C2D-4C3C-42BD-9A5C-F84653773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5695536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1" name="object 31">
            <a:extLst xmlns:a="http://schemas.openxmlformats.org/drawingml/2006/main">
              <a:ext uri="{FF2B5EF4-FFF2-40B4-BE49-F238E27FC236}">
                <a16:creationId xmlns:a16="http://schemas.microsoft.com/office/drawing/2014/main" id="{00F9A230-5DA4-4822-8415-2E8F7053C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5695536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3500" y="403860"/>
                </a:move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79" name="object 3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cd895e674a478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71500" y="5783166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33" name="object 33">
            <a:extLst xmlns:a="http://schemas.openxmlformats.org/drawingml/2006/main">
              <a:ext uri="{FF2B5EF4-FFF2-40B4-BE49-F238E27FC236}">
                <a16:creationId xmlns:a16="http://schemas.microsoft.com/office/drawing/2014/main" id="{D8EF862D-B86A-4482-B298-DC0BBC12F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15" y="5811106"/>
            <a:ext cx="89535" cy="162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  <a:endParaRPr sz="900">
              <a:latin typeface="Arial"/>
              <a:ea typeface="Arial"/>
              <a:cs typeface="Arial"/>
            </a:endParaRPr>
          </a:p>
        </p:txBody>
      </p:sp>
      <p:sp>
        <p:nvSpPr>
          <p:cNvPr id="34" name="object 34">
            <a:extLst xmlns:a="http://schemas.openxmlformats.org/drawingml/2006/main">
              <a:ext uri="{FF2B5EF4-FFF2-40B4-BE49-F238E27FC236}">
                <a16:creationId xmlns:a16="http://schemas.microsoft.com/office/drawing/2014/main" id="{8D1C47B9-C2D7-4FB3-9049-F4B30A5B6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728180"/>
            <a:ext cx="4004945" cy="3086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3175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250"/>
              </a:spcBef>
              <a:buNone/>
            </a:pP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Verify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assignments</a:t>
            </a:r>
            <a:endParaRPr sz="850">
              <a:latin typeface="Arial"/>
              <a:ea typeface="Arial"/>
              <a:cs typeface="Arial"/>
            </a:endParaRPr>
          </a:p>
          <a:p xmlns:a="http://schemas.openxmlformats.org/drawingml/2006/main">
            <a:pPr marL="12700">
              <a:lnSpc>
                <a:spcPct val="100000"/>
              </a:lnSpc>
              <a:spcBef>
                <a:spcPts val="150"/>
              </a:spcBef>
              <a:buNone/>
            </a:pP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Ensure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L1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and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L2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approvers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are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current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and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aligned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with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approved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responsibility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matrix.</a:t>
            </a:r>
            <a:endParaRPr sz="750">
              <a:latin typeface="Arial MT"/>
              <a:ea typeface="Arial MT"/>
              <a:cs typeface="Arial MT"/>
            </a:endParaRPr>
          </a:p>
        </p:txBody>
      </p:sp>
      <p:sp>
        <p:nvSpPr>
          <p:cNvPr id="36" name="object 36">
            <a:extLst xmlns:a="http://schemas.openxmlformats.org/drawingml/2006/main">
              <a:ext uri="{FF2B5EF4-FFF2-40B4-BE49-F238E27FC236}">
                <a16:creationId xmlns:a16="http://schemas.microsoft.com/office/drawing/2014/main" id="{7D09B596-A968-4BE0-9AE7-A664613A5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6175596"/>
            <a:ext cx="6595109" cy="403860"/>
          </a:xfrm>
          <a:custGeom xmlns:a="http://schemas.openxmlformats.org/drawingml/2006/main">
            <a:rect l="l" t="t" r="r" b="b"/>
            <a:pathLst>
              <a:path w="6595109" h="403859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7" name="object 37">
            <a:extLst xmlns:a="http://schemas.openxmlformats.org/drawingml/2006/main">
              <a:ext uri="{FF2B5EF4-FFF2-40B4-BE49-F238E27FC236}">
                <a16:creationId xmlns:a16="http://schemas.microsoft.com/office/drawing/2014/main" id="{FA68E2FD-E5CE-4535-AC20-DB0A19B32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6175596"/>
            <a:ext cx="6595109" cy="403860"/>
          </a:xfrm>
          <a:custGeom xmlns:a="http://schemas.openxmlformats.org/drawingml/2006/main">
            <a:rect l="l" t="t" r="r" b="b"/>
            <a:pathLst>
              <a:path w="6595109" h="403859">
                <a:moveTo>
                  <a:pt x="63500" y="403860"/>
                </a:move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84" name="object 3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cd895e674a478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71500" y="6263226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39" name="object 39">
            <a:extLst xmlns:a="http://schemas.openxmlformats.org/drawingml/2006/main">
              <a:ext uri="{FF2B5EF4-FFF2-40B4-BE49-F238E27FC236}">
                <a16:creationId xmlns:a16="http://schemas.microsoft.com/office/drawing/2014/main" id="{09EC7A21-28CB-49FA-A5D2-B45A27648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15" y="6291166"/>
            <a:ext cx="89535" cy="162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  <a:endParaRPr sz="900">
              <a:latin typeface="Arial"/>
              <a:ea typeface="Arial"/>
              <a:cs typeface="Arial"/>
            </a:endParaRPr>
          </a:p>
        </p:txBody>
      </p:sp>
      <p:sp>
        <p:nvSpPr>
          <p:cNvPr id="40" name="object 40">
            <a:extLst xmlns:a="http://schemas.openxmlformats.org/drawingml/2006/main">
              <a:ext uri="{FF2B5EF4-FFF2-40B4-BE49-F238E27FC236}">
                <a16:creationId xmlns:a16="http://schemas.microsoft.com/office/drawing/2014/main" id="{DAC6DD9C-2FDC-4C44-8F82-138C3629E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208240"/>
            <a:ext cx="2816860" cy="3086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3175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250"/>
              </a:spcBef>
              <a:buNone/>
            </a:pP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Correct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access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through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the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approved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admin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process</a:t>
            </a:r>
            <a:endParaRPr sz="850">
              <a:latin typeface="Arial"/>
              <a:ea typeface="Arial"/>
              <a:cs typeface="Arial"/>
            </a:endParaRPr>
          </a:p>
          <a:p xmlns:a="http://schemas.openxmlformats.org/drawingml/2006/main">
            <a:pPr marL="12700">
              <a:lnSpc>
                <a:spcPct val="100000"/>
              </a:lnSpc>
              <a:spcBef>
                <a:spcPts val="150"/>
              </a:spcBef>
              <a:buNone/>
            </a:pP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Do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not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share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accounts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or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use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another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user's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approval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privileges.</a:t>
            </a:r>
            <a:endParaRPr sz="750">
              <a:latin typeface="Arial MT"/>
              <a:ea typeface="Arial MT"/>
              <a:cs typeface="Arial MT"/>
            </a:endParaRPr>
          </a:p>
        </p:txBody>
      </p:sp>
      <p:sp>
        <p:nvSpPr>
          <p:cNvPr id="42" name="object 42">
            <a:extLst xmlns:a="http://schemas.openxmlformats.org/drawingml/2006/main">
              <a:ext uri="{FF2B5EF4-FFF2-40B4-BE49-F238E27FC236}">
                <a16:creationId xmlns:a16="http://schemas.microsoft.com/office/drawing/2014/main" id="{854AE289-E0A2-4FA5-8A88-7DE426BF6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6655656"/>
            <a:ext cx="6595109" cy="655320"/>
          </a:xfrm>
          <a:custGeom xmlns:a="http://schemas.openxmlformats.org/drawingml/2006/main">
            <a:rect l="l" t="t" r="r" b="b"/>
            <a:pathLst>
              <a:path w="6595109" h="655320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591820"/>
                </a:lnTo>
                <a:lnTo>
                  <a:pt x="4985" y="616550"/>
                </a:lnTo>
                <a:lnTo>
                  <a:pt x="18586" y="636733"/>
                </a:lnTo>
                <a:lnTo>
                  <a:pt x="38769" y="650334"/>
                </a:lnTo>
                <a:lnTo>
                  <a:pt x="63500" y="655320"/>
                </a:lnTo>
                <a:lnTo>
                  <a:pt x="6531300" y="655320"/>
                </a:lnTo>
                <a:lnTo>
                  <a:pt x="6556030" y="650334"/>
                </a:lnTo>
                <a:lnTo>
                  <a:pt x="6576213" y="636733"/>
                </a:lnTo>
                <a:lnTo>
                  <a:pt x="6589814" y="616550"/>
                </a:lnTo>
                <a:lnTo>
                  <a:pt x="6594800" y="59182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FF6DA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3" name="object 43">
            <a:extLst xmlns:a="http://schemas.openxmlformats.org/drawingml/2006/main">
              <a:ext uri="{FF2B5EF4-FFF2-40B4-BE49-F238E27FC236}">
                <a16:creationId xmlns:a16="http://schemas.microsoft.com/office/drawing/2014/main" id="{9F7DAC85-56B0-48AD-84EE-9DCBBAC70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6655656"/>
            <a:ext cx="6595109" cy="655320"/>
          </a:xfrm>
          <a:custGeom xmlns:a="http://schemas.openxmlformats.org/drawingml/2006/main">
            <a:rect l="l" t="t" r="r" b="b"/>
            <a:pathLst>
              <a:path w="6595109" h="655320">
                <a:moveTo>
                  <a:pt x="63500" y="655320"/>
                </a:moveTo>
                <a:lnTo>
                  <a:pt x="6531300" y="655320"/>
                </a:lnTo>
                <a:lnTo>
                  <a:pt x="6556030" y="650334"/>
                </a:lnTo>
                <a:lnTo>
                  <a:pt x="6576213" y="636733"/>
                </a:lnTo>
                <a:lnTo>
                  <a:pt x="6589814" y="616550"/>
                </a:lnTo>
                <a:lnTo>
                  <a:pt x="6594800" y="59182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591820"/>
                </a:lnTo>
                <a:lnTo>
                  <a:pt x="4985" y="616550"/>
                </a:lnTo>
                <a:lnTo>
                  <a:pt x="18586" y="636733"/>
                </a:lnTo>
                <a:lnTo>
                  <a:pt x="38769" y="650334"/>
                </a:lnTo>
                <a:lnTo>
                  <a:pt x="63500" y="655320"/>
                </a:lnTo>
                <a:close/>
              </a:path>
            </a:pathLst>
          </a:custGeom>
          <a:ln xmlns:a="http://schemas.openxmlformats.org/drawingml/2006/main" w="6350">
            <a:solidFill>
              <a:srgbClr val="D88300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4" name="object 44">
            <a:extLst xmlns:a="http://schemas.openxmlformats.org/drawingml/2006/main">
              <a:ext uri="{FF2B5EF4-FFF2-40B4-BE49-F238E27FC236}">
                <a16:creationId xmlns:a16="http://schemas.microsoft.com/office/drawing/2014/main" id="{115FB6C6-98EC-4AC7-96CB-11F7155D3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6655656"/>
            <a:ext cx="63500" cy="655320"/>
          </a:xfrm>
          <a:custGeom xmlns:a="http://schemas.openxmlformats.org/drawingml/2006/main">
            <a:rect l="l" t="t" r="r" b="b"/>
            <a:pathLst>
              <a:path w="63500" h="655320">
                <a:moveTo>
                  <a:pt x="63500" y="0"/>
                </a:moveTo>
                <a:lnTo>
                  <a:pt x="0" y="0"/>
                </a:lnTo>
                <a:lnTo>
                  <a:pt x="0" y="655320"/>
                </a:lnTo>
                <a:lnTo>
                  <a:pt x="63500" y="655320"/>
                </a:lnTo>
                <a:lnTo>
                  <a:pt x="63500" y="0"/>
                </a:lnTo>
                <a:close/>
              </a:path>
            </a:pathLst>
          </a:custGeom>
          <a:solidFill xmlns:a="http://schemas.openxmlformats.org/drawingml/2006/main">
            <a:srgbClr val="D88300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5" name="object 45">
            <a:extLst xmlns:a="http://schemas.openxmlformats.org/drawingml/2006/main">
              <a:ext uri="{FF2B5EF4-FFF2-40B4-BE49-F238E27FC236}">
                <a16:creationId xmlns:a16="http://schemas.microsoft.com/office/drawing/2014/main" id="{6F720156-65EA-485E-B3A7-7DFFFEAAE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512" y="6716369"/>
            <a:ext cx="6494145" cy="4686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27940" rIns="0" bIns="0">
            <a:spAutoFit/>
          </a:bodyPr>
          <a:lstStyle xmlns:a="http://schemas.openxmlformats.org/drawingml/2006/main"/>
          <a:p xmlns:a="http://schemas.openxmlformats.org/drawingml/2006/main">
            <a:pPr marL="128270">
              <a:lnSpc>
                <a:spcPct val="100000"/>
              </a:lnSpc>
              <a:spcBef>
                <a:spcPts val="220"/>
              </a:spcBef>
              <a:buNone/>
            </a:pPr>
            <a:r>
              <a:rPr sz="10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Least </a:t>
            </a:r>
            <a:r>
              <a:rPr sz="10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privilege</a:t>
            </a:r>
            <a:endParaRPr sz="1000">
              <a:latin typeface="Arial"/>
              <a:ea typeface="Arial"/>
              <a:cs typeface="Arial"/>
            </a:endParaRPr>
          </a:p>
          <a:p xmlns:a="http://schemas.openxmlformats.org/drawingml/2006/main">
            <a:pPr marL="128270" marR="502920">
              <a:lnSpc>
                <a:spcPct val="112500"/>
              </a:lnSpc>
              <a:buNone/>
            </a:pP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Assign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only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role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and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QMS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level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required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for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user's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current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responsibility.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Review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access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when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person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changes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role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or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department.</a:t>
            </a:r>
            <a:endParaRPr sz="800">
              <a:latin typeface="Arial MT"/>
              <a:ea typeface="Arial MT"/>
              <a:cs typeface="Arial MT"/>
            </a:endParaRPr>
          </a:p>
        </p:txBody>
      </p:sp>
      <p:sp>
        <p:nvSpPr>
          <p:cNvPr id="46" name="object 46">
            <a:extLst xmlns:a="http://schemas.openxmlformats.org/drawingml/2006/main">
              <a:ext uri="{FF2B5EF4-FFF2-40B4-BE49-F238E27FC236}">
                <a16:creationId xmlns:a16="http://schemas.microsoft.com/office/drawing/2014/main" id="{68A075B8-F322-4821-BDB4-A789C99A4DA3}"/>
              </a:ext>
            </a:extLst>
          </p:cNvPr>
          <p:cNvSpPr>
            <a:spLocks xmlns:a="http://schemas.openxmlformats.org/drawingml/2006/main" noGrp="1"/>
          </p:cNvSpPr>
          <p:nvPr>
            <p:ph type="ft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6985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55"/>
              </a:spcBef>
              <a:buNone/>
            </a:pPr>
            <a:r>
              <a:t>Internal</a:t>
            </a:r>
            <a:r>
              <a:t> </a:t>
            </a:r>
            <a:r>
              <a:t>user</a:t>
            </a:r>
            <a:r>
              <a:t> </a:t>
            </a:r>
            <a:r>
              <a:t>guide</a:t>
            </a:r>
            <a:r>
              <a:t> </a:t>
            </a:r>
            <a:r>
              <a:t>-</a:t>
            </a:r>
            <a:r>
              <a:t> </a:t>
            </a:r>
            <a:r>
              <a:t>controlled</a:t>
            </a:r>
            <a:r>
              <a:t> </a:t>
            </a:r>
            <a:r>
              <a:t>copy</a:t>
            </a:r>
            <a:r>
              <a:t> </a:t>
            </a:r>
            <a:r>
              <a:t>when</a:t>
            </a:r>
            <a:r>
              <a:t> </a:t>
            </a:r>
            <a:r>
              <a:t>viewed</a:t>
            </a:r>
            <a:r>
              <a:t> </a:t>
            </a:r>
            <a:r>
              <a:t>in</a:t>
            </a:r>
            <a:r>
              <a:t> </a:t>
            </a:r>
            <a:r>
              <a:t>the</a:t>
            </a:r>
            <a:r>
              <a:t> </a:t>
            </a:r>
            <a:r>
              <a:t>DMS</a:t>
            </a:r>
            <a:r>
              <a:t> </a:t>
            </a:r>
            <a:r>
              <a:t>portal</a:t>
            </a:r>
          </a:p>
        </p:txBody>
      </p:sp>
      <p:sp>
        <p:nvSpPr>
          <p:cNvPr id="47" name="object 47">
            <a:extLst xmlns:a="http://schemas.openxmlformats.org/drawingml/2006/main">
              <a:ext uri="{FF2B5EF4-FFF2-40B4-BE49-F238E27FC236}">
                <a16:creationId xmlns:a16="http://schemas.microsoft.com/office/drawing/2014/main" id="{AF70DA73-6B6D-4202-B127-1B53598E4FC0}"/>
              </a:ext>
            </a:extLst>
          </p:cNvPr>
          <p:cNvSpPr>
            <a:spLocks xmlns:a="http://schemas.openxmlformats.org/drawingml/2006/main" noGrp="1"/>
          </p:cNvSpPr>
          <p:nvPr>
            <p:ph type="dt" idx="6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6985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55"/>
              </a:spcBef>
              <a:buNone/>
            </a:pPr>
            <a:r>
              <a:t>Smart</a:t>
            </a:r>
            <a:r>
              <a:t> </a:t>
            </a:r>
            <a:r>
              <a:t>DMS</a:t>
            </a:r>
            <a:r>
              <a:t> </a:t>
            </a:r>
            <a:r>
              <a:t>v2.0.0</a:t>
            </a:r>
          </a:p>
        </p:txBody>
      </p:sp>
    </p:spTree>
    <p:extLst>
      <p:ext uri="{BB962C8B-B14F-4D97-AF65-F5344CB8AC3E}">
        <p14:creationId xmlns:p14="http://schemas.microsoft.com/office/powerpoint/2010/main" val="1226933314"/>
      </p:ext>
    </p:extLst>
  </p:cSld>
</p:sld>
</file>

<file path=ppt/slides/slide2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object 2">
            <a:extLst xmlns:a="http://schemas.openxmlformats.org/drawingml/2006/main">
              <a:ext uri="{FF2B5EF4-FFF2-40B4-BE49-F238E27FC236}">
                <a16:creationId xmlns:a16="http://schemas.microsoft.com/office/drawing/2014/main" id="{6465A36F-901F-4904-937A-C5A342E51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9100" y="156971"/>
            <a:ext cx="1671955" cy="330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065" rIns="0" bIns="0">
            <a:spAutoFit/>
          </a:bodyPr>
          <a:lstStyle xmlns:a="http://schemas.openxmlformats.org/drawingml/2006/main"/>
          <a:p xmlns:a="http://schemas.openxmlformats.org/drawingml/2006/main">
            <a:pPr marL="12700" marR="5080">
              <a:lnSpc>
                <a:spcPct val="153800"/>
              </a:lnSpc>
              <a:spcBef>
                <a:spcPts val="95"/>
              </a:spcBef>
              <a:buNone/>
            </a:pP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ZF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Rane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Automotive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India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PVT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LTD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-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SGD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Smart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DMS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Portal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User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Manual</a:t>
            </a:r>
            <a:endParaRPr sz="650">
              <a:latin typeface="Arial MT"/>
              <a:ea typeface="Arial MT"/>
              <a:cs typeface="Arial MT"/>
            </a:endParaRPr>
          </a:p>
        </p:txBody>
      </p:sp>
      <p:graphicFrame>
        <p:nvGraphicFramePr>
          <p:cNvPr id="55" name="object 3"/>
          <p:cNvGraphicFramePr/>
          <p:nvPr/>
        </p:nvGraphicFramePr>
        <p:xfrm>
          <a:off xmlns:a="http://schemas.openxmlformats.org/drawingml/2006/main" x="4178625" y="161924"/>
          <a:ext xmlns:a="http://schemas.openxmlformats.org/drawingml/2006/main" cx="2978150" cy="444500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47800"/>
                <a:gridCol w="1447800"/>
              </a:tblGrid>
              <a:tr h="222250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50"/>
                        </a:spcBef>
                        <a:buNone/>
                      </a:pP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Document: DMS-UM-001</a:t>
                      </a:r>
                      <a:endParaRPr sz="6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985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50"/>
                        </a:spcBef>
                        <a:buNone/>
                      </a:pP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Revision: 1.3</a:t>
                      </a:r>
                      <a:endParaRPr sz="6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985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</a:tr>
              <a:tr h="222250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00"/>
                        </a:spcBef>
                        <a:buNone/>
                      </a:pP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Effective: 10-Aug-2026</a:t>
                      </a:r>
                      <a:endParaRPr sz="6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350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00"/>
                        </a:spcBef>
                        <a:buNone/>
                      </a:pP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Page: 25 of 27</a:t>
                      </a:r>
                      <a:endParaRPr sz="6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350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5" name="object 5">
            <a:extLst xmlns:a="http://schemas.openxmlformats.org/drawingml/2006/main">
              <a:ext uri="{FF2B5EF4-FFF2-40B4-BE49-F238E27FC236}">
                <a16:creationId xmlns:a16="http://schemas.microsoft.com/office/drawing/2014/main" id="{E6CDE2DA-681A-4FF3-A723-AF48DB253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774699"/>
            <a:ext cx="7560309" cy="431800"/>
          </a:xfrm>
          <a:custGeom xmlns:a="http://schemas.openxmlformats.org/drawingml/2006/main">
            <a:rect l="l" t="t" r="r" b="b"/>
            <a:pathLst>
              <a:path w="7560309" h="431800">
                <a:moveTo>
                  <a:pt x="7560000" y="0"/>
                </a:moveTo>
                <a:lnTo>
                  <a:pt x="0" y="0"/>
                </a:lnTo>
                <a:lnTo>
                  <a:pt x="0" y="431800"/>
                </a:lnTo>
                <a:lnTo>
                  <a:pt x="7560000" y="431800"/>
                </a:lnTo>
                <a:lnTo>
                  <a:pt x="7560000" y="0"/>
                </a:lnTo>
                <a:close/>
              </a:path>
            </a:pathLst>
          </a:custGeom>
          <a:solidFill xmlns:a="http://schemas.openxmlformats.org/drawingml/2006/main">
            <a:srgbClr val="008A95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object 6">
            <a:extLst xmlns:a="http://schemas.openxmlformats.org/drawingml/2006/main">
              <a:ext uri="{FF2B5EF4-FFF2-40B4-BE49-F238E27FC236}">
                <a16:creationId xmlns:a16="http://schemas.microsoft.com/office/drawing/2014/main" id="{26CA9E9D-21FF-41E5-8279-2D507E57E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863599"/>
            <a:ext cx="533400" cy="254000"/>
          </a:xfrm>
          <a:custGeom xmlns:a="http://schemas.openxmlformats.org/drawingml/2006/main">
            <a:rect l="l" t="t" r="r" b="b"/>
            <a:pathLst>
              <a:path w="533400" h="254000">
                <a:moveTo>
                  <a:pt x="4699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190500"/>
                </a:lnTo>
                <a:lnTo>
                  <a:pt x="4985" y="215230"/>
                </a:lnTo>
                <a:lnTo>
                  <a:pt x="18586" y="235413"/>
                </a:lnTo>
                <a:lnTo>
                  <a:pt x="38769" y="249014"/>
                </a:lnTo>
                <a:lnTo>
                  <a:pt x="63500" y="254000"/>
                </a:lnTo>
                <a:lnTo>
                  <a:pt x="469900" y="254000"/>
                </a:lnTo>
                <a:lnTo>
                  <a:pt x="494630" y="249014"/>
                </a:lnTo>
                <a:lnTo>
                  <a:pt x="514813" y="235413"/>
                </a:lnTo>
                <a:lnTo>
                  <a:pt x="528414" y="215230"/>
                </a:lnTo>
                <a:lnTo>
                  <a:pt x="533400" y="190500"/>
                </a:lnTo>
                <a:lnTo>
                  <a:pt x="533400" y="63500"/>
                </a:lnTo>
                <a:lnTo>
                  <a:pt x="528414" y="38769"/>
                </a:lnTo>
                <a:lnTo>
                  <a:pt x="514813" y="18586"/>
                </a:lnTo>
                <a:lnTo>
                  <a:pt x="494630" y="4985"/>
                </a:lnTo>
                <a:lnTo>
                  <a:pt x="469900" y="0"/>
                </a:lnTo>
                <a:close/>
              </a:path>
            </a:pathLst>
          </a:custGeom>
          <a:solidFill xmlns:a="http://schemas.openxmlformats.org/drawingml/2006/main">
            <a:srgbClr val="F7B800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object 7">
            <a:extLst xmlns:a="http://schemas.openxmlformats.org/drawingml/2006/main">
              <a:ext uri="{FF2B5EF4-FFF2-40B4-BE49-F238E27FC236}">
                <a16:creationId xmlns:a16="http://schemas.microsoft.com/office/drawing/2014/main" id="{8725E5A8-4236-41F1-9344-D411E936D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728" y="920750"/>
            <a:ext cx="223520" cy="1473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8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10.1</a:t>
            </a:r>
            <a:endParaRPr sz="800">
              <a:latin typeface="Arial"/>
              <a:ea typeface="Arial"/>
              <a:cs typeface="Arial"/>
            </a:endParaRPr>
          </a:p>
        </p:txBody>
      </p:sp>
      <p:sp>
        <p:nvSpPr>
          <p:cNvPr id="8" name="object 8">
            <a:extLst xmlns:a="http://schemas.openxmlformats.org/drawingml/2006/main">
              <a:ext uri="{FF2B5EF4-FFF2-40B4-BE49-F238E27FC236}">
                <a16:creationId xmlns:a16="http://schemas.microsoft.com/office/drawing/2014/main" id="{197DB399-901F-43C4-9A61-1E39FC6E2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300" y="863600"/>
            <a:ext cx="2407285" cy="25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Use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In-Portal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Notifications</a:t>
            </a:r>
            <a:endParaRPr sz="1500">
              <a:latin typeface="Arial"/>
              <a:ea typeface="Arial"/>
              <a:cs typeface="Arial"/>
            </a:endParaRPr>
          </a:p>
        </p:txBody>
      </p:sp>
      <p:sp>
        <p:nvSpPr>
          <p:cNvPr id="9" name="object 9">
            <a:extLst xmlns:a="http://schemas.openxmlformats.org/drawingml/2006/main">
              <a:ext uri="{FF2B5EF4-FFF2-40B4-BE49-F238E27FC236}">
                <a16:creationId xmlns:a16="http://schemas.microsoft.com/office/drawing/2014/main" id="{2B238922-C667-4DD4-A878-E67DF0EA4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600" y="10298300"/>
            <a:ext cx="6595109" cy="0"/>
          </a:xfrm>
          <a:custGeom xmlns:a="http://schemas.openxmlformats.org/drawingml/2006/main">
            <a:rect l="l" t="t" r="r" b="b"/>
            <a:pathLst>
              <a:path w="6595109" h="0">
                <a:moveTo>
                  <a:pt x="0" y="0"/>
                </a:moveTo>
                <a:lnTo>
                  <a:pt x="6594800" y="0"/>
                </a:lnTo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object 10">
            <a:extLst xmlns:a="http://schemas.openxmlformats.org/drawingml/2006/main">
              <a:ext uri="{FF2B5EF4-FFF2-40B4-BE49-F238E27FC236}">
                <a16:creationId xmlns:a16="http://schemas.microsoft.com/office/drawing/2014/main" id="{94C62848-FCF9-4279-9D3B-E8601A78F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900" y="1358899"/>
            <a:ext cx="3649345" cy="15049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524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20"/>
              </a:spcBef>
              <a:buNone/>
            </a:pP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Notifications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highlight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uploads,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required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approvals,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decisions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and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other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events.</a:t>
            </a:r>
            <a:endParaRPr sz="800">
              <a:latin typeface="Arial MT"/>
              <a:ea typeface="Arial MT"/>
              <a:cs typeface="Arial MT"/>
            </a:endParaRPr>
          </a:p>
        </p:txBody>
      </p:sp>
      <p:sp>
        <p:nvSpPr>
          <p:cNvPr id="12" name="object 12">
            <a:extLst xmlns:a="http://schemas.openxmlformats.org/drawingml/2006/main">
              <a:ext uri="{FF2B5EF4-FFF2-40B4-BE49-F238E27FC236}">
                <a16:creationId xmlns:a16="http://schemas.microsoft.com/office/drawing/2014/main" id="{69463ABD-8C0D-45A3-A5AC-B51243BC6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0700" y="1648459"/>
            <a:ext cx="6595109" cy="2905125"/>
          </a:xfrm>
          <a:custGeom xmlns:a="http://schemas.openxmlformats.org/drawingml/2006/main">
            <a:rect l="l" t="t" r="r" b="b"/>
            <a:pathLst>
              <a:path w="6595109" h="2905125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2841433"/>
                </a:lnTo>
                <a:lnTo>
                  <a:pt x="4985" y="2866164"/>
                </a:lnTo>
                <a:lnTo>
                  <a:pt x="18586" y="2886346"/>
                </a:lnTo>
                <a:lnTo>
                  <a:pt x="38769" y="2899947"/>
                </a:lnTo>
                <a:lnTo>
                  <a:pt x="63500" y="2904933"/>
                </a:lnTo>
                <a:lnTo>
                  <a:pt x="6531300" y="2904933"/>
                </a:lnTo>
                <a:lnTo>
                  <a:pt x="6556030" y="2899947"/>
                </a:lnTo>
                <a:lnTo>
                  <a:pt x="6576213" y="2886346"/>
                </a:lnTo>
                <a:lnTo>
                  <a:pt x="6589814" y="2866164"/>
                </a:lnTo>
                <a:lnTo>
                  <a:pt x="6594800" y="2841433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D6E1ED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object 13">
            <a:extLst xmlns:a="http://schemas.openxmlformats.org/drawingml/2006/main">
              <a:ext uri="{FF2B5EF4-FFF2-40B4-BE49-F238E27FC236}">
                <a16:creationId xmlns:a16="http://schemas.microsoft.com/office/drawing/2014/main" id="{14C9CC9E-9E3A-448A-B6CD-675A781E9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1610359"/>
            <a:ext cx="6595109" cy="2905125"/>
          </a:xfrm>
          <a:custGeom xmlns:a="http://schemas.openxmlformats.org/drawingml/2006/main">
            <a:rect l="l" t="t" r="r" b="b"/>
            <a:pathLst>
              <a:path w="6595109" h="2905125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2841433"/>
                </a:lnTo>
                <a:lnTo>
                  <a:pt x="4985" y="2866164"/>
                </a:lnTo>
                <a:lnTo>
                  <a:pt x="18586" y="2886346"/>
                </a:lnTo>
                <a:lnTo>
                  <a:pt x="38769" y="2899947"/>
                </a:lnTo>
                <a:lnTo>
                  <a:pt x="63500" y="2904933"/>
                </a:lnTo>
                <a:lnTo>
                  <a:pt x="6531300" y="2904933"/>
                </a:lnTo>
                <a:lnTo>
                  <a:pt x="6556030" y="2899947"/>
                </a:lnTo>
                <a:lnTo>
                  <a:pt x="6576213" y="2886346"/>
                </a:lnTo>
                <a:lnTo>
                  <a:pt x="6589814" y="2866164"/>
                </a:lnTo>
                <a:lnTo>
                  <a:pt x="6594800" y="2841433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object 14">
            <a:extLst xmlns:a="http://schemas.openxmlformats.org/drawingml/2006/main">
              <a:ext uri="{FF2B5EF4-FFF2-40B4-BE49-F238E27FC236}">
                <a16:creationId xmlns:a16="http://schemas.microsoft.com/office/drawing/2014/main" id="{25B2CB42-CB2D-4118-9787-BF1E05D14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1610359"/>
            <a:ext cx="6595109" cy="2905125"/>
          </a:xfrm>
          <a:custGeom xmlns:a="http://schemas.openxmlformats.org/drawingml/2006/main">
            <a:rect l="l" t="t" r="r" b="b"/>
            <a:pathLst>
              <a:path w="6595109" h="2905125">
                <a:moveTo>
                  <a:pt x="63500" y="2904933"/>
                </a:moveTo>
                <a:lnTo>
                  <a:pt x="6531300" y="2904933"/>
                </a:lnTo>
                <a:lnTo>
                  <a:pt x="6556030" y="2899947"/>
                </a:lnTo>
                <a:lnTo>
                  <a:pt x="6576213" y="2886346"/>
                </a:lnTo>
                <a:lnTo>
                  <a:pt x="6589814" y="2866164"/>
                </a:lnTo>
                <a:lnTo>
                  <a:pt x="6594800" y="2841433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2841433"/>
                </a:lnTo>
                <a:lnTo>
                  <a:pt x="4985" y="2866164"/>
                </a:lnTo>
                <a:lnTo>
                  <a:pt x="18586" y="2886346"/>
                </a:lnTo>
                <a:lnTo>
                  <a:pt x="38769" y="2899947"/>
                </a:lnTo>
                <a:lnTo>
                  <a:pt x="63500" y="2904933"/>
                </a:lnTo>
                <a:close/>
              </a:path>
            </a:pathLst>
          </a:custGeom>
          <a:ln xmlns:a="http://schemas.openxmlformats.org/drawingml/2006/main" w="6349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65" name="object 1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7db75001804f4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11431" y="1623060"/>
            <a:ext cx="6537137" cy="2879531"/>
          </a:xfrm>
          <a:prstGeom xmlns:a="http://schemas.openxmlformats.org/drawingml/2006/main" prst="rect">
            <a:avLst/>
          </a:prstGeom>
        </p:spPr>
      </p:pic>
      <p:sp>
        <p:nvSpPr>
          <p:cNvPr id="16" name="object 16">
            <a:extLst xmlns:a="http://schemas.openxmlformats.org/drawingml/2006/main">
              <a:ext uri="{FF2B5EF4-FFF2-40B4-BE49-F238E27FC236}">
                <a16:creationId xmlns:a16="http://schemas.microsoft.com/office/drawing/2014/main" id="{F417D5A9-19DE-434A-B02C-6ADAC80FE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1784" y="4566092"/>
            <a:ext cx="2316480" cy="14160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397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10"/>
              </a:spcBef>
              <a:buNone/>
            </a:pP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Figure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19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-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Notification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panel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opened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from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the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top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bar</a:t>
            </a:r>
            <a:endParaRPr sz="750">
              <a:latin typeface="Arial"/>
              <a:ea typeface="Arial"/>
              <a:cs typeface="Arial"/>
            </a:endParaRPr>
          </a:p>
        </p:txBody>
      </p:sp>
      <p:sp>
        <p:nvSpPr>
          <p:cNvPr id="18" name="object 18">
            <a:extLst xmlns:a="http://schemas.openxmlformats.org/drawingml/2006/main">
              <a:ext uri="{FF2B5EF4-FFF2-40B4-BE49-F238E27FC236}">
                <a16:creationId xmlns:a16="http://schemas.microsoft.com/office/drawing/2014/main" id="{68E4EB4B-FA98-468D-81D7-0CD1F523B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4822632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9" name="object 19">
            <a:extLst xmlns:a="http://schemas.openxmlformats.org/drawingml/2006/main">
              <a:ext uri="{FF2B5EF4-FFF2-40B4-BE49-F238E27FC236}">
                <a16:creationId xmlns:a16="http://schemas.microsoft.com/office/drawing/2014/main" id="{FA9728E7-30A9-4C47-BF58-BB90D1518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4822632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3500" y="403860"/>
                </a:move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69" name="object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bee2dd78644ca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71500" y="4910262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21" name="object 21">
            <a:extLst xmlns:a="http://schemas.openxmlformats.org/drawingml/2006/main">
              <a:ext uri="{FF2B5EF4-FFF2-40B4-BE49-F238E27FC236}">
                <a16:creationId xmlns:a16="http://schemas.microsoft.com/office/drawing/2014/main" id="{7C153238-10F9-4B32-A566-38420708B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15" y="4938202"/>
            <a:ext cx="89535" cy="162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  <a:endParaRPr sz="900">
              <a:latin typeface="Arial"/>
              <a:ea typeface="Arial"/>
              <a:cs typeface="Arial"/>
            </a:endParaRPr>
          </a:p>
        </p:txBody>
      </p:sp>
      <p:sp>
        <p:nvSpPr>
          <p:cNvPr id="22" name="object 22">
            <a:extLst xmlns:a="http://schemas.openxmlformats.org/drawingml/2006/main">
              <a:ext uri="{FF2B5EF4-FFF2-40B4-BE49-F238E27FC236}">
                <a16:creationId xmlns:a16="http://schemas.microsoft.com/office/drawing/2014/main" id="{7B7E897F-7470-4E93-83E0-6E16EE8D9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855276"/>
            <a:ext cx="1699895" cy="3086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3175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250"/>
              </a:spcBef>
              <a:buNone/>
            </a:pP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Open the bell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icon</a:t>
            </a:r>
            <a:endParaRPr sz="850">
              <a:latin typeface="Arial"/>
              <a:ea typeface="Arial"/>
              <a:cs typeface="Arial"/>
            </a:endParaRPr>
          </a:p>
          <a:p xmlns:a="http://schemas.openxmlformats.org/drawingml/2006/main">
            <a:pPr marL="12700">
              <a:lnSpc>
                <a:spcPct val="100000"/>
              </a:lnSpc>
              <a:spcBef>
                <a:spcPts val="150"/>
              </a:spcBef>
              <a:buNone/>
            </a:pP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badge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shows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unread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notifications.</a:t>
            </a:r>
            <a:endParaRPr sz="750">
              <a:latin typeface="Arial MT"/>
              <a:ea typeface="Arial MT"/>
              <a:cs typeface="Arial MT"/>
            </a:endParaRPr>
          </a:p>
        </p:txBody>
      </p:sp>
      <p:sp>
        <p:nvSpPr>
          <p:cNvPr id="24" name="object 24">
            <a:extLst xmlns:a="http://schemas.openxmlformats.org/drawingml/2006/main">
              <a:ext uri="{FF2B5EF4-FFF2-40B4-BE49-F238E27FC236}">
                <a16:creationId xmlns:a16="http://schemas.microsoft.com/office/drawing/2014/main" id="{BD732ECB-E7DD-47C3-AA79-B5E15D73B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5302692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5" name="object 25">
            <a:extLst xmlns:a="http://schemas.openxmlformats.org/drawingml/2006/main">
              <a:ext uri="{FF2B5EF4-FFF2-40B4-BE49-F238E27FC236}">
                <a16:creationId xmlns:a16="http://schemas.microsoft.com/office/drawing/2014/main" id="{8017D6E5-712D-423A-ADF7-9C39FEC67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5302692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3500" y="403860"/>
                </a:move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74" name="object 2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bee2dd78644ca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71500" y="5390322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27" name="object 27">
            <a:extLst xmlns:a="http://schemas.openxmlformats.org/drawingml/2006/main">
              <a:ext uri="{FF2B5EF4-FFF2-40B4-BE49-F238E27FC236}">
                <a16:creationId xmlns:a16="http://schemas.microsoft.com/office/drawing/2014/main" id="{B84BA65C-BAE6-42FC-A2DA-8E365D67C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15" y="5418262"/>
            <a:ext cx="89535" cy="162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  <a:endParaRPr sz="900">
              <a:latin typeface="Arial"/>
              <a:ea typeface="Arial"/>
              <a:cs typeface="Arial"/>
            </a:endParaRPr>
          </a:p>
        </p:txBody>
      </p:sp>
      <p:sp>
        <p:nvSpPr>
          <p:cNvPr id="28" name="object 28">
            <a:extLst xmlns:a="http://schemas.openxmlformats.org/drawingml/2006/main">
              <a:ext uri="{FF2B5EF4-FFF2-40B4-BE49-F238E27FC236}">
                <a16:creationId xmlns:a16="http://schemas.microsoft.com/office/drawing/2014/main" id="{683B8AE4-B50A-4A74-8E00-6D64D1AF5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335336"/>
            <a:ext cx="2700020" cy="3086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3175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250"/>
              </a:spcBef>
              <a:buNone/>
            </a:pP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Select a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notification</a:t>
            </a:r>
            <a:endParaRPr sz="850">
              <a:latin typeface="Arial"/>
              <a:ea typeface="Arial"/>
              <a:cs typeface="Arial"/>
            </a:endParaRPr>
          </a:p>
          <a:p xmlns:a="http://schemas.openxmlformats.org/drawingml/2006/main">
            <a:pPr marL="12700">
              <a:lnSpc>
                <a:spcPct val="100000"/>
              </a:lnSpc>
              <a:spcBef>
                <a:spcPts val="150"/>
              </a:spcBef>
              <a:buNone/>
            </a:pP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Use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linked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item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to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open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related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document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or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approval.</a:t>
            </a:r>
            <a:endParaRPr sz="750">
              <a:latin typeface="Arial MT"/>
              <a:ea typeface="Arial MT"/>
              <a:cs typeface="Arial MT"/>
            </a:endParaRPr>
          </a:p>
        </p:txBody>
      </p:sp>
      <p:sp>
        <p:nvSpPr>
          <p:cNvPr id="30" name="object 30">
            <a:extLst xmlns:a="http://schemas.openxmlformats.org/drawingml/2006/main">
              <a:ext uri="{FF2B5EF4-FFF2-40B4-BE49-F238E27FC236}">
                <a16:creationId xmlns:a16="http://schemas.microsoft.com/office/drawing/2014/main" id="{68F81D9A-001A-4A3B-B3EF-69466FA0B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5782752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59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59"/>
                </a:lnTo>
                <a:lnTo>
                  <a:pt x="6531300" y="403859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59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1" name="object 31">
            <a:extLst xmlns:a="http://schemas.openxmlformats.org/drawingml/2006/main">
              <a:ext uri="{FF2B5EF4-FFF2-40B4-BE49-F238E27FC236}">
                <a16:creationId xmlns:a16="http://schemas.microsoft.com/office/drawing/2014/main" id="{3B5AB4B0-1401-47D1-8835-BECB4EA0A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5782752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3500" y="403859"/>
                </a:moveTo>
                <a:lnTo>
                  <a:pt x="6531300" y="403859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59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59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59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79" name="object 3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bee2dd78644ca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71500" y="5870382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33" name="object 33">
            <a:extLst xmlns:a="http://schemas.openxmlformats.org/drawingml/2006/main">
              <a:ext uri="{FF2B5EF4-FFF2-40B4-BE49-F238E27FC236}">
                <a16:creationId xmlns:a16="http://schemas.microsoft.com/office/drawing/2014/main" id="{285D3BD9-BC2A-4A1A-A5D4-35BF9EDFE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15" y="5898322"/>
            <a:ext cx="89535" cy="162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  <a:endParaRPr sz="900">
              <a:latin typeface="Arial"/>
              <a:ea typeface="Arial"/>
              <a:cs typeface="Arial"/>
            </a:endParaRPr>
          </a:p>
        </p:txBody>
      </p:sp>
      <p:sp>
        <p:nvSpPr>
          <p:cNvPr id="34" name="object 34">
            <a:extLst xmlns:a="http://schemas.openxmlformats.org/drawingml/2006/main">
              <a:ext uri="{FF2B5EF4-FFF2-40B4-BE49-F238E27FC236}">
                <a16:creationId xmlns:a16="http://schemas.microsoft.com/office/drawing/2014/main" id="{C3CD42E5-FA9C-4B50-8D43-D0BAA6E42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815396"/>
            <a:ext cx="2156460" cy="3086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3175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250"/>
              </a:spcBef>
              <a:buNone/>
            </a:pP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Mark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items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as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read</a:t>
            </a:r>
            <a:endParaRPr sz="850">
              <a:latin typeface="Arial"/>
              <a:ea typeface="Arial"/>
              <a:cs typeface="Arial"/>
            </a:endParaRPr>
          </a:p>
          <a:p xmlns:a="http://schemas.openxmlformats.org/drawingml/2006/main">
            <a:pPr marL="12700">
              <a:lnSpc>
                <a:spcPct val="100000"/>
              </a:lnSpc>
              <a:spcBef>
                <a:spcPts val="150"/>
              </a:spcBef>
              <a:buNone/>
            </a:pP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Clear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individual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notifications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or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use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Mark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all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read.</a:t>
            </a:r>
            <a:endParaRPr sz="750">
              <a:latin typeface="Arial MT"/>
              <a:ea typeface="Arial MT"/>
              <a:cs typeface="Arial MT"/>
            </a:endParaRPr>
          </a:p>
        </p:txBody>
      </p:sp>
      <p:sp>
        <p:nvSpPr>
          <p:cNvPr id="36" name="object 36">
            <a:extLst xmlns:a="http://schemas.openxmlformats.org/drawingml/2006/main">
              <a:ext uri="{FF2B5EF4-FFF2-40B4-BE49-F238E27FC236}">
                <a16:creationId xmlns:a16="http://schemas.microsoft.com/office/drawing/2014/main" id="{C25EB499-C474-419B-8393-20CDE6057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6262812"/>
            <a:ext cx="6595109" cy="403860"/>
          </a:xfrm>
          <a:custGeom xmlns:a="http://schemas.openxmlformats.org/drawingml/2006/main">
            <a:rect l="l" t="t" r="r" b="b"/>
            <a:pathLst>
              <a:path w="6595109" h="403859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7" name="object 37">
            <a:extLst xmlns:a="http://schemas.openxmlformats.org/drawingml/2006/main">
              <a:ext uri="{FF2B5EF4-FFF2-40B4-BE49-F238E27FC236}">
                <a16:creationId xmlns:a16="http://schemas.microsoft.com/office/drawing/2014/main" id="{26E50F8E-FAD8-4975-8E81-F1FA85801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6262812"/>
            <a:ext cx="6595109" cy="403860"/>
          </a:xfrm>
          <a:custGeom xmlns:a="http://schemas.openxmlformats.org/drawingml/2006/main">
            <a:rect l="l" t="t" r="r" b="b"/>
            <a:pathLst>
              <a:path w="6595109" h="403859">
                <a:moveTo>
                  <a:pt x="63500" y="403860"/>
                </a:move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84" name="object 3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bee2dd78644ca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71500" y="6350442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39" name="object 39">
            <a:extLst xmlns:a="http://schemas.openxmlformats.org/drawingml/2006/main">
              <a:ext uri="{FF2B5EF4-FFF2-40B4-BE49-F238E27FC236}">
                <a16:creationId xmlns:a16="http://schemas.microsoft.com/office/drawing/2014/main" id="{58D35C4C-4CD1-4C1C-A68A-B26A4FC1B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15" y="6378382"/>
            <a:ext cx="89535" cy="162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  <a:endParaRPr sz="900">
              <a:latin typeface="Arial"/>
              <a:ea typeface="Arial"/>
              <a:cs typeface="Arial"/>
            </a:endParaRPr>
          </a:p>
        </p:txBody>
      </p:sp>
      <p:sp>
        <p:nvSpPr>
          <p:cNvPr id="40" name="object 40">
            <a:extLst xmlns:a="http://schemas.openxmlformats.org/drawingml/2006/main">
              <a:ext uri="{FF2B5EF4-FFF2-40B4-BE49-F238E27FC236}">
                <a16:creationId xmlns:a16="http://schemas.microsoft.com/office/drawing/2014/main" id="{F674E9DC-AAE4-492F-896B-8BE2CEE69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295456"/>
            <a:ext cx="4548505" cy="3086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3175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250"/>
              </a:spcBef>
              <a:buNone/>
            </a:pP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Use email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as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a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secondary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channel</a:t>
            </a:r>
            <a:endParaRPr sz="850">
              <a:latin typeface="Arial"/>
              <a:ea typeface="Arial"/>
              <a:cs typeface="Arial"/>
            </a:endParaRPr>
          </a:p>
          <a:p xmlns:a="http://schemas.openxmlformats.org/drawingml/2006/main">
            <a:pPr marL="12700">
              <a:lnSpc>
                <a:spcPct val="100000"/>
              </a:lnSpc>
              <a:spcBef>
                <a:spcPts val="150"/>
              </a:spcBef>
              <a:buNone/>
            </a:pP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Approval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and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decision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emails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supplement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in-portal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notification;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portal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remains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source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of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truth.</a:t>
            </a:r>
            <a:endParaRPr sz="750">
              <a:latin typeface="Arial MT"/>
              <a:ea typeface="Arial MT"/>
              <a:cs typeface="Arial MT"/>
            </a:endParaRPr>
          </a:p>
        </p:txBody>
      </p:sp>
      <p:sp>
        <p:nvSpPr>
          <p:cNvPr id="42" name="object 42">
            <a:extLst xmlns:a="http://schemas.openxmlformats.org/drawingml/2006/main">
              <a:ext uri="{FF2B5EF4-FFF2-40B4-BE49-F238E27FC236}">
                <a16:creationId xmlns:a16="http://schemas.microsoft.com/office/drawing/2014/main" id="{5FEDD7A8-2787-496A-B550-8E05C85D8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6742872"/>
            <a:ext cx="6595109" cy="518159"/>
          </a:xfrm>
          <a:custGeom xmlns:a="http://schemas.openxmlformats.org/drawingml/2006/main">
            <a:rect l="l" t="t" r="r" b="b"/>
            <a:pathLst>
              <a:path w="6595109" h="518159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499"/>
                </a:lnTo>
                <a:lnTo>
                  <a:pt x="0" y="454659"/>
                </a:lnTo>
                <a:lnTo>
                  <a:pt x="4985" y="479390"/>
                </a:lnTo>
                <a:lnTo>
                  <a:pt x="18586" y="499573"/>
                </a:lnTo>
                <a:lnTo>
                  <a:pt x="38769" y="513174"/>
                </a:lnTo>
                <a:lnTo>
                  <a:pt x="63500" y="518159"/>
                </a:lnTo>
                <a:lnTo>
                  <a:pt x="6531300" y="518159"/>
                </a:lnTo>
                <a:lnTo>
                  <a:pt x="6556030" y="513174"/>
                </a:lnTo>
                <a:lnTo>
                  <a:pt x="6576213" y="499573"/>
                </a:lnTo>
                <a:lnTo>
                  <a:pt x="6589814" y="479390"/>
                </a:lnTo>
                <a:lnTo>
                  <a:pt x="6594800" y="454659"/>
                </a:lnTo>
                <a:lnTo>
                  <a:pt x="6594800" y="63499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E9F2F9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3" name="object 43">
            <a:extLst xmlns:a="http://schemas.openxmlformats.org/drawingml/2006/main">
              <a:ext uri="{FF2B5EF4-FFF2-40B4-BE49-F238E27FC236}">
                <a16:creationId xmlns:a16="http://schemas.microsoft.com/office/drawing/2014/main" id="{B1DB9777-0A9D-463E-8B9C-AA2783C62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6742872"/>
            <a:ext cx="6595109" cy="518159"/>
          </a:xfrm>
          <a:custGeom xmlns:a="http://schemas.openxmlformats.org/drawingml/2006/main">
            <a:rect l="l" t="t" r="r" b="b"/>
            <a:pathLst>
              <a:path w="6595109" h="518159">
                <a:moveTo>
                  <a:pt x="63500" y="518159"/>
                </a:moveTo>
                <a:lnTo>
                  <a:pt x="6531300" y="518159"/>
                </a:lnTo>
                <a:lnTo>
                  <a:pt x="6556030" y="513174"/>
                </a:lnTo>
                <a:lnTo>
                  <a:pt x="6576213" y="499573"/>
                </a:lnTo>
                <a:lnTo>
                  <a:pt x="6589814" y="479390"/>
                </a:lnTo>
                <a:lnTo>
                  <a:pt x="6594800" y="454659"/>
                </a:lnTo>
                <a:lnTo>
                  <a:pt x="6594800" y="63499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499"/>
                </a:lnTo>
                <a:lnTo>
                  <a:pt x="0" y="454659"/>
                </a:lnTo>
                <a:lnTo>
                  <a:pt x="4985" y="479390"/>
                </a:lnTo>
                <a:lnTo>
                  <a:pt x="18586" y="499573"/>
                </a:lnTo>
                <a:lnTo>
                  <a:pt x="38769" y="513174"/>
                </a:lnTo>
                <a:lnTo>
                  <a:pt x="63500" y="518159"/>
                </a:lnTo>
                <a:close/>
              </a:path>
            </a:pathLst>
          </a:custGeom>
          <a:ln xmlns:a="http://schemas.openxmlformats.org/drawingml/2006/main" w="6349">
            <a:solidFill>
              <a:srgbClr val="0877B8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4" name="object 44">
            <a:extLst xmlns:a="http://schemas.openxmlformats.org/drawingml/2006/main">
              <a:ext uri="{FF2B5EF4-FFF2-40B4-BE49-F238E27FC236}">
                <a16:creationId xmlns:a16="http://schemas.microsoft.com/office/drawing/2014/main" id="{F4BF76C7-D9E8-4392-846A-082D6A99B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6742872"/>
            <a:ext cx="63500" cy="518159"/>
          </a:xfrm>
          <a:custGeom xmlns:a="http://schemas.openxmlformats.org/drawingml/2006/main">
            <a:rect l="l" t="t" r="r" b="b"/>
            <a:pathLst>
              <a:path w="63500" h="518159">
                <a:moveTo>
                  <a:pt x="63500" y="0"/>
                </a:moveTo>
                <a:lnTo>
                  <a:pt x="0" y="0"/>
                </a:lnTo>
                <a:lnTo>
                  <a:pt x="0" y="518159"/>
                </a:lnTo>
                <a:lnTo>
                  <a:pt x="63500" y="518159"/>
                </a:lnTo>
                <a:lnTo>
                  <a:pt x="63500" y="0"/>
                </a:lnTo>
                <a:close/>
              </a:path>
            </a:pathLst>
          </a:custGeom>
          <a:solidFill xmlns:a="http://schemas.openxmlformats.org/drawingml/2006/main">
            <a:srgbClr val="0877B8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5" name="object 45">
            <a:extLst xmlns:a="http://schemas.openxmlformats.org/drawingml/2006/main">
              <a:ext uri="{FF2B5EF4-FFF2-40B4-BE49-F238E27FC236}">
                <a16:creationId xmlns:a16="http://schemas.microsoft.com/office/drawing/2014/main" id="{979C4BAE-76C6-4459-A0F3-D6C7D106C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512" y="6803585"/>
            <a:ext cx="6494145" cy="33147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27940" rIns="0" bIns="0">
            <a:spAutoFit/>
          </a:bodyPr>
          <a:lstStyle xmlns:a="http://schemas.openxmlformats.org/drawingml/2006/main"/>
          <a:p xmlns:a="http://schemas.openxmlformats.org/drawingml/2006/main">
            <a:pPr marL="128270">
              <a:lnSpc>
                <a:spcPct val="100000"/>
              </a:lnSpc>
              <a:spcBef>
                <a:spcPts val="220"/>
              </a:spcBef>
              <a:buNone/>
            </a:pPr>
            <a:r>
              <a:rPr sz="10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If email is </a:t>
            </a:r>
            <a:r>
              <a:rPr sz="10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delayed</a:t>
            </a:r>
            <a:endParaRPr sz="1000">
              <a:latin typeface="Arial"/>
              <a:ea typeface="Arial"/>
              <a:cs typeface="Arial"/>
            </a:endParaRPr>
          </a:p>
          <a:p xmlns:a="http://schemas.openxmlformats.org/drawingml/2006/main">
            <a:pPr marL="128270">
              <a:lnSpc>
                <a:spcPct val="100000"/>
              </a:lnSpc>
              <a:spcBef>
                <a:spcPts val="120"/>
              </a:spcBef>
              <a:buNone/>
            </a:pP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Check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notification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panel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and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Track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Approvals.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Report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repeated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email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failures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to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DMS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administrator.</a:t>
            </a:r>
            <a:endParaRPr sz="800">
              <a:latin typeface="Arial MT"/>
              <a:ea typeface="Arial MT"/>
              <a:cs typeface="Arial MT"/>
            </a:endParaRPr>
          </a:p>
        </p:txBody>
      </p:sp>
      <p:sp>
        <p:nvSpPr>
          <p:cNvPr id="46" name="object 46">
            <a:extLst xmlns:a="http://schemas.openxmlformats.org/drawingml/2006/main">
              <a:ext uri="{FF2B5EF4-FFF2-40B4-BE49-F238E27FC236}">
                <a16:creationId xmlns:a16="http://schemas.microsoft.com/office/drawing/2014/main" id="{402A2BA7-3D7A-4658-808D-B763F8ADCA0A}"/>
              </a:ext>
            </a:extLst>
          </p:cNvPr>
          <p:cNvSpPr>
            <a:spLocks xmlns:a="http://schemas.openxmlformats.org/drawingml/2006/main" noGrp="1"/>
          </p:cNvSpPr>
          <p:nvPr>
            <p:ph type="ft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6985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55"/>
              </a:spcBef>
              <a:buNone/>
            </a:pPr>
            <a:r>
              <a:t>Internal</a:t>
            </a:r>
            <a:r>
              <a:t> </a:t>
            </a:r>
            <a:r>
              <a:t>user</a:t>
            </a:r>
            <a:r>
              <a:t> </a:t>
            </a:r>
            <a:r>
              <a:t>guide</a:t>
            </a:r>
            <a:r>
              <a:t> </a:t>
            </a:r>
            <a:r>
              <a:t>-</a:t>
            </a:r>
            <a:r>
              <a:t> </a:t>
            </a:r>
            <a:r>
              <a:t>controlled</a:t>
            </a:r>
            <a:r>
              <a:t> </a:t>
            </a:r>
            <a:r>
              <a:t>copy</a:t>
            </a:r>
            <a:r>
              <a:t> </a:t>
            </a:r>
            <a:r>
              <a:t>when</a:t>
            </a:r>
            <a:r>
              <a:t> </a:t>
            </a:r>
            <a:r>
              <a:t>viewed</a:t>
            </a:r>
            <a:r>
              <a:t> </a:t>
            </a:r>
            <a:r>
              <a:t>in</a:t>
            </a:r>
            <a:r>
              <a:t> </a:t>
            </a:r>
            <a:r>
              <a:t>the</a:t>
            </a:r>
            <a:r>
              <a:t> </a:t>
            </a:r>
            <a:r>
              <a:t>DMS</a:t>
            </a:r>
            <a:r>
              <a:t> </a:t>
            </a:r>
            <a:r>
              <a:t>portal</a:t>
            </a:r>
          </a:p>
        </p:txBody>
      </p:sp>
      <p:sp>
        <p:nvSpPr>
          <p:cNvPr id="47" name="object 47">
            <a:extLst xmlns:a="http://schemas.openxmlformats.org/drawingml/2006/main">
              <a:ext uri="{FF2B5EF4-FFF2-40B4-BE49-F238E27FC236}">
                <a16:creationId xmlns:a16="http://schemas.microsoft.com/office/drawing/2014/main" id="{3787DBE3-FFA1-460A-B507-74FFB2443780}"/>
              </a:ext>
            </a:extLst>
          </p:cNvPr>
          <p:cNvSpPr>
            <a:spLocks xmlns:a="http://schemas.openxmlformats.org/drawingml/2006/main" noGrp="1"/>
          </p:cNvSpPr>
          <p:nvPr>
            <p:ph type="dt" idx="6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6985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55"/>
              </a:spcBef>
              <a:buNone/>
            </a:pPr>
            <a:r>
              <a:t>Smart</a:t>
            </a:r>
            <a:r>
              <a:t> </a:t>
            </a:r>
            <a:r>
              <a:t>DMS</a:t>
            </a:r>
            <a:r>
              <a:t> </a:t>
            </a:r>
            <a:r>
              <a:t>v2.0.0</a:t>
            </a:r>
          </a:p>
        </p:txBody>
      </p:sp>
    </p:spTree>
    <p:extLst>
      <p:ext uri="{BB962C8B-B14F-4D97-AF65-F5344CB8AC3E}">
        <p14:creationId xmlns:p14="http://schemas.microsoft.com/office/powerpoint/2010/main" val="1787234507"/>
      </p:ext>
    </p:extLst>
  </p:cSld>
</p:sld>
</file>

<file path=ppt/slides/slide2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object 2">
            <a:extLst xmlns:a="http://schemas.openxmlformats.org/drawingml/2006/main">
              <a:ext uri="{FF2B5EF4-FFF2-40B4-BE49-F238E27FC236}">
                <a16:creationId xmlns:a16="http://schemas.microsoft.com/office/drawing/2014/main" id="{A328C89B-C76B-460C-873F-0B9507869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9100" y="156971"/>
            <a:ext cx="1671955" cy="330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065" rIns="0" bIns="0">
            <a:spAutoFit/>
          </a:bodyPr>
          <a:lstStyle xmlns:a="http://schemas.openxmlformats.org/drawingml/2006/main"/>
          <a:p xmlns:a="http://schemas.openxmlformats.org/drawingml/2006/main">
            <a:pPr marL="12700" marR="5080">
              <a:lnSpc>
                <a:spcPct val="153800"/>
              </a:lnSpc>
              <a:spcBef>
                <a:spcPts val="95"/>
              </a:spcBef>
              <a:buNone/>
            </a:pP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ZF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Rane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Automotive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India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PVT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LTD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-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SGD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Smart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DMS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Portal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User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Manual</a:t>
            </a:r>
            <a:endParaRPr sz="650">
              <a:latin typeface="Arial MT"/>
              <a:ea typeface="Arial MT"/>
              <a:cs typeface="Arial MT"/>
            </a:endParaRPr>
          </a:p>
        </p:txBody>
      </p:sp>
      <p:graphicFrame>
        <p:nvGraphicFramePr>
          <p:cNvPr id="62" name="object 3"/>
          <p:cNvGraphicFramePr/>
          <p:nvPr/>
        </p:nvGraphicFramePr>
        <p:xfrm>
          <a:off xmlns:a="http://schemas.openxmlformats.org/drawingml/2006/main" x="4178625" y="161924"/>
          <a:ext xmlns:a="http://schemas.openxmlformats.org/drawingml/2006/main" cx="2978150" cy="444500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47800"/>
                <a:gridCol w="1447800"/>
              </a:tblGrid>
              <a:tr h="222250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50"/>
                        </a:spcBef>
                        <a:buNone/>
                      </a:pP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Document: DMS-UM-001</a:t>
                      </a:r>
                      <a:endParaRPr sz="6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985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50"/>
                        </a:spcBef>
                        <a:buNone/>
                      </a:pP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Revision: 1.3</a:t>
                      </a:r>
                      <a:endParaRPr sz="6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985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</a:tr>
              <a:tr h="222250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00"/>
                        </a:spcBef>
                        <a:buNone/>
                      </a:pP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Effective: 10-Aug-2026</a:t>
                      </a:r>
                      <a:endParaRPr sz="6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350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00"/>
                        </a:spcBef>
                        <a:buNone/>
                      </a:pP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Page: 26 of 27</a:t>
                      </a:r>
                      <a:endParaRPr sz="6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350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5" name="object 5">
            <a:extLst xmlns:a="http://schemas.openxmlformats.org/drawingml/2006/main">
              <a:ext uri="{FF2B5EF4-FFF2-40B4-BE49-F238E27FC236}">
                <a16:creationId xmlns:a16="http://schemas.microsoft.com/office/drawing/2014/main" id="{3A891A9F-A1F7-4E30-A244-D3BDA0F23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774699"/>
            <a:ext cx="7560309" cy="431800"/>
          </a:xfrm>
          <a:custGeom xmlns:a="http://schemas.openxmlformats.org/drawingml/2006/main">
            <a:rect l="l" t="t" r="r" b="b"/>
            <a:pathLst>
              <a:path w="7560309" h="431800">
                <a:moveTo>
                  <a:pt x="7560000" y="0"/>
                </a:moveTo>
                <a:lnTo>
                  <a:pt x="0" y="0"/>
                </a:lnTo>
                <a:lnTo>
                  <a:pt x="0" y="431800"/>
                </a:lnTo>
                <a:lnTo>
                  <a:pt x="7560000" y="431800"/>
                </a:lnTo>
                <a:lnTo>
                  <a:pt x="7560000" y="0"/>
                </a:lnTo>
                <a:close/>
              </a:path>
            </a:pathLst>
          </a:custGeom>
          <a:solidFill xmlns:a="http://schemas.openxmlformats.org/drawingml/2006/main">
            <a:srgbClr val="1A793A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object 6">
            <a:extLst xmlns:a="http://schemas.openxmlformats.org/drawingml/2006/main">
              <a:ext uri="{FF2B5EF4-FFF2-40B4-BE49-F238E27FC236}">
                <a16:creationId xmlns:a16="http://schemas.microsoft.com/office/drawing/2014/main" id="{79434137-B705-4E2A-BB30-54DD90B58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863599"/>
            <a:ext cx="533400" cy="254000"/>
          </a:xfrm>
          <a:custGeom xmlns:a="http://schemas.openxmlformats.org/drawingml/2006/main">
            <a:rect l="l" t="t" r="r" b="b"/>
            <a:pathLst>
              <a:path w="533400" h="254000">
                <a:moveTo>
                  <a:pt x="4699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190500"/>
                </a:lnTo>
                <a:lnTo>
                  <a:pt x="4985" y="215230"/>
                </a:lnTo>
                <a:lnTo>
                  <a:pt x="18586" y="235413"/>
                </a:lnTo>
                <a:lnTo>
                  <a:pt x="38769" y="249014"/>
                </a:lnTo>
                <a:lnTo>
                  <a:pt x="63500" y="254000"/>
                </a:lnTo>
                <a:lnTo>
                  <a:pt x="469900" y="254000"/>
                </a:lnTo>
                <a:lnTo>
                  <a:pt x="494630" y="249014"/>
                </a:lnTo>
                <a:lnTo>
                  <a:pt x="514813" y="235413"/>
                </a:lnTo>
                <a:lnTo>
                  <a:pt x="528414" y="215230"/>
                </a:lnTo>
                <a:lnTo>
                  <a:pt x="533400" y="190500"/>
                </a:lnTo>
                <a:lnTo>
                  <a:pt x="533400" y="63500"/>
                </a:lnTo>
                <a:lnTo>
                  <a:pt x="528414" y="38769"/>
                </a:lnTo>
                <a:lnTo>
                  <a:pt x="514813" y="18586"/>
                </a:lnTo>
                <a:lnTo>
                  <a:pt x="494630" y="4985"/>
                </a:lnTo>
                <a:lnTo>
                  <a:pt x="469900" y="0"/>
                </a:lnTo>
                <a:close/>
              </a:path>
            </a:pathLst>
          </a:custGeom>
          <a:solidFill xmlns:a="http://schemas.openxmlformats.org/drawingml/2006/main">
            <a:srgbClr val="F7B800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object 7">
            <a:extLst xmlns:a="http://schemas.openxmlformats.org/drawingml/2006/main">
              <a:ext uri="{FF2B5EF4-FFF2-40B4-BE49-F238E27FC236}">
                <a16:creationId xmlns:a16="http://schemas.microsoft.com/office/drawing/2014/main" id="{7CD16B67-8D08-4670-BC50-58F22E084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728" y="920750"/>
            <a:ext cx="223520" cy="1473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8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10.2</a:t>
            </a:r>
            <a:endParaRPr sz="800">
              <a:latin typeface="Arial"/>
              <a:ea typeface="Arial"/>
              <a:cs typeface="Arial"/>
            </a:endParaRPr>
          </a:p>
        </p:txBody>
      </p:sp>
      <p:sp>
        <p:nvSpPr>
          <p:cNvPr id="8" name="object 8">
            <a:extLst xmlns:a="http://schemas.openxmlformats.org/drawingml/2006/main">
              <a:ext uri="{FF2B5EF4-FFF2-40B4-BE49-F238E27FC236}">
                <a16:creationId xmlns:a16="http://schemas.microsoft.com/office/drawing/2014/main" id="{E5D434FD-3070-47BE-9CD2-AB42631B7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300" y="863600"/>
            <a:ext cx="3169285" cy="25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Maintain Your Profile and Sign 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Out</a:t>
            </a:r>
            <a:endParaRPr sz="1500">
              <a:latin typeface="Arial"/>
              <a:ea typeface="Arial"/>
              <a:cs typeface="Arial"/>
            </a:endParaRPr>
          </a:p>
        </p:txBody>
      </p:sp>
      <p:sp>
        <p:nvSpPr>
          <p:cNvPr id="9" name="object 9">
            <a:extLst xmlns:a="http://schemas.openxmlformats.org/drawingml/2006/main">
              <a:ext uri="{FF2B5EF4-FFF2-40B4-BE49-F238E27FC236}">
                <a16:creationId xmlns:a16="http://schemas.microsoft.com/office/drawing/2014/main" id="{3F944F12-036A-4F1E-83D9-528FF00DB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600" y="10298300"/>
            <a:ext cx="6595109" cy="0"/>
          </a:xfrm>
          <a:custGeom xmlns:a="http://schemas.openxmlformats.org/drawingml/2006/main">
            <a:rect l="l" t="t" r="r" b="b"/>
            <a:pathLst>
              <a:path w="6595109" h="0">
                <a:moveTo>
                  <a:pt x="0" y="0"/>
                </a:moveTo>
                <a:lnTo>
                  <a:pt x="6594800" y="0"/>
                </a:lnTo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object 10">
            <a:extLst xmlns:a="http://schemas.openxmlformats.org/drawingml/2006/main">
              <a:ext uri="{FF2B5EF4-FFF2-40B4-BE49-F238E27FC236}">
                <a16:creationId xmlns:a16="http://schemas.microsoft.com/office/drawing/2014/main" id="{D91B292A-0246-48C0-B27C-CE8F1C103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900" y="1358899"/>
            <a:ext cx="3441065" cy="15049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524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20"/>
              </a:spcBef>
              <a:buNone/>
            </a:pP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Keep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personal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details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secure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and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end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session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when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work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is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complete.</a:t>
            </a:r>
            <a:endParaRPr sz="800">
              <a:latin typeface="Arial MT"/>
              <a:ea typeface="Arial MT"/>
              <a:cs typeface="Arial MT"/>
            </a:endParaRPr>
          </a:p>
        </p:txBody>
      </p:sp>
      <p:sp>
        <p:nvSpPr>
          <p:cNvPr id="12" name="object 12">
            <a:extLst xmlns:a="http://schemas.openxmlformats.org/drawingml/2006/main">
              <a:ext uri="{FF2B5EF4-FFF2-40B4-BE49-F238E27FC236}">
                <a16:creationId xmlns:a16="http://schemas.microsoft.com/office/drawing/2014/main" id="{66F99195-BCC0-4836-B877-C381596A0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0700" y="1648459"/>
            <a:ext cx="6595109" cy="2818130"/>
          </a:xfrm>
          <a:custGeom xmlns:a="http://schemas.openxmlformats.org/drawingml/2006/main">
            <a:rect l="l" t="t" r="r" b="b"/>
            <a:pathLst>
              <a:path w="6595109" h="2818129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2754217"/>
                </a:lnTo>
                <a:lnTo>
                  <a:pt x="4985" y="2778948"/>
                </a:lnTo>
                <a:lnTo>
                  <a:pt x="18586" y="2799130"/>
                </a:lnTo>
                <a:lnTo>
                  <a:pt x="38769" y="2812731"/>
                </a:lnTo>
                <a:lnTo>
                  <a:pt x="63500" y="2817717"/>
                </a:lnTo>
                <a:lnTo>
                  <a:pt x="6531300" y="2817717"/>
                </a:lnTo>
                <a:lnTo>
                  <a:pt x="6556030" y="2812731"/>
                </a:lnTo>
                <a:lnTo>
                  <a:pt x="6576213" y="2799130"/>
                </a:lnTo>
                <a:lnTo>
                  <a:pt x="6589814" y="2778948"/>
                </a:lnTo>
                <a:lnTo>
                  <a:pt x="6594800" y="2754217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D6E1ED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object 13">
            <a:extLst xmlns:a="http://schemas.openxmlformats.org/drawingml/2006/main">
              <a:ext uri="{FF2B5EF4-FFF2-40B4-BE49-F238E27FC236}">
                <a16:creationId xmlns:a16="http://schemas.microsoft.com/office/drawing/2014/main" id="{3EF3C363-CA0F-4607-BA79-DB1518BCB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1610359"/>
            <a:ext cx="6595109" cy="2818130"/>
          </a:xfrm>
          <a:custGeom xmlns:a="http://schemas.openxmlformats.org/drawingml/2006/main">
            <a:rect l="l" t="t" r="r" b="b"/>
            <a:pathLst>
              <a:path w="6595109" h="2818129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2754217"/>
                </a:lnTo>
                <a:lnTo>
                  <a:pt x="4985" y="2778948"/>
                </a:lnTo>
                <a:lnTo>
                  <a:pt x="18586" y="2799130"/>
                </a:lnTo>
                <a:lnTo>
                  <a:pt x="38769" y="2812731"/>
                </a:lnTo>
                <a:lnTo>
                  <a:pt x="63500" y="2817717"/>
                </a:lnTo>
                <a:lnTo>
                  <a:pt x="6531300" y="2817717"/>
                </a:lnTo>
                <a:lnTo>
                  <a:pt x="6556030" y="2812731"/>
                </a:lnTo>
                <a:lnTo>
                  <a:pt x="6576213" y="2799130"/>
                </a:lnTo>
                <a:lnTo>
                  <a:pt x="6589814" y="2778948"/>
                </a:lnTo>
                <a:lnTo>
                  <a:pt x="6594800" y="2754217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object 14">
            <a:extLst xmlns:a="http://schemas.openxmlformats.org/drawingml/2006/main">
              <a:ext uri="{FF2B5EF4-FFF2-40B4-BE49-F238E27FC236}">
                <a16:creationId xmlns:a16="http://schemas.microsoft.com/office/drawing/2014/main" id="{1291ADB0-FBBC-403A-8304-136199FC0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1610359"/>
            <a:ext cx="6595109" cy="2818130"/>
          </a:xfrm>
          <a:custGeom xmlns:a="http://schemas.openxmlformats.org/drawingml/2006/main">
            <a:rect l="l" t="t" r="r" b="b"/>
            <a:pathLst>
              <a:path w="6595109" h="2818129">
                <a:moveTo>
                  <a:pt x="63500" y="2817717"/>
                </a:moveTo>
                <a:lnTo>
                  <a:pt x="6531300" y="2817717"/>
                </a:lnTo>
                <a:lnTo>
                  <a:pt x="6556030" y="2812731"/>
                </a:lnTo>
                <a:lnTo>
                  <a:pt x="6576213" y="2799130"/>
                </a:lnTo>
                <a:lnTo>
                  <a:pt x="6589814" y="2778948"/>
                </a:lnTo>
                <a:lnTo>
                  <a:pt x="6594800" y="2754217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2754217"/>
                </a:lnTo>
                <a:lnTo>
                  <a:pt x="4985" y="2778948"/>
                </a:lnTo>
                <a:lnTo>
                  <a:pt x="18586" y="2799130"/>
                </a:lnTo>
                <a:lnTo>
                  <a:pt x="38769" y="2812731"/>
                </a:lnTo>
                <a:lnTo>
                  <a:pt x="63500" y="2817717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72" name="object 1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dd7d1cad6941f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12324" y="1623059"/>
            <a:ext cx="6535351" cy="2792317"/>
          </a:xfrm>
          <a:prstGeom xmlns:a="http://schemas.openxmlformats.org/drawingml/2006/main" prst="rect">
            <a:avLst/>
          </a:prstGeom>
        </p:spPr>
      </p:pic>
      <p:sp>
        <p:nvSpPr>
          <p:cNvPr id="16" name="object 16">
            <a:extLst xmlns:a="http://schemas.openxmlformats.org/drawingml/2006/main">
              <a:ext uri="{FF2B5EF4-FFF2-40B4-BE49-F238E27FC236}">
                <a16:creationId xmlns:a16="http://schemas.microsoft.com/office/drawing/2014/main" id="{F55F00BA-4486-4173-94CF-6F5BA1335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2379" y="4478876"/>
            <a:ext cx="3035300" cy="14160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397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10"/>
              </a:spcBef>
              <a:buNone/>
            </a:pP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Figure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20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-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Profile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and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activity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page;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sample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personal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details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obscured</a:t>
            </a:r>
            <a:endParaRPr sz="750">
              <a:latin typeface="Arial"/>
              <a:ea typeface="Arial"/>
              <a:cs typeface="Arial"/>
            </a:endParaRPr>
          </a:p>
        </p:txBody>
      </p:sp>
      <p:sp>
        <p:nvSpPr>
          <p:cNvPr id="18" name="object 18">
            <a:extLst xmlns:a="http://schemas.openxmlformats.org/drawingml/2006/main">
              <a:ext uri="{FF2B5EF4-FFF2-40B4-BE49-F238E27FC236}">
                <a16:creationId xmlns:a16="http://schemas.microsoft.com/office/drawing/2014/main" id="{18FA1715-3DAC-4C20-A8C7-2191CC330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4735416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59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59"/>
                </a:lnTo>
                <a:lnTo>
                  <a:pt x="6531300" y="403859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59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9" name="object 19">
            <a:extLst xmlns:a="http://schemas.openxmlformats.org/drawingml/2006/main">
              <a:ext uri="{FF2B5EF4-FFF2-40B4-BE49-F238E27FC236}">
                <a16:creationId xmlns:a16="http://schemas.microsoft.com/office/drawing/2014/main" id="{9CB9E7FB-2B2D-45E4-B218-1B030521E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4735416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3500" y="403859"/>
                </a:moveTo>
                <a:lnTo>
                  <a:pt x="6531300" y="403859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59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59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59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76" name="object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f8a75f3419466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71500" y="4823046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21" name="object 21">
            <a:extLst xmlns:a="http://schemas.openxmlformats.org/drawingml/2006/main">
              <a:ext uri="{FF2B5EF4-FFF2-40B4-BE49-F238E27FC236}">
                <a16:creationId xmlns:a16="http://schemas.microsoft.com/office/drawing/2014/main" id="{ADC5F7F3-71B0-45BA-9D02-C0C879BAB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15" y="4850986"/>
            <a:ext cx="89535" cy="162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  <a:endParaRPr sz="900">
              <a:latin typeface="Arial"/>
              <a:ea typeface="Arial"/>
              <a:cs typeface="Arial"/>
            </a:endParaRPr>
          </a:p>
        </p:txBody>
      </p:sp>
      <p:sp>
        <p:nvSpPr>
          <p:cNvPr id="22" name="object 22">
            <a:extLst xmlns:a="http://schemas.openxmlformats.org/drawingml/2006/main">
              <a:ext uri="{FF2B5EF4-FFF2-40B4-BE49-F238E27FC236}">
                <a16:creationId xmlns:a16="http://schemas.microsoft.com/office/drawing/2014/main" id="{4CDF5233-AE47-431A-AD6A-04826C9F4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68060"/>
            <a:ext cx="2971800" cy="3086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3175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250"/>
              </a:spcBef>
              <a:buNone/>
            </a:pP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Review account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details</a:t>
            </a:r>
            <a:endParaRPr sz="850">
              <a:latin typeface="Arial"/>
              <a:ea typeface="Arial"/>
              <a:cs typeface="Arial"/>
            </a:endParaRPr>
          </a:p>
          <a:p xmlns:a="http://schemas.openxmlformats.org/drawingml/2006/main">
            <a:pPr marL="12700">
              <a:lnSpc>
                <a:spcPct val="100000"/>
              </a:lnSpc>
              <a:spcBef>
                <a:spcPts val="150"/>
              </a:spcBef>
              <a:buNone/>
            </a:pP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Confirm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name,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employee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ID,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plant,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department,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role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and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QMS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level.</a:t>
            </a:r>
            <a:endParaRPr sz="750">
              <a:latin typeface="Arial MT"/>
              <a:ea typeface="Arial MT"/>
              <a:cs typeface="Arial MT"/>
            </a:endParaRPr>
          </a:p>
        </p:txBody>
      </p:sp>
      <p:sp>
        <p:nvSpPr>
          <p:cNvPr id="24" name="object 24">
            <a:extLst xmlns:a="http://schemas.openxmlformats.org/drawingml/2006/main">
              <a:ext uri="{FF2B5EF4-FFF2-40B4-BE49-F238E27FC236}">
                <a16:creationId xmlns:a16="http://schemas.microsoft.com/office/drawing/2014/main" id="{277AD311-1B1C-4EC8-BC9E-D06ED725E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5215477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5" name="object 25">
            <a:extLst xmlns:a="http://schemas.openxmlformats.org/drawingml/2006/main">
              <a:ext uri="{FF2B5EF4-FFF2-40B4-BE49-F238E27FC236}">
                <a16:creationId xmlns:a16="http://schemas.microsoft.com/office/drawing/2014/main" id="{C4851E11-DE5A-4A06-9D6D-EF3E636E7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5215477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3500" y="403860"/>
                </a:move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81" name="object 2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f8a75f3419466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71500" y="5303107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27" name="object 27">
            <a:extLst xmlns:a="http://schemas.openxmlformats.org/drawingml/2006/main">
              <a:ext uri="{FF2B5EF4-FFF2-40B4-BE49-F238E27FC236}">
                <a16:creationId xmlns:a16="http://schemas.microsoft.com/office/drawing/2014/main" id="{DF3B8088-594A-40B8-9725-F0A81D74F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15" y="5331046"/>
            <a:ext cx="89535" cy="162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  <a:endParaRPr sz="900">
              <a:latin typeface="Arial"/>
              <a:ea typeface="Arial"/>
              <a:cs typeface="Arial"/>
            </a:endParaRPr>
          </a:p>
        </p:txBody>
      </p:sp>
      <p:sp>
        <p:nvSpPr>
          <p:cNvPr id="28" name="object 28">
            <a:extLst xmlns:a="http://schemas.openxmlformats.org/drawingml/2006/main">
              <a:ext uri="{FF2B5EF4-FFF2-40B4-BE49-F238E27FC236}">
                <a16:creationId xmlns:a16="http://schemas.microsoft.com/office/drawing/2014/main" id="{4FF670E0-CAD8-40A8-B9A3-2589280D0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48120"/>
            <a:ext cx="2199640" cy="3086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3175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250"/>
              </a:spcBef>
              <a:buNone/>
            </a:pP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Update the profile image if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required</a:t>
            </a:r>
            <a:endParaRPr sz="850">
              <a:latin typeface="Arial"/>
              <a:ea typeface="Arial"/>
              <a:cs typeface="Arial"/>
            </a:endParaRPr>
          </a:p>
          <a:p xmlns:a="http://schemas.openxmlformats.org/drawingml/2006/main">
            <a:pPr marL="12700">
              <a:lnSpc>
                <a:spcPct val="100000"/>
              </a:lnSpc>
              <a:spcBef>
                <a:spcPts val="150"/>
              </a:spcBef>
              <a:buNone/>
            </a:pP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Use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an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approved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JPG,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PNG,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GIF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or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WebP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image.</a:t>
            </a:r>
            <a:endParaRPr sz="750">
              <a:latin typeface="Arial MT"/>
              <a:ea typeface="Arial MT"/>
              <a:cs typeface="Arial MT"/>
            </a:endParaRPr>
          </a:p>
        </p:txBody>
      </p:sp>
      <p:sp>
        <p:nvSpPr>
          <p:cNvPr id="30" name="object 30">
            <a:extLst xmlns:a="http://schemas.openxmlformats.org/drawingml/2006/main">
              <a:ext uri="{FF2B5EF4-FFF2-40B4-BE49-F238E27FC236}">
                <a16:creationId xmlns:a16="http://schemas.microsoft.com/office/drawing/2014/main" id="{13D05022-C94E-49A9-AA1B-E9C5D034D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5695536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1" name="object 31">
            <a:extLst xmlns:a="http://schemas.openxmlformats.org/drawingml/2006/main">
              <a:ext uri="{FF2B5EF4-FFF2-40B4-BE49-F238E27FC236}">
                <a16:creationId xmlns:a16="http://schemas.microsoft.com/office/drawing/2014/main" id="{8499C172-3017-403B-8473-D831A7940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5695536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3500" y="403860"/>
                </a:move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86" name="object 3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f8a75f3419466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71500" y="5783166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33" name="object 33">
            <a:extLst xmlns:a="http://schemas.openxmlformats.org/drawingml/2006/main">
              <a:ext uri="{FF2B5EF4-FFF2-40B4-BE49-F238E27FC236}">
                <a16:creationId xmlns:a16="http://schemas.microsoft.com/office/drawing/2014/main" id="{B9668300-C121-43A1-944C-2BBF39BE2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15" y="5811106"/>
            <a:ext cx="89535" cy="162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  <a:endParaRPr sz="900">
              <a:latin typeface="Arial"/>
              <a:ea typeface="Arial"/>
              <a:cs typeface="Arial"/>
            </a:endParaRPr>
          </a:p>
        </p:txBody>
      </p:sp>
      <p:sp>
        <p:nvSpPr>
          <p:cNvPr id="34" name="object 34">
            <a:extLst xmlns:a="http://schemas.openxmlformats.org/drawingml/2006/main">
              <a:ext uri="{FF2B5EF4-FFF2-40B4-BE49-F238E27FC236}">
                <a16:creationId xmlns:a16="http://schemas.microsoft.com/office/drawing/2014/main" id="{77362BA8-C970-4B3F-8FF0-EE5772139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728180"/>
            <a:ext cx="3221990" cy="3086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3175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250"/>
              </a:spcBef>
              <a:buNone/>
            </a:pP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Change password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securely</a:t>
            </a:r>
            <a:endParaRPr sz="850">
              <a:latin typeface="Arial"/>
              <a:ea typeface="Arial"/>
              <a:cs typeface="Arial"/>
            </a:endParaRPr>
          </a:p>
          <a:p xmlns:a="http://schemas.openxmlformats.org/drawingml/2006/main">
            <a:pPr marL="12700">
              <a:lnSpc>
                <a:spcPct val="100000"/>
              </a:lnSpc>
              <a:spcBef>
                <a:spcPts val="150"/>
              </a:spcBef>
              <a:buNone/>
            </a:pP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Enter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current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password,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then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new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password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of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at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least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8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characters.</a:t>
            </a:r>
            <a:endParaRPr sz="750">
              <a:latin typeface="Arial MT"/>
              <a:ea typeface="Arial MT"/>
              <a:cs typeface="Arial MT"/>
            </a:endParaRPr>
          </a:p>
        </p:txBody>
      </p:sp>
      <p:sp>
        <p:nvSpPr>
          <p:cNvPr id="36" name="object 36">
            <a:extLst xmlns:a="http://schemas.openxmlformats.org/drawingml/2006/main">
              <a:ext uri="{FF2B5EF4-FFF2-40B4-BE49-F238E27FC236}">
                <a16:creationId xmlns:a16="http://schemas.microsoft.com/office/drawing/2014/main" id="{35188A45-4EC0-40BA-A9C7-A42E1AC37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6175596"/>
            <a:ext cx="6595109" cy="403860"/>
          </a:xfrm>
          <a:custGeom xmlns:a="http://schemas.openxmlformats.org/drawingml/2006/main">
            <a:rect l="l" t="t" r="r" b="b"/>
            <a:pathLst>
              <a:path w="6595109" h="403859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7" name="object 37">
            <a:extLst xmlns:a="http://schemas.openxmlformats.org/drawingml/2006/main">
              <a:ext uri="{FF2B5EF4-FFF2-40B4-BE49-F238E27FC236}">
                <a16:creationId xmlns:a16="http://schemas.microsoft.com/office/drawing/2014/main" id="{046AE8D7-BBE0-4042-AAAB-44A2CF209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6175596"/>
            <a:ext cx="6595109" cy="403860"/>
          </a:xfrm>
          <a:custGeom xmlns:a="http://schemas.openxmlformats.org/drawingml/2006/main">
            <a:rect l="l" t="t" r="r" b="b"/>
            <a:pathLst>
              <a:path w="6595109" h="403859">
                <a:moveTo>
                  <a:pt x="63500" y="403860"/>
                </a:move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91" name="object 3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f8a75f3419466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71500" y="6263226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39" name="object 39">
            <a:extLst xmlns:a="http://schemas.openxmlformats.org/drawingml/2006/main">
              <a:ext uri="{FF2B5EF4-FFF2-40B4-BE49-F238E27FC236}">
                <a16:creationId xmlns:a16="http://schemas.microsoft.com/office/drawing/2014/main" id="{6A270DCE-0F06-4059-8C9C-0AFD07202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15" y="6291166"/>
            <a:ext cx="89535" cy="162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  <a:endParaRPr sz="900">
              <a:latin typeface="Arial"/>
              <a:ea typeface="Arial"/>
              <a:cs typeface="Arial"/>
            </a:endParaRPr>
          </a:p>
        </p:txBody>
      </p:sp>
      <p:sp>
        <p:nvSpPr>
          <p:cNvPr id="40" name="object 40">
            <a:extLst xmlns:a="http://schemas.openxmlformats.org/drawingml/2006/main">
              <a:ext uri="{FF2B5EF4-FFF2-40B4-BE49-F238E27FC236}">
                <a16:creationId xmlns:a16="http://schemas.microsoft.com/office/drawing/2014/main" id="{7A0BF6FD-24B1-42A1-BF1C-B980002EB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208240"/>
            <a:ext cx="3026410" cy="3086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3175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250"/>
              </a:spcBef>
              <a:buNone/>
            </a:pP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Review My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Activity</a:t>
            </a:r>
            <a:endParaRPr sz="850">
              <a:latin typeface="Arial"/>
              <a:ea typeface="Arial"/>
              <a:cs typeface="Arial"/>
            </a:endParaRPr>
          </a:p>
          <a:p xmlns:a="http://schemas.openxmlformats.org/drawingml/2006/main">
            <a:pPr marL="12700">
              <a:lnSpc>
                <a:spcPct val="100000"/>
              </a:lnSpc>
              <a:spcBef>
                <a:spcPts val="150"/>
              </a:spcBef>
              <a:buNone/>
            </a:pP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Use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personal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activity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list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to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identify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unexpected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access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or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actions.</a:t>
            </a:r>
            <a:endParaRPr sz="750">
              <a:latin typeface="Arial MT"/>
              <a:ea typeface="Arial MT"/>
              <a:cs typeface="Arial MT"/>
            </a:endParaRPr>
          </a:p>
        </p:txBody>
      </p:sp>
      <p:sp>
        <p:nvSpPr>
          <p:cNvPr id="42" name="object 42">
            <a:extLst xmlns:a="http://schemas.openxmlformats.org/drawingml/2006/main">
              <a:ext uri="{FF2B5EF4-FFF2-40B4-BE49-F238E27FC236}">
                <a16:creationId xmlns:a16="http://schemas.microsoft.com/office/drawing/2014/main" id="{52312C81-C7B1-42D5-B7E4-F98933ADF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6655656"/>
            <a:ext cx="6595109" cy="403860"/>
          </a:xfrm>
          <a:custGeom xmlns:a="http://schemas.openxmlformats.org/drawingml/2006/main">
            <a:rect l="l" t="t" r="r" b="b"/>
            <a:pathLst>
              <a:path w="6595109" h="403859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3" name="object 43">
            <a:extLst xmlns:a="http://schemas.openxmlformats.org/drawingml/2006/main">
              <a:ext uri="{FF2B5EF4-FFF2-40B4-BE49-F238E27FC236}">
                <a16:creationId xmlns:a16="http://schemas.microsoft.com/office/drawing/2014/main" id="{0CB59B66-3A45-455D-9665-6163F959C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6655656"/>
            <a:ext cx="6595109" cy="403860"/>
          </a:xfrm>
          <a:custGeom xmlns:a="http://schemas.openxmlformats.org/drawingml/2006/main">
            <a:rect l="l" t="t" r="r" b="b"/>
            <a:pathLst>
              <a:path w="6595109" h="403859">
                <a:moveTo>
                  <a:pt x="63500" y="403860"/>
                </a:move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96" name="object 4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f8a75f3419466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71500" y="6743286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45" name="object 45">
            <a:extLst xmlns:a="http://schemas.openxmlformats.org/drawingml/2006/main">
              <a:ext uri="{FF2B5EF4-FFF2-40B4-BE49-F238E27FC236}">
                <a16:creationId xmlns:a16="http://schemas.microsoft.com/office/drawing/2014/main" id="{2AE5FFD9-74F9-4B4D-9FFE-B2AB8CFF6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15" y="6771227"/>
            <a:ext cx="89535" cy="162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  <a:endParaRPr sz="900">
              <a:latin typeface="Arial"/>
              <a:ea typeface="Arial"/>
              <a:cs typeface="Arial"/>
            </a:endParaRPr>
          </a:p>
        </p:txBody>
      </p:sp>
      <p:sp>
        <p:nvSpPr>
          <p:cNvPr id="46" name="object 46">
            <a:extLst xmlns:a="http://schemas.openxmlformats.org/drawingml/2006/main">
              <a:ext uri="{FF2B5EF4-FFF2-40B4-BE49-F238E27FC236}">
                <a16:creationId xmlns:a16="http://schemas.microsoft.com/office/drawing/2014/main" id="{9651E042-A3D2-4598-9C1F-646D0B2C6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688301"/>
            <a:ext cx="3907154" cy="3086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3175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250"/>
              </a:spcBef>
              <a:buNone/>
            </a:pP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Sign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out</a:t>
            </a:r>
            <a:endParaRPr sz="850">
              <a:latin typeface="Arial"/>
              <a:ea typeface="Arial"/>
              <a:cs typeface="Arial"/>
            </a:endParaRPr>
          </a:p>
          <a:p xmlns:a="http://schemas.openxmlformats.org/drawingml/2006/main">
            <a:pPr marL="12700">
              <a:lnSpc>
                <a:spcPct val="100000"/>
              </a:lnSpc>
              <a:spcBef>
                <a:spcPts val="150"/>
              </a:spcBef>
              <a:buNone/>
            </a:pP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Select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Sign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out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in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top-right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corner.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session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is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cleared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and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login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page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reopens.</a:t>
            </a:r>
            <a:endParaRPr sz="750">
              <a:latin typeface="Arial MT"/>
              <a:ea typeface="Arial MT"/>
              <a:cs typeface="Arial MT"/>
            </a:endParaRPr>
          </a:p>
        </p:txBody>
      </p:sp>
      <p:sp>
        <p:nvSpPr>
          <p:cNvPr id="48" name="object 48">
            <a:extLst xmlns:a="http://schemas.openxmlformats.org/drawingml/2006/main">
              <a:ext uri="{FF2B5EF4-FFF2-40B4-BE49-F238E27FC236}">
                <a16:creationId xmlns:a16="http://schemas.microsoft.com/office/drawing/2014/main" id="{6867627D-2C43-46C0-8FB2-B0EE87AC4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7135717"/>
            <a:ext cx="6595109" cy="518159"/>
          </a:xfrm>
          <a:custGeom xmlns:a="http://schemas.openxmlformats.org/drawingml/2006/main">
            <a:rect l="l" t="t" r="r" b="b"/>
            <a:pathLst>
              <a:path w="6595109" h="518159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454659"/>
                </a:lnTo>
                <a:lnTo>
                  <a:pt x="4985" y="479390"/>
                </a:lnTo>
                <a:lnTo>
                  <a:pt x="18586" y="499573"/>
                </a:lnTo>
                <a:lnTo>
                  <a:pt x="38769" y="513174"/>
                </a:lnTo>
                <a:lnTo>
                  <a:pt x="63500" y="518159"/>
                </a:lnTo>
                <a:lnTo>
                  <a:pt x="6531300" y="518159"/>
                </a:lnTo>
                <a:lnTo>
                  <a:pt x="6556030" y="513174"/>
                </a:lnTo>
                <a:lnTo>
                  <a:pt x="6576213" y="499573"/>
                </a:lnTo>
                <a:lnTo>
                  <a:pt x="6589814" y="479390"/>
                </a:lnTo>
                <a:lnTo>
                  <a:pt x="6594800" y="454659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DEBE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9" name="object 49">
            <a:extLst xmlns:a="http://schemas.openxmlformats.org/drawingml/2006/main">
              <a:ext uri="{FF2B5EF4-FFF2-40B4-BE49-F238E27FC236}">
                <a16:creationId xmlns:a16="http://schemas.microsoft.com/office/drawing/2014/main" id="{100D42F6-9E57-41C1-B003-F2B9BD64A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7135717"/>
            <a:ext cx="6595109" cy="518159"/>
          </a:xfrm>
          <a:custGeom xmlns:a="http://schemas.openxmlformats.org/drawingml/2006/main">
            <a:rect l="l" t="t" r="r" b="b"/>
            <a:pathLst>
              <a:path w="6595109" h="518159">
                <a:moveTo>
                  <a:pt x="63500" y="518159"/>
                </a:moveTo>
                <a:lnTo>
                  <a:pt x="6531300" y="518159"/>
                </a:lnTo>
                <a:lnTo>
                  <a:pt x="6556030" y="513174"/>
                </a:lnTo>
                <a:lnTo>
                  <a:pt x="6576213" y="499573"/>
                </a:lnTo>
                <a:lnTo>
                  <a:pt x="6589814" y="479390"/>
                </a:lnTo>
                <a:lnTo>
                  <a:pt x="6594800" y="454659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454659"/>
                </a:lnTo>
                <a:lnTo>
                  <a:pt x="4985" y="479390"/>
                </a:lnTo>
                <a:lnTo>
                  <a:pt x="18586" y="499573"/>
                </a:lnTo>
                <a:lnTo>
                  <a:pt x="38769" y="513174"/>
                </a:lnTo>
                <a:lnTo>
                  <a:pt x="63500" y="518159"/>
                </a:lnTo>
                <a:close/>
              </a:path>
            </a:pathLst>
          </a:custGeom>
          <a:ln xmlns:a="http://schemas.openxmlformats.org/drawingml/2006/main" w="6349">
            <a:solidFill>
              <a:srgbClr val="C62828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0" name="object 50">
            <a:extLst xmlns:a="http://schemas.openxmlformats.org/drawingml/2006/main">
              <a:ext uri="{FF2B5EF4-FFF2-40B4-BE49-F238E27FC236}">
                <a16:creationId xmlns:a16="http://schemas.microsoft.com/office/drawing/2014/main" id="{DB9EECF9-29EB-42F8-AC39-055AECFE2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7135717"/>
            <a:ext cx="63500" cy="518159"/>
          </a:xfrm>
          <a:custGeom xmlns:a="http://schemas.openxmlformats.org/drawingml/2006/main">
            <a:rect l="l" t="t" r="r" b="b"/>
            <a:pathLst>
              <a:path w="63500" h="518159">
                <a:moveTo>
                  <a:pt x="63500" y="0"/>
                </a:moveTo>
                <a:lnTo>
                  <a:pt x="0" y="0"/>
                </a:lnTo>
                <a:lnTo>
                  <a:pt x="0" y="518159"/>
                </a:lnTo>
                <a:lnTo>
                  <a:pt x="63500" y="518159"/>
                </a:lnTo>
                <a:lnTo>
                  <a:pt x="63500" y="0"/>
                </a:lnTo>
                <a:close/>
              </a:path>
            </a:pathLst>
          </a:custGeom>
          <a:solidFill xmlns:a="http://schemas.openxmlformats.org/drawingml/2006/main">
            <a:srgbClr val="C62828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1" name="object 51">
            <a:extLst xmlns:a="http://schemas.openxmlformats.org/drawingml/2006/main">
              <a:ext uri="{FF2B5EF4-FFF2-40B4-BE49-F238E27FC236}">
                <a16:creationId xmlns:a16="http://schemas.microsoft.com/office/drawing/2014/main" id="{390578D7-C9D6-4864-9C73-643EF49E4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512" y="7196428"/>
            <a:ext cx="6494145" cy="33147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27940" rIns="0" bIns="0">
            <a:spAutoFit/>
          </a:bodyPr>
          <a:lstStyle xmlns:a="http://schemas.openxmlformats.org/drawingml/2006/main"/>
          <a:p xmlns:a="http://schemas.openxmlformats.org/drawingml/2006/main">
            <a:pPr marL="128270">
              <a:lnSpc>
                <a:spcPct val="100000"/>
              </a:lnSpc>
              <a:spcBef>
                <a:spcPts val="220"/>
              </a:spcBef>
              <a:buNone/>
            </a:pPr>
            <a:r>
              <a:rPr sz="10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Shared workstation </a:t>
            </a:r>
            <a:r>
              <a:rPr sz="10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rule</a:t>
            </a:r>
            <a:endParaRPr sz="1000">
              <a:latin typeface="Arial"/>
              <a:ea typeface="Arial"/>
              <a:cs typeface="Arial"/>
            </a:endParaRPr>
          </a:p>
          <a:p xmlns:a="http://schemas.openxmlformats.org/drawingml/2006/main">
            <a:pPr marL="128270">
              <a:lnSpc>
                <a:spcPct val="100000"/>
              </a:lnSpc>
              <a:spcBef>
                <a:spcPts val="120"/>
              </a:spcBef>
              <a:buNone/>
            </a:pP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Always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sign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out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before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leaving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workstation.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Closing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only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browser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tab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may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not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be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sufficient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on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shared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device.</a:t>
            </a:r>
            <a:endParaRPr sz="800">
              <a:latin typeface="Arial MT"/>
              <a:ea typeface="Arial MT"/>
              <a:cs typeface="Arial MT"/>
            </a:endParaRPr>
          </a:p>
        </p:txBody>
      </p:sp>
      <p:sp>
        <p:nvSpPr>
          <p:cNvPr id="52" name="object 52">
            <a:extLst xmlns:a="http://schemas.openxmlformats.org/drawingml/2006/main">
              <a:ext uri="{FF2B5EF4-FFF2-40B4-BE49-F238E27FC236}">
                <a16:creationId xmlns:a16="http://schemas.microsoft.com/office/drawing/2014/main" id="{A0B6C21B-2B08-4ECE-AA25-5CF6FD959BD1}"/>
              </a:ext>
            </a:extLst>
          </p:cNvPr>
          <p:cNvSpPr>
            <a:spLocks xmlns:a="http://schemas.openxmlformats.org/drawingml/2006/main" noGrp="1"/>
          </p:cNvSpPr>
          <p:nvPr>
            <p:ph type="ft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6985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55"/>
              </a:spcBef>
              <a:buNone/>
            </a:pPr>
            <a:r>
              <a:t>Internal</a:t>
            </a:r>
            <a:r>
              <a:t> </a:t>
            </a:r>
            <a:r>
              <a:t>user</a:t>
            </a:r>
            <a:r>
              <a:t> </a:t>
            </a:r>
            <a:r>
              <a:t>guide</a:t>
            </a:r>
            <a:r>
              <a:t> </a:t>
            </a:r>
            <a:r>
              <a:t>-</a:t>
            </a:r>
            <a:r>
              <a:t> </a:t>
            </a:r>
            <a:r>
              <a:t>controlled</a:t>
            </a:r>
            <a:r>
              <a:t> </a:t>
            </a:r>
            <a:r>
              <a:t>copy</a:t>
            </a:r>
            <a:r>
              <a:t> </a:t>
            </a:r>
            <a:r>
              <a:t>when</a:t>
            </a:r>
            <a:r>
              <a:t> </a:t>
            </a:r>
            <a:r>
              <a:t>viewed</a:t>
            </a:r>
            <a:r>
              <a:t> </a:t>
            </a:r>
            <a:r>
              <a:t>in</a:t>
            </a:r>
            <a:r>
              <a:t> </a:t>
            </a:r>
            <a:r>
              <a:t>the</a:t>
            </a:r>
            <a:r>
              <a:t> </a:t>
            </a:r>
            <a:r>
              <a:t>DMS</a:t>
            </a:r>
            <a:r>
              <a:t> </a:t>
            </a:r>
            <a:r>
              <a:t>portal</a:t>
            </a:r>
          </a:p>
        </p:txBody>
      </p:sp>
      <p:sp>
        <p:nvSpPr>
          <p:cNvPr id="53" name="object 53">
            <a:extLst xmlns:a="http://schemas.openxmlformats.org/drawingml/2006/main">
              <a:ext uri="{FF2B5EF4-FFF2-40B4-BE49-F238E27FC236}">
                <a16:creationId xmlns:a16="http://schemas.microsoft.com/office/drawing/2014/main" id="{CBAEF1A8-374B-45B8-919D-AB5E9EBD11CA}"/>
              </a:ext>
            </a:extLst>
          </p:cNvPr>
          <p:cNvSpPr>
            <a:spLocks xmlns:a="http://schemas.openxmlformats.org/drawingml/2006/main" noGrp="1"/>
          </p:cNvSpPr>
          <p:nvPr>
            <p:ph type="dt" idx="6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6985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55"/>
              </a:spcBef>
              <a:buNone/>
            </a:pPr>
            <a:r>
              <a:t>Smart</a:t>
            </a:r>
            <a:r>
              <a:t> </a:t>
            </a:r>
            <a:r>
              <a:t>DMS</a:t>
            </a:r>
            <a:r>
              <a:t> </a:t>
            </a:r>
            <a:r>
              <a:t>v2.0.0</a:t>
            </a:r>
          </a:p>
        </p:txBody>
      </p:sp>
    </p:spTree>
    <p:extLst>
      <p:ext uri="{BB962C8B-B14F-4D97-AF65-F5344CB8AC3E}">
        <p14:creationId xmlns:p14="http://schemas.microsoft.com/office/powerpoint/2010/main" val="1252000721"/>
      </p:ext>
    </p:extLst>
  </p:cSld>
</p:sld>
</file>

<file path=ppt/slides/slide2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object 2">
            <a:extLst xmlns:a="http://schemas.openxmlformats.org/drawingml/2006/main">
              <a:ext uri="{FF2B5EF4-FFF2-40B4-BE49-F238E27FC236}">
                <a16:creationId xmlns:a16="http://schemas.microsoft.com/office/drawing/2014/main" id="{D5125E59-7A2A-4D65-BCC3-19A2B8A2C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9100" y="156971"/>
            <a:ext cx="1671955" cy="330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065" rIns="0" bIns="0">
            <a:spAutoFit/>
          </a:bodyPr>
          <a:lstStyle xmlns:a="http://schemas.openxmlformats.org/drawingml/2006/main"/>
          <a:p xmlns:a="http://schemas.openxmlformats.org/drawingml/2006/main">
            <a:pPr marL="12700" marR="5080">
              <a:lnSpc>
                <a:spcPct val="153800"/>
              </a:lnSpc>
              <a:spcBef>
                <a:spcPts val="95"/>
              </a:spcBef>
              <a:buNone/>
            </a:pP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ZF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Rane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Automotive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India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PVT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LTD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-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SGD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Smart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DMS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Portal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User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Manual</a:t>
            </a:r>
            <a:endParaRPr sz="650">
              <a:latin typeface="Arial MT"/>
              <a:ea typeface="Arial MT"/>
              <a:cs typeface="Arial MT"/>
            </a:endParaRPr>
          </a:p>
        </p:txBody>
      </p:sp>
      <p:graphicFrame>
        <p:nvGraphicFramePr>
          <p:cNvPr id="57" name="object 3"/>
          <p:cNvGraphicFramePr/>
          <p:nvPr/>
        </p:nvGraphicFramePr>
        <p:xfrm>
          <a:off xmlns:a="http://schemas.openxmlformats.org/drawingml/2006/main" x="4178625" y="161924"/>
          <a:ext xmlns:a="http://schemas.openxmlformats.org/drawingml/2006/main" cx="2978150" cy="444500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47800"/>
                <a:gridCol w="1447800"/>
              </a:tblGrid>
              <a:tr h="222250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50"/>
                        </a:spcBef>
                        <a:buNone/>
                      </a:pP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Document: DMS-UM-001</a:t>
                      </a:r>
                      <a:endParaRPr sz="6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985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50"/>
                        </a:spcBef>
                        <a:buNone/>
                      </a:pP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Revision: 1.3</a:t>
                      </a:r>
                      <a:endParaRPr sz="6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985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</a:tr>
              <a:tr h="222250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00"/>
                        </a:spcBef>
                        <a:buNone/>
                      </a:pP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Effective: 10-Aug-2026</a:t>
                      </a:r>
                      <a:endParaRPr sz="6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350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00"/>
                        </a:spcBef>
                        <a:buNone/>
                      </a:pP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Page: 27 of 27</a:t>
                      </a:r>
                      <a:endParaRPr sz="6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350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5" name="object 5">
            <a:extLst xmlns:a="http://schemas.openxmlformats.org/drawingml/2006/main">
              <a:ext uri="{FF2B5EF4-FFF2-40B4-BE49-F238E27FC236}">
                <a16:creationId xmlns:a16="http://schemas.microsoft.com/office/drawing/2014/main" id="{48D19D23-6852-46ED-BB50-5D518CF46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774699"/>
            <a:ext cx="7560309" cy="431800"/>
          </a:xfrm>
          <a:custGeom xmlns:a="http://schemas.openxmlformats.org/drawingml/2006/main">
            <a:rect l="l" t="t" r="r" b="b"/>
            <a:pathLst>
              <a:path w="7560309" h="431800">
                <a:moveTo>
                  <a:pt x="7560000" y="0"/>
                </a:moveTo>
                <a:lnTo>
                  <a:pt x="0" y="0"/>
                </a:lnTo>
                <a:lnTo>
                  <a:pt x="0" y="431800"/>
                </a:lnTo>
                <a:lnTo>
                  <a:pt x="7560000" y="431800"/>
                </a:lnTo>
                <a:lnTo>
                  <a:pt x="7560000" y="0"/>
                </a:lnTo>
                <a:close/>
              </a:path>
            </a:pathLst>
          </a:custGeom>
          <a:solidFill xmlns:a="http://schemas.openxmlformats.org/drawingml/2006/main">
            <a:srgbClr val="D88300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object 6">
            <a:extLst xmlns:a="http://schemas.openxmlformats.org/drawingml/2006/main">
              <a:ext uri="{FF2B5EF4-FFF2-40B4-BE49-F238E27FC236}">
                <a16:creationId xmlns:a16="http://schemas.microsoft.com/office/drawing/2014/main" id="{DFABB978-BB26-4161-9534-75B80580D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863599"/>
            <a:ext cx="533400" cy="254000"/>
          </a:xfrm>
          <a:custGeom xmlns:a="http://schemas.openxmlformats.org/drawingml/2006/main">
            <a:rect l="l" t="t" r="r" b="b"/>
            <a:pathLst>
              <a:path w="533400" h="254000">
                <a:moveTo>
                  <a:pt x="4699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190500"/>
                </a:lnTo>
                <a:lnTo>
                  <a:pt x="4985" y="215230"/>
                </a:lnTo>
                <a:lnTo>
                  <a:pt x="18586" y="235413"/>
                </a:lnTo>
                <a:lnTo>
                  <a:pt x="38769" y="249014"/>
                </a:lnTo>
                <a:lnTo>
                  <a:pt x="63500" y="254000"/>
                </a:lnTo>
                <a:lnTo>
                  <a:pt x="469900" y="254000"/>
                </a:lnTo>
                <a:lnTo>
                  <a:pt x="494630" y="249014"/>
                </a:lnTo>
                <a:lnTo>
                  <a:pt x="514813" y="235413"/>
                </a:lnTo>
                <a:lnTo>
                  <a:pt x="528414" y="215230"/>
                </a:lnTo>
                <a:lnTo>
                  <a:pt x="533400" y="190500"/>
                </a:lnTo>
                <a:lnTo>
                  <a:pt x="533400" y="63500"/>
                </a:lnTo>
                <a:lnTo>
                  <a:pt x="528414" y="38769"/>
                </a:lnTo>
                <a:lnTo>
                  <a:pt x="514813" y="18586"/>
                </a:lnTo>
                <a:lnTo>
                  <a:pt x="494630" y="4985"/>
                </a:lnTo>
                <a:lnTo>
                  <a:pt x="469900" y="0"/>
                </a:lnTo>
                <a:close/>
              </a:path>
            </a:pathLst>
          </a:custGeom>
          <a:solidFill xmlns:a="http://schemas.openxmlformats.org/drawingml/2006/main">
            <a:srgbClr val="F7B800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object 7">
            <a:extLst xmlns:a="http://schemas.openxmlformats.org/drawingml/2006/main">
              <a:ext uri="{FF2B5EF4-FFF2-40B4-BE49-F238E27FC236}">
                <a16:creationId xmlns:a16="http://schemas.microsoft.com/office/drawing/2014/main" id="{DA397E43-FD38-41D4-9501-3227E8E2E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728" y="920750"/>
            <a:ext cx="223520" cy="1473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8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10.3</a:t>
            </a:r>
            <a:endParaRPr sz="800">
              <a:latin typeface="Arial"/>
              <a:ea typeface="Arial"/>
              <a:cs typeface="Arial"/>
            </a:endParaRPr>
          </a:p>
        </p:txBody>
      </p:sp>
      <p:sp>
        <p:nvSpPr>
          <p:cNvPr id="8" name="object 8">
            <a:extLst xmlns:a="http://schemas.openxmlformats.org/drawingml/2006/main">
              <a:ext uri="{FF2B5EF4-FFF2-40B4-BE49-F238E27FC236}">
                <a16:creationId xmlns:a16="http://schemas.microsoft.com/office/drawing/2014/main" id="{36AC934C-3F0A-450A-96FF-72441EF18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300" y="863600"/>
            <a:ext cx="3286125" cy="25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Best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Practices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and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Troubleshooting</a:t>
            </a:r>
            <a:endParaRPr sz="1500">
              <a:latin typeface="Arial"/>
              <a:ea typeface="Arial"/>
              <a:cs typeface="Arial"/>
            </a:endParaRPr>
          </a:p>
        </p:txBody>
      </p:sp>
      <p:sp>
        <p:nvSpPr>
          <p:cNvPr id="9" name="object 9">
            <a:extLst xmlns:a="http://schemas.openxmlformats.org/drawingml/2006/main">
              <a:ext uri="{FF2B5EF4-FFF2-40B4-BE49-F238E27FC236}">
                <a16:creationId xmlns:a16="http://schemas.microsoft.com/office/drawing/2014/main" id="{24ECF3BD-AE25-4132-BC37-061218CF3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600" y="10298300"/>
            <a:ext cx="6595109" cy="0"/>
          </a:xfrm>
          <a:custGeom xmlns:a="http://schemas.openxmlformats.org/drawingml/2006/main">
            <a:rect l="l" t="t" r="r" b="b"/>
            <a:pathLst>
              <a:path w="6595109" h="0">
                <a:moveTo>
                  <a:pt x="0" y="0"/>
                </a:moveTo>
                <a:lnTo>
                  <a:pt x="6594800" y="0"/>
                </a:lnTo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object 10">
            <a:extLst xmlns:a="http://schemas.openxmlformats.org/drawingml/2006/main">
              <a:ext uri="{FF2B5EF4-FFF2-40B4-BE49-F238E27FC236}">
                <a16:creationId xmlns:a16="http://schemas.microsoft.com/office/drawing/2014/main" id="{9D0D8C75-A9C6-494B-BFCC-3133D79A5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900" y="1358899"/>
            <a:ext cx="2080895" cy="15049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524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20"/>
              </a:spcBef>
              <a:buNone/>
            </a:pP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Use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this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page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as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quick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operating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checklist.</a:t>
            </a:r>
            <a:endParaRPr sz="800">
              <a:latin typeface="Arial MT"/>
              <a:ea typeface="Arial MT"/>
              <a:cs typeface="Arial MT"/>
            </a:endParaRPr>
          </a:p>
        </p:txBody>
      </p:sp>
      <p:sp>
        <p:nvSpPr>
          <p:cNvPr id="12" name="object 12">
            <a:extLst xmlns:a="http://schemas.openxmlformats.org/drawingml/2006/main">
              <a:ext uri="{FF2B5EF4-FFF2-40B4-BE49-F238E27FC236}">
                <a16:creationId xmlns:a16="http://schemas.microsoft.com/office/drawing/2014/main" id="{E924E34C-D622-48E3-9554-BBFF729CA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1737359"/>
            <a:ext cx="3208655" cy="2222500"/>
          </a:xfrm>
          <a:custGeom xmlns:a="http://schemas.openxmlformats.org/drawingml/2006/main">
            <a:rect l="l" t="t" r="r" b="b"/>
            <a:pathLst>
              <a:path w="3208654" h="2222500">
                <a:moveTo>
                  <a:pt x="3119600" y="0"/>
                </a:moveTo>
                <a:lnTo>
                  <a:pt x="88900" y="0"/>
                </a:lnTo>
                <a:lnTo>
                  <a:pt x="54276" y="6979"/>
                </a:lnTo>
                <a:lnTo>
                  <a:pt x="26021" y="26021"/>
                </a:lnTo>
                <a:lnTo>
                  <a:pt x="6979" y="54276"/>
                </a:lnTo>
                <a:lnTo>
                  <a:pt x="0" y="88900"/>
                </a:lnTo>
                <a:lnTo>
                  <a:pt x="0" y="2133600"/>
                </a:lnTo>
                <a:lnTo>
                  <a:pt x="6979" y="2168223"/>
                </a:lnTo>
                <a:lnTo>
                  <a:pt x="26021" y="2196478"/>
                </a:lnTo>
                <a:lnTo>
                  <a:pt x="54276" y="2215520"/>
                </a:lnTo>
                <a:lnTo>
                  <a:pt x="88900" y="2222500"/>
                </a:lnTo>
                <a:lnTo>
                  <a:pt x="3119600" y="2222500"/>
                </a:lnTo>
                <a:lnTo>
                  <a:pt x="3154223" y="2215520"/>
                </a:lnTo>
                <a:lnTo>
                  <a:pt x="3182479" y="2196478"/>
                </a:lnTo>
                <a:lnTo>
                  <a:pt x="3201520" y="2168223"/>
                </a:lnTo>
                <a:lnTo>
                  <a:pt x="3208500" y="2133600"/>
                </a:lnTo>
                <a:lnTo>
                  <a:pt x="3208500" y="88900"/>
                </a:lnTo>
                <a:lnTo>
                  <a:pt x="3201520" y="54276"/>
                </a:lnTo>
                <a:lnTo>
                  <a:pt x="3182479" y="26021"/>
                </a:lnTo>
                <a:lnTo>
                  <a:pt x="3154223" y="6979"/>
                </a:lnTo>
                <a:lnTo>
                  <a:pt x="3119600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object 13">
            <a:extLst xmlns:a="http://schemas.openxmlformats.org/drawingml/2006/main">
              <a:ext uri="{FF2B5EF4-FFF2-40B4-BE49-F238E27FC236}">
                <a16:creationId xmlns:a16="http://schemas.microsoft.com/office/drawing/2014/main" id="{9BB7EEC3-EE34-4254-A9FD-96C4FC634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1737359"/>
            <a:ext cx="3208655" cy="2222500"/>
          </a:xfrm>
          <a:custGeom xmlns:a="http://schemas.openxmlformats.org/drawingml/2006/main">
            <a:rect l="l" t="t" r="r" b="b"/>
            <a:pathLst>
              <a:path w="3208654" h="2222500">
                <a:moveTo>
                  <a:pt x="88900" y="2222500"/>
                </a:moveTo>
                <a:lnTo>
                  <a:pt x="3119600" y="2222500"/>
                </a:lnTo>
                <a:lnTo>
                  <a:pt x="3154223" y="2215520"/>
                </a:lnTo>
                <a:lnTo>
                  <a:pt x="3182479" y="2196478"/>
                </a:lnTo>
                <a:lnTo>
                  <a:pt x="3201520" y="2168223"/>
                </a:lnTo>
                <a:lnTo>
                  <a:pt x="3208500" y="2133600"/>
                </a:lnTo>
                <a:lnTo>
                  <a:pt x="3208500" y="88900"/>
                </a:lnTo>
                <a:lnTo>
                  <a:pt x="3201520" y="54276"/>
                </a:lnTo>
                <a:lnTo>
                  <a:pt x="3182479" y="26021"/>
                </a:lnTo>
                <a:lnTo>
                  <a:pt x="3154223" y="6979"/>
                </a:lnTo>
                <a:lnTo>
                  <a:pt x="3119600" y="0"/>
                </a:lnTo>
                <a:lnTo>
                  <a:pt x="88900" y="0"/>
                </a:lnTo>
                <a:lnTo>
                  <a:pt x="54276" y="6979"/>
                </a:lnTo>
                <a:lnTo>
                  <a:pt x="26021" y="26021"/>
                </a:lnTo>
                <a:lnTo>
                  <a:pt x="6979" y="54276"/>
                </a:lnTo>
                <a:lnTo>
                  <a:pt x="0" y="88900"/>
                </a:lnTo>
                <a:lnTo>
                  <a:pt x="0" y="2133600"/>
                </a:lnTo>
                <a:lnTo>
                  <a:pt x="6979" y="2168223"/>
                </a:lnTo>
                <a:lnTo>
                  <a:pt x="26021" y="2196478"/>
                </a:lnTo>
                <a:lnTo>
                  <a:pt x="54276" y="2215520"/>
                </a:lnTo>
                <a:lnTo>
                  <a:pt x="88900" y="2222500"/>
                </a:lnTo>
                <a:close/>
              </a:path>
            </a:pathLst>
          </a:custGeom>
          <a:ln xmlns:a="http://schemas.openxmlformats.org/drawingml/2006/main" w="6350">
            <a:solidFill>
              <a:srgbClr val="1A793A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object 14">
            <a:extLst xmlns:a="http://schemas.openxmlformats.org/drawingml/2006/main">
              <a:ext uri="{FF2B5EF4-FFF2-40B4-BE49-F238E27FC236}">
                <a16:creationId xmlns:a16="http://schemas.microsoft.com/office/drawing/2014/main" id="{86361297-D3B7-4FD9-A856-4EFF21FAB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1737369"/>
            <a:ext cx="3208655" cy="368300"/>
          </a:xfrm>
          <a:custGeom xmlns:a="http://schemas.openxmlformats.org/drawingml/2006/main">
            <a:rect l="l" t="t" r="r" b="b"/>
            <a:pathLst>
              <a:path w="3208654" h="368300">
                <a:moveTo>
                  <a:pt x="3208490" y="88900"/>
                </a:moveTo>
                <a:lnTo>
                  <a:pt x="3201517" y="54267"/>
                </a:lnTo>
                <a:lnTo>
                  <a:pt x="3182467" y="26022"/>
                </a:lnTo>
                <a:lnTo>
                  <a:pt x="3154222" y="6972"/>
                </a:lnTo>
                <a:lnTo>
                  <a:pt x="3119590" y="0"/>
                </a:lnTo>
                <a:lnTo>
                  <a:pt x="88900" y="0"/>
                </a:lnTo>
                <a:lnTo>
                  <a:pt x="54267" y="6972"/>
                </a:lnTo>
                <a:lnTo>
                  <a:pt x="26009" y="26022"/>
                </a:lnTo>
                <a:lnTo>
                  <a:pt x="6972" y="54267"/>
                </a:lnTo>
                <a:lnTo>
                  <a:pt x="0" y="88900"/>
                </a:lnTo>
                <a:lnTo>
                  <a:pt x="0" y="279400"/>
                </a:lnTo>
                <a:lnTo>
                  <a:pt x="0" y="368300"/>
                </a:lnTo>
                <a:lnTo>
                  <a:pt x="88900" y="368300"/>
                </a:lnTo>
                <a:lnTo>
                  <a:pt x="3119590" y="368300"/>
                </a:lnTo>
                <a:lnTo>
                  <a:pt x="3208490" y="368300"/>
                </a:lnTo>
                <a:lnTo>
                  <a:pt x="3208490" y="279400"/>
                </a:lnTo>
                <a:lnTo>
                  <a:pt x="3208490" y="88900"/>
                </a:lnTo>
                <a:close/>
              </a:path>
            </a:pathLst>
          </a:custGeom>
          <a:solidFill xmlns:a="http://schemas.openxmlformats.org/drawingml/2006/main">
            <a:srgbClr val="1A793A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object 15">
            <a:extLst xmlns:a="http://schemas.openxmlformats.org/drawingml/2006/main">
              <a:ext uri="{FF2B5EF4-FFF2-40B4-BE49-F238E27FC236}">
                <a16:creationId xmlns:a16="http://schemas.microsoft.com/office/drawing/2014/main" id="{8C190C3A-C4C7-46BE-9C4B-9A2957473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300" y="1838959"/>
            <a:ext cx="1169035" cy="177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1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Before </a:t>
            </a:r>
            <a:r>
              <a:rPr sz="1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submission</a:t>
            </a:r>
            <a:endParaRPr sz="1000">
              <a:latin typeface="Arial"/>
              <a:ea typeface="Arial"/>
              <a:cs typeface="Arial"/>
            </a:endParaRPr>
          </a:p>
        </p:txBody>
      </p:sp>
      <p:pic>
        <p:nvPicPr>
          <p:cNvPr id="68" name="object 1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fd76b1e35144f8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635000" y="2372359"/>
            <a:ext cx="76200" cy="76200"/>
          </a:xfrm>
          <a:prstGeom xmlns:a="http://schemas.openxmlformats.org/drawingml/2006/main" prst="rect">
            <a:avLst/>
          </a:prstGeom>
        </p:spPr>
      </p:pic>
      <p:pic>
        <p:nvPicPr>
          <p:cNvPr id="69" name="object 1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fd76b1e35144f8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635000" y="2585719"/>
            <a:ext cx="76200" cy="76200"/>
          </a:xfrm>
          <a:prstGeom xmlns:a="http://schemas.openxmlformats.org/drawingml/2006/main" prst="rect">
            <a:avLst/>
          </a:prstGeom>
        </p:spPr>
      </p:pic>
      <p:pic>
        <p:nvPicPr>
          <p:cNvPr id="70" name="object 1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fd76b1e35144f8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635000" y="2799079"/>
            <a:ext cx="76200" cy="76200"/>
          </a:xfrm>
          <a:prstGeom xmlns:a="http://schemas.openxmlformats.org/drawingml/2006/main" prst="rect">
            <a:avLst/>
          </a:prstGeom>
        </p:spPr>
      </p:pic>
      <p:pic>
        <p:nvPicPr>
          <p:cNvPr id="71" name="object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fd76b1e35144f8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635000" y="3012439"/>
            <a:ext cx="76200" cy="76200"/>
          </a:xfrm>
          <a:prstGeom xmlns:a="http://schemas.openxmlformats.org/drawingml/2006/main" prst="rect">
            <a:avLst/>
          </a:prstGeom>
        </p:spPr>
      </p:pic>
      <p:pic>
        <p:nvPicPr>
          <p:cNvPr id="72" name="object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fd76b1e35144f8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635000" y="3225799"/>
            <a:ext cx="76200" cy="76200"/>
          </a:xfrm>
          <a:prstGeom xmlns:a="http://schemas.openxmlformats.org/drawingml/2006/main" prst="rect">
            <a:avLst/>
          </a:prstGeom>
        </p:spPr>
      </p:pic>
      <p:sp>
        <p:nvSpPr>
          <p:cNvPr id="22" name="object 22">
            <a:extLst xmlns:a="http://schemas.openxmlformats.org/drawingml/2006/main">
              <a:ext uri="{FF2B5EF4-FFF2-40B4-BE49-F238E27FC236}">
                <a16:creationId xmlns:a16="http://schemas.microsoft.com/office/drawing/2014/main" id="{3687FACA-B0E6-464B-A74D-F70598519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34260"/>
            <a:ext cx="2237105" cy="10039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524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20"/>
              </a:spcBef>
              <a:buNone/>
            </a:pP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Use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approved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document-number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format.</a:t>
            </a:r>
            <a:endParaRPr sz="800">
              <a:latin typeface="Arial MT"/>
              <a:ea typeface="Arial MT"/>
              <a:cs typeface="Arial MT"/>
            </a:endParaRPr>
          </a:p>
          <a:p xmlns:a="http://schemas.openxmlformats.org/drawingml/2006/main">
            <a:pPr marL="12700" marR="5080">
              <a:lnSpc>
                <a:spcPct val="175000"/>
              </a:lnSpc>
              <a:buNone/>
            </a:pP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Verify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revision,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plant,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department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and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customer.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Choose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exact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library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path.</a:t>
            </a:r>
            <a:endParaRPr sz="800">
              <a:latin typeface="Arial MT"/>
              <a:ea typeface="Arial MT"/>
              <a:cs typeface="Arial MT"/>
            </a:endParaRPr>
          </a:p>
          <a:p xmlns:a="http://schemas.openxmlformats.org/drawingml/2006/main">
            <a:pPr marL="12700" marR="694055">
              <a:lnSpc>
                <a:spcPct val="175000"/>
              </a:lnSpc>
              <a:buNone/>
            </a:pP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Add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specific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revision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summary.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Open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final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file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before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upload.</a:t>
            </a:r>
            <a:endParaRPr sz="800">
              <a:latin typeface="Arial MT"/>
              <a:ea typeface="Arial MT"/>
              <a:cs typeface="Arial MT"/>
            </a:endParaRPr>
          </a:p>
        </p:txBody>
      </p:sp>
      <p:sp>
        <p:nvSpPr>
          <p:cNvPr id="24" name="object 24">
            <a:extLst xmlns:a="http://schemas.openxmlformats.org/drawingml/2006/main">
              <a:ext uri="{FF2B5EF4-FFF2-40B4-BE49-F238E27FC236}">
                <a16:creationId xmlns:a16="http://schemas.microsoft.com/office/drawing/2014/main" id="{38234FB8-04E0-435C-BF9F-06B161D37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868899" y="1737359"/>
            <a:ext cx="3208655" cy="2222500"/>
          </a:xfrm>
          <a:custGeom xmlns:a="http://schemas.openxmlformats.org/drawingml/2006/main">
            <a:rect l="l" t="t" r="r" b="b"/>
            <a:pathLst>
              <a:path w="3208654" h="2222500">
                <a:moveTo>
                  <a:pt x="3119600" y="0"/>
                </a:moveTo>
                <a:lnTo>
                  <a:pt x="88900" y="0"/>
                </a:lnTo>
                <a:lnTo>
                  <a:pt x="54276" y="6979"/>
                </a:lnTo>
                <a:lnTo>
                  <a:pt x="26021" y="26021"/>
                </a:lnTo>
                <a:lnTo>
                  <a:pt x="6979" y="54276"/>
                </a:lnTo>
                <a:lnTo>
                  <a:pt x="0" y="88900"/>
                </a:lnTo>
                <a:lnTo>
                  <a:pt x="0" y="2133600"/>
                </a:lnTo>
                <a:lnTo>
                  <a:pt x="6979" y="2168223"/>
                </a:lnTo>
                <a:lnTo>
                  <a:pt x="26021" y="2196478"/>
                </a:lnTo>
                <a:lnTo>
                  <a:pt x="54276" y="2215520"/>
                </a:lnTo>
                <a:lnTo>
                  <a:pt x="88900" y="2222500"/>
                </a:lnTo>
                <a:lnTo>
                  <a:pt x="3119600" y="2222500"/>
                </a:lnTo>
                <a:lnTo>
                  <a:pt x="3154223" y="2215520"/>
                </a:lnTo>
                <a:lnTo>
                  <a:pt x="3182479" y="2196478"/>
                </a:lnTo>
                <a:lnTo>
                  <a:pt x="3201520" y="2168223"/>
                </a:lnTo>
                <a:lnTo>
                  <a:pt x="3208500" y="2133600"/>
                </a:lnTo>
                <a:lnTo>
                  <a:pt x="3208500" y="88900"/>
                </a:lnTo>
                <a:lnTo>
                  <a:pt x="3201520" y="54276"/>
                </a:lnTo>
                <a:lnTo>
                  <a:pt x="3182479" y="26021"/>
                </a:lnTo>
                <a:lnTo>
                  <a:pt x="3154223" y="6979"/>
                </a:lnTo>
                <a:lnTo>
                  <a:pt x="3119600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5" name="object 25">
            <a:extLst xmlns:a="http://schemas.openxmlformats.org/drawingml/2006/main">
              <a:ext uri="{FF2B5EF4-FFF2-40B4-BE49-F238E27FC236}">
                <a16:creationId xmlns:a16="http://schemas.microsoft.com/office/drawing/2014/main" id="{5CF17D31-0E58-4648-815E-B31E354A0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868899" y="1737359"/>
            <a:ext cx="3208655" cy="2222500"/>
          </a:xfrm>
          <a:custGeom xmlns:a="http://schemas.openxmlformats.org/drawingml/2006/main">
            <a:rect l="l" t="t" r="r" b="b"/>
            <a:pathLst>
              <a:path w="3208654" h="2222500">
                <a:moveTo>
                  <a:pt x="88900" y="2222500"/>
                </a:moveTo>
                <a:lnTo>
                  <a:pt x="3119600" y="2222500"/>
                </a:lnTo>
                <a:lnTo>
                  <a:pt x="3154223" y="2215520"/>
                </a:lnTo>
                <a:lnTo>
                  <a:pt x="3182479" y="2196478"/>
                </a:lnTo>
                <a:lnTo>
                  <a:pt x="3201520" y="2168223"/>
                </a:lnTo>
                <a:lnTo>
                  <a:pt x="3208500" y="2133600"/>
                </a:lnTo>
                <a:lnTo>
                  <a:pt x="3208500" y="88900"/>
                </a:lnTo>
                <a:lnTo>
                  <a:pt x="3201520" y="54276"/>
                </a:lnTo>
                <a:lnTo>
                  <a:pt x="3182479" y="26021"/>
                </a:lnTo>
                <a:lnTo>
                  <a:pt x="3154223" y="6979"/>
                </a:lnTo>
                <a:lnTo>
                  <a:pt x="3119600" y="0"/>
                </a:lnTo>
                <a:lnTo>
                  <a:pt x="88900" y="0"/>
                </a:lnTo>
                <a:lnTo>
                  <a:pt x="54276" y="6979"/>
                </a:lnTo>
                <a:lnTo>
                  <a:pt x="26021" y="26021"/>
                </a:lnTo>
                <a:lnTo>
                  <a:pt x="6979" y="54276"/>
                </a:lnTo>
                <a:lnTo>
                  <a:pt x="0" y="88900"/>
                </a:lnTo>
                <a:lnTo>
                  <a:pt x="0" y="2133600"/>
                </a:lnTo>
                <a:lnTo>
                  <a:pt x="6979" y="2168223"/>
                </a:lnTo>
                <a:lnTo>
                  <a:pt x="26021" y="2196478"/>
                </a:lnTo>
                <a:lnTo>
                  <a:pt x="54276" y="2215520"/>
                </a:lnTo>
                <a:lnTo>
                  <a:pt x="88900" y="2222500"/>
                </a:lnTo>
                <a:close/>
              </a:path>
            </a:pathLst>
          </a:custGeom>
          <a:ln xmlns:a="http://schemas.openxmlformats.org/drawingml/2006/main" w="6350">
            <a:solidFill>
              <a:srgbClr val="0A346B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6" name="object 26">
            <a:extLst xmlns:a="http://schemas.openxmlformats.org/drawingml/2006/main">
              <a:ext uri="{FF2B5EF4-FFF2-40B4-BE49-F238E27FC236}">
                <a16:creationId xmlns:a16="http://schemas.microsoft.com/office/drawing/2014/main" id="{E197B336-2401-41F6-B4D4-41A5896A9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868889" y="1737369"/>
            <a:ext cx="3208655" cy="368300"/>
          </a:xfrm>
          <a:custGeom xmlns:a="http://schemas.openxmlformats.org/drawingml/2006/main">
            <a:rect l="l" t="t" r="r" b="b"/>
            <a:pathLst>
              <a:path w="3208654" h="368300">
                <a:moveTo>
                  <a:pt x="3208502" y="88900"/>
                </a:moveTo>
                <a:lnTo>
                  <a:pt x="3201530" y="54267"/>
                </a:lnTo>
                <a:lnTo>
                  <a:pt x="3182480" y="26022"/>
                </a:lnTo>
                <a:lnTo>
                  <a:pt x="3154222" y="6972"/>
                </a:lnTo>
                <a:lnTo>
                  <a:pt x="3119602" y="0"/>
                </a:lnTo>
                <a:lnTo>
                  <a:pt x="88900" y="0"/>
                </a:lnTo>
                <a:lnTo>
                  <a:pt x="54279" y="6972"/>
                </a:lnTo>
                <a:lnTo>
                  <a:pt x="26022" y="26022"/>
                </a:lnTo>
                <a:lnTo>
                  <a:pt x="6985" y="54267"/>
                </a:lnTo>
                <a:lnTo>
                  <a:pt x="0" y="88900"/>
                </a:lnTo>
                <a:lnTo>
                  <a:pt x="0" y="279400"/>
                </a:lnTo>
                <a:lnTo>
                  <a:pt x="0" y="368300"/>
                </a:lnTo>
                <a:lnTo>
                  <a:pt x="88900" y="368300"/>
                </a:lnTo>
                <a:lnTo>
                  <a:pt x="3119602" y="368300"/>
                </a:lnTo>
                <a:lnTo>
                  <a:pt x="3208502" y="368300"/>
                </a:lnTo>
                <a:lnTo>
                  <a:pt x="3208502" y="279400"/>
                </a:lnTo>
                <a:lnTo>
                  <a:pt x="3208502" y="88900"/>
                </a:lnTo>
                <a:close/>
              </a:path>
            </a:pathLst>
          </a:custGeom>
          <a:solidFill xmlns:a="http://schemas.openxmlformats.org/drawingml/2006/main">
            <a:srgbClr val="0A346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7" name="object 27">
            <a:extLst xmlns:a="http://schemas.openxmlformats.org/drawingml/2006/main">
              <a:ext uri="{FF2B5EF4-FFF2-40B4-BE49-F238E27FC236}">
                <a16:creationId xmlns:a16="http://schemas.microsoft.com/office/drawing/2014/main" id="{0A9412B1-08D3-4D3D-8315-7AD26645C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8599" y="1838959"/>
            <a:ext cx="992505" cy="177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1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Before </a:t>
            </a:r>
            <a:r>
              <a:rPr sz="1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approval</a:t>
            </a:r>
            <a:endParaRPr sz="1000">
              <a:latin typeface="Arial"/>
              <a:ea typeface="Arial"/>
              <a:cs typeface="Arial"/>
            </a:endParaRPr>
          </a:p>
        </p:txBody>
      </p:sp>
      <p:pic>
        <p:nvPicPr>
          <p:cNvPr id="78" name="object 2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9a40eeb22904af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4021299" y="2372359"/>
            <a:ext cx="76200" cy="76200"/>
          </a:xfrm>
          <a:prstGeom xmlns:a="http://schemas.openxmlformats.org/drawingml/2006/main" prst="rect">
            <a:avLst/>
          </a:prstGeom>
        </p:spPr>
      </p:pic>
      <p:pic>
        <p:nvPicPr>
          <p:cNvPr id="79" name="object 3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9a40eeb22904af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4021299" y="2585719"/>
            <a:ext cx="76200" cy="76200"/>
          </a:xfrm>
          <a:prstGeom xmlns:a="http://schemas.openxmlformats.org/drawingml/2006/main" prst="rect">
            <a:avLst/>
          </a:prstGeom>
        </p:spPr>
      </p:pic>
      <p:pic>
        <p:nvPicPr>
          <p:cNvPr id="80" name="object 3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9a40eeb22904af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4021299" y="2799079"/>
            <a:ext cx="76200" cy="76200"/>
          </a:xfrm>
          <a:prstGeom xmlns:a="http://schemas.openxmlformats.org/drawingml/2006/main" prst="rect">
            <a:avLst/>
          </a:prstGeom>
        </p:spPr>
      </p:pic>
      <p:pic>
        <p:nvPicPr>
          <p:cNvPr id="81" name="object 3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9a40eeb22904af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4021299" y="3012439"/>
            <a:ext cx="76200" cy="76200"/>
          </a:xfrm>
          <a:prstGeom xmlns:a="http://schemas.openxmlformats.org/drawingml/2006/main" prst="rect">
            <a:avLst/>
          </a:prstGeom>
        </p:spPr>
      </p:pic>
      <p:pic>
        <p:nvPicPr>
          <p:cNvPr id="82" name="object 3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9a40eeb22904af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4021299" y="3225799"/>
            <a:ext cx="76200" cy="76200"/>
          </a:xfrm>
          <a:prstGeom xmlns:a="http://schemas.openxmlformats.org/drawingml/2006/main" prst="rect">
            <a:avLst/>
          </a:prstGeom>
        </p:spPr>
      </p:pic>
      <p:sp>
        <p:nvSpPr>
          <p:cNvPr id="34" name="object 34">
            <a:extLst xmlns:a="http://schemas.openxmlformats.org/drawingml/2006/main">
              <a:ext uri="{FF2B5EF4-FFF2-40B4-BE49-F238E27FC236}">
                <a16:creationId xmlns:a16="http://schemas.microsoft.com/office/drawing/2014/main" id="{147289A2-461C-4472-9F20-E3F381D0F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6399" y="2334260"/>
            <a:ext cx="1901189" cy="10039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524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20"/>
              </a:spcBef>
              <a:buNone/>
            </a:pP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Review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actual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file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and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metadata.</a:t>
            </a:r>
            <a:endParaRPr sz="800">
              <a:latin typeface="Arial MT"/>
              <a:ea typeface="Arial MT"/>
              <a:cs typeface="Arial MT"/>
            </a:endParaRPr>
          </a:p>
          <a:p xmlns:a="http://schemas.openxmlformats.org/drawingml/2006/main">
            <a:pPr marL="12700" marR="247650">
              <a:lnSpc>
                <a:spcPct val="175000"/>
              </a:lnSpc>
              <a:buNone/>
            </a:pP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Confirm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current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approval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stage.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L2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selects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final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recipients.</a:t>
            </a:r>
            <a:endParaRPr sz="800">
              <a:latin typeface="Arial MT"/>
              <a:ea typeface="Arial MT"/>
              <a:cs typeface="Arial MT"/>
            </a:endParaRPr>
          </a:p>
          <a:p xmlns:a="http://schemas.openxmlformats.org/drawingml/2006/main">
            <a:pPr marL="12700" marR="5080">
              <a:lnSpc>
                <a:spcPct val="175000"/>
              </a:lnSpc>
              <a:buNone/>
            </a:pP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L1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completes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final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decision.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Rejection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comments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must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be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actionable.</a:t>
            </a:r>
            <a:endParaRPr sz="800">
              <a:latin typeface="Arial MT"/>
              <a:ea typeface="Arial MT"/>
              <a:cs typeface="Arial MT"/>
            </a:endParaRPr>
          </a:p>
        </p:txBody>
      </p:sp>
      <p:graphicFrame>
        <p:nvGraphicFramePr>
          <p:cNvPr id="84" name="object 35"/>
          <p:cNvGraphicFramePr/>
          <p:nvPr/>
        </p:nvGraphicFramePr>
        <p:xfrm>
          <a:off xmlns:a="http://schemas.openxmlformats.org/drawingml/2006/main" x="479425" y="4210684"/>
          <a:ext xmlns:a="http://schemas.openxmlformats.org/drawingml/2006/main" cx="6673850" cy="2131695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22400"/>
                <a:gridCol w="2463800"/>
                <a:gridCol w="2705100"/>
              </a:tblGrid>
              <a:tr h="251460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30"/>
                        </a:spcBef>
                        <a:buNone/>
                      </a:pPr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Issue</a:t>
                      </a:r>
                      <a:endParaRPr sz="75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6731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  <a:solidFill>
                      <a:srgbClr val="0A346B"/>
                    </a:solidFill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30"/>
                        </a:spcBef>
                        <a:buNone/>
                      </a:pPr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Check</a:t>
                      </a:r>
                      <a:endParaRPr sz="75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6731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  <a:solidFill>
                      <a:srgbClr val="0A346B"/>
                    </a:solidFill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30"/>
                        </a:spcBef>
                        <a:buNone/>
                      </a:pPr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Action</a:t>
                      </a:r>
                      <a:endParaRPr sz="75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6731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  <a:solidFill>
                      <a:srgbClr val="0A346B"/>
                    </a:solidFill>
                  </a:tcPr>
                </a:tc>
              </a:tr>
              <a:tr h="250825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30"/>
                        </a:spcBef>
                        <a:buNone/>
                      </a:pP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Cannot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sign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in</a:t>
                      </a:r>
                      <a:endParaRPr sz="7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731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30"/>
                        </a:spcBef>
                        <a:buNone/>
                      </a:pP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Email/GENID,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password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case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and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account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status.</a:t>
                      </a:r>
                      <a:endParaRPr sz="7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731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30"/>
                        </a:spcBef>
                        <a:buNone/>
                      </a:pP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Use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Forgot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password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or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contact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Admin.</a:t>
                      </a:r>
                      <a:endParaRPr sz="7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731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30"/>
                        </a:spcBef>
                        <a:buNone/>
                      </a:pP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Upload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blocked</a:t>
                      </a:r>
                      <a:endParaRPr sz="7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731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30"/>
                        </a:spcBef>
                        <a:buNone/>
                      </a:pP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File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type/size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and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all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required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metadata/path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fields.</a:t>
                      </a:r>
                      <a:endParaRPr sz="7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731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30"/>
                        </a:spcBef>
                        <a:buNone/>
                      </a:pP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Correct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the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field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marked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in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the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form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and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retry.</a:t>
                      </a:r>
                      <a:endParaRPr sz="7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731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</a:tr>
              <a:tr h="375285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30"/>
                        </a:spcBef>
                        <a:buNone/>
                      </a:pP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Cannot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approve</a:t>
                      </a:r>
                      <a:endParaRPr sz="7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731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30"/>
                        </a:spcBef>
                        <a:buNone/>
                      </a:pP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Document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stage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and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your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QMS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level.</a:t>
                      </a:r>
                      <a:endParaRPr sz="7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731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 marR="277495">
                        <a:lnSpc>
                          <a:spcPct val="108900"/>
                        </a:lnSpc>
                        <a:spcBef>
                          <a:spcPts val="450"/>
                        </a:spcBef>
                        <a:buNone/>
                      </a:pP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L2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handles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Pending;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L1/Admin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handles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Pending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Final Approval.</a:t>
                      </a:r>
                      <a:endParaRPr sz="7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5715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</a:tr>
              <a:tr h="375920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30"/>
                        </a:spcBef>
                        <a:buNone/>
                      </a:pP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Document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not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found</a:t>
                      </a:r>
                      <a:endParaRPr sz="7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731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30"/>
                        </a:spcBef>
                        <a:buNone/>
                      </a:pP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Filters,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QMS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access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and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library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path.</a:t>
                      </a:r>
                      <a:endParaRPr sz="7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731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238760">
                        <a:lnSpc>
                          <a:spcPct val="108900"/>
                        </a:lnSpc>
                        <a:spcBef>
                          <a:spcPts val="450"/>
                        </a:spcBef>
                        <a:buNone/>
                      </a:pP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Reset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filters,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browse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the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correct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category,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then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contact owner.</a:t>
                      </a:r>
                      <a:endParaRPr sz="7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5715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</a:tr>
              <a:tr h="375285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30"/>
                        </a:spcBef>
                        <a:buNone/>
                      </a:pP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Preview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unavailable</a:t>
                      </a:r>
                      <a:endParaRPr sz="7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731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30"/>
                        </a:spcBef>
                        <a:buNone/>
                      </a:pP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Generated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viewing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copy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and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browser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support.</a:t>
                      </a:r>
                      <a:endParaRPr sz="7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731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 marR="315595">
                        <a:lnSpc>
                          <a:spcPct val="108900"/>
                        </a:lnSpc>
                        <a:spcBef>
                          <a:spcPts val="450"/>
                        </a:spcBef>
                        <a:buNone/>
                      </a:pP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Use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Open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file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in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new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tab;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report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repeated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conversion failures.</a:t>
                      </a:r>
                      <a:endParaRPr sz="7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5715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30"/>
                        </a:spcBef>
                        <a:buNone/>
                      </a:pP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Email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not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received</a:t>
                      </a:r>
                      <a:endParaRPr sz="7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731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30"/>
                        </a:spcBef>
                        <a:buNone/>
                      </a:pP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Notification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panel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and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Track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Approvals.</a:t>
                      </a:r>
                      <a:endParaRPr sz="7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731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30"/>
                        </a:spcBef>
                        <a:buNone/>
                      </a:pP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Continue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in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portal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and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report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repeated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email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failures.</a:t>
                      </a:r>
                      <a:endParaRPr sz="7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731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</a:tr>
            </a:tbl>
          </a:graphicData>
        </a:graphic>
      </p:graphicFrame>
      <p:sp>
        <p:nvSpPr>
          <p:cNvPr id="37" name="object 37">
            <a:extLst xmlns:a="http://schemas.openxmlformats.org/drawingml/2006/main">
              <a:ext uri="{FF2B5EF4-FFF2-40B4-BE49-F238E27FC236}">
                <a16:creationId xmlns:a16="http://schemas.microsoft.com/office/drawing/2014/main" id="{17B18025-EAE7-4C85-BCCE-F5C15BC15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6499859"/>
            <a:ext cx="6595109" cy="655320"/>
          </a:xfrm>
          <a:custGeom xmlns:a="http://schemas.openxmlformats.org/drawingml/2006/main">
            <a:rect l="l" t="t" r="r" b="b"/>
            <a:pathLst>
              <a:path w="6595109" h="655320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591820"/>
                </a:lnTo>
                <a:lnTo>
                  <a:pt x="4985" y="616550"/>
                </a:lnTo>
                <a:lnTo>
                  <a:pt x="18586" y="636733"/>
                </a:lnTo>
                <a:lnTo>
                  <a:pt x="38769" y="650334"/>
                </a:lnTo>
                <a:lnTo>
                  <a:pt x="63500" y="655320"/>
                </a:lnTo>
                <a:lnTo>
                  <a:pt x="6531300" y="655320"/>
                </a:lnTo>
                <a:lnTo>
                  <a:pt x="6556030" y="650334"/>
                </a:lnTo>
                <a:lnTo>
                  <a:pt x="6576213" y="636733"/>
                </a:lnTo>
                <a:lnTo>
                  <a:pt x="6589814" y="616550"/>
                </a:lnTo>
                <a:lnTo>
                  <a:pt x="6594800" y="59182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FF6DA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8" name="object 38">
            <a:extLst xmlns:a="http://schemas.openxmlformats.org/drawingml/2006/main">
              <a:ext uri="{FF2B5EF4-FFF2-40B4-BE49-F238E27FC236}">
                <a16:creationId xmlns:a16="http://schemas.microsoft.com/office/drawing/2014/main" id="{183A3ED6-1C9C-4D4A-8D9A-91E51BF0B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6499859"/>
            <a:ext cx="6595109" cy="655320"/>
          </a:xfrm>
          <a:custGeom xmlns:a="http://schemas.openxmlformats.org/drawingml/2006/main">
            <a:rect l="l" t="t" r="r" b="b"/>
            <a:pathLst>
              <a:path w="6595109" h="655320">
                <a:moveTo>
                  <a:pt x="63500" y="655320"/>
                </a:moveTo>
                <a:lnTo>
                  <a:pt x="6531300" y="655320"/>
                </a:lnTo>
                <a:lnTo>
                  <a:pt x="6556030" y="650334"/>
                </a:lnTo>
                <a:lnTo>
                  <a:pt x="6576213" y="636733"/>
                </a:lnTo>
                <a:lnTo>
                  <a:pt x="6589814" y="616550"/>
                </a:lnTo>
                <a:lnTo>
                  <a:pt x="6594800" y="59182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591820"/>
                </a:lnTo>
                <a:lnTo>
                  <a:pt x="4985" y="616550"/>
                </a:lnTo>
                <a:lnTo>
                  <a:pt x="18586" y="636733"/>
                </a:lnTo>
                <a:lnTo>
                  <a:pt x="38769" y="650334"/>
                </a:lnTo>
                <a:lnTo>
                  <a:pt x="63500" y="655320"/>
                </a:lnTo>
                <a:close/>
              </a:path>
            </a:pathLst>
          </a:custGeom>
          <a:ln xmlns:a="http://schemas.openxmlformats.org/drawingml/2006/main" w="6350">
            <a:solidFill>
              <a:srgbClr val="D88300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9" name="object 39">
            <a:extLst xmlns:a="http://schemas.openxmlformats.org/drawingml/2006/main">
              <a:ext uri="{FF2B5EF4-FFF2-40B4-BE49-F238E27FC236}">
                <a16:creationId xmlns:a16="http://schemas.microsoft.com/office/drawing/2014/main" id="{3A74B38C-E9BC-4580-B135-F97F5A01C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6499859"/>
            <a:ext cx="63500" cy="655320"/>
          </a:xfrm>
          <a:custGeom xmlns:a="http://schemas.openxmlformats.org/drawingml/2006/main">
            <a:rect l="l" t="t" r="r" b="b"/>
            <a:pathLst>
              <a:path w="63500" h="655320">
                <a:moveTo>
                  <a:pt x="63500" y="0"/>
                </a:moveTo>
                <a:lnTo>
                  <a:pt x="0" y="0"/>
                </a:lnTo>
                <a:lnTo>
                  <a:pt x="0" y="655320"/>
                </a:lnTo>
                <a:lnTo>
                  <a:pt x="63500" y="655320"/>
                </a:lnTo>
                <a:lnTo>
                  <a:pt x="63500" y="0"/>
                </a:lnTo>
                <a:close/>
              </a:path>
            </a:pathLst>
          </a:custGeom>
          <a:solidFill xmlns:a="http://schemas.openxmlformats.org/drawingml/2006/main">
            <a:srgbClr val="D88300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0" name="object 40">
            <a:extLst xmlns:a="http://schemas.openxmlformats.org/drawingml/2006/main">
              <a:ext uri="{FF2B5EF4-FFF2-40B4-BE49-F238E27FC236}">
                <a16:creationId xmlns:a16="http://schemas.microsoft.com/office/drawing/2014/main" id="{C306B7CB-05D9-41BF-9A92-21C6CAD17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512" y="6560571"/>
            <a:ext cx="6494145" cy="4686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27940" rIns="0" bIns="0">
            <a:spAutoFit/>
          </a:bodyPr>
          <a:lstStyle xmlns:a="http://schemas.openxmlformats.org/drawingml/2006/main"/>
          <a:p xmlns:a="http://schemas.openxmlformats.org/drawingml/2006/main">
            <a:pPr marL="128270">
              <a:lnSpc>
                <a:spcPct val="100000"/>
              </a:lnSpc>
              <a:spcBef>
                <a:spcPts val="220"/>
              </a:spcBef>
              <a:buNone/>
            </a:pPr>
            <a:r>
              <a:rPr sz="10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Support</a:t>
            </a:r>
            <a:r>
              <a:rPr sz="10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 </a:t>
            </a:r>
            <a:r>
              <a:rPr sz="10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information</a:t>
            </a:r>
            <a:r>
              <a:rPr sz="10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 </a:t>
            </a:r>
            <a:r>
              <a:rPr sz="10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to</a:t>
            </a:r>
            <a:r>
              <a:rPr sz="10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 </a:t>
            </a:r>
            <a:r>
              <a:rPr sz="10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provide</a:t>
            </a:r>
            <a:endParaRPr sz="1000">
              <a:latin typeface="Arial"/>
              <a:ea typeface="Arial"/>
              <a:cs typeface="Arial"/>
            </a:endParaRPr>
          </a:p>
          <a:p xmlns:a="http://schemas.openxmlformats.org/drawingml/2006/main">
            <a:pPr marL="128270" marR="221615">
              <a:lnSpc>
                <a:spcPct val="112500"/>
              </a:lnSpc>
              <a:buNone/>
            </a:pP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Share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page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name,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document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number,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time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of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issue,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your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role/QMS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level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and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exact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error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message.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Do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not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send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passwords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or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confidential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file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content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in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support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messages.</a:t>
            </a:r>
            <a:endParaRPr sz="800">
              <a:latin typeface="Arial MT"/>
              <a:ea typeface="Arial MT"/>
              <a:cs typeface="Arial MT"/>
            </a:endParaRPr>
          </a:p>
        </p:txBody>
      </p:sp>
      <p:sp>
        <p:nvSpPr>
          <p:cNvPr id="42" name="object 42">
            <a:extLst xmlns:a="http://schemas.openxmlformats.org/drawingml/2006/main">
              <a:ext uri="{FF2B5EF4-FFF2-40B4-BE49-F238E27FC236}">
                <a16:creationId xmlns:a16="http://schemas.microsoft.com/office/drawing/2014/main" id="{F05B2B46-8B71-4DF6-A7C7-254F7EFA5C25}"/>
              </a:ext>
            </a:extLst>
          </p:cNvPr>
          <p:cNvSpPr>
            <a:spLocks xmlns:a="http://schemas.openxmlformats.org/drawingml/2006/main" noGrp="1"/>
          </p:cNvSpPr>
          <p:nvPr>
            <p:ph type="ft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6985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55"/>
              </a:spcBef>
              <a:buNone/>
            </a:pPr>
            <a:r>
              <a:t>Internal</a:t>
            </a:r>
            <a:r>
              <a:t> </a:t>
            </a:r>
            <a:r>
              <a:t>user</a:t>
            </a:r>
            <a:r>
              <a:t> </a:t>
            </a:r>
            <a:r>
              <a:t>guide</a:t>
            </a:r>
            <a:r>
              <a:t> </a:t>
            </a:r>
            <a:r>
              <a:t>-</a:t>
            </a:r>
            <a:r>
              <a:t> </a:t>
            </a:r>
            <a:r>
              <a:t>controlled</a:t>
            </a:r>
            <a:r>
              <a:t> </a:t>
            </a:r>
            <a:r>
              <a:t>copy</a:t>
            </a:r>
            <a:r>
              <a:t> </a:t>
            </a:r>
            <a:r>
              <a:t>when</a:t>
            </a:r>
            <a:r>
              <a:t> </a:t>
            </a:r>
            <a:r>
              <a:t>viewed</a:t>
            </a:r>
            <a:r>
              <a:t> </a:t>
            </a:r>
            <a:r>
              <a:t>in</a:t>
            </a:r>
            <a:r>
              <a:t> </a:t>
            </a:r>
            <a:r>
              <a:t>the</a:t>
            </a:r>
            <a:r>
              <a:t> </a:t>
            </a:r>
            <a:r>
              <a:t>DMS</a:t>
            </a:r>
            <a:r>
              <a:t> </a:t>
            </a:r>
            <a:r>
              <a:t>portal</a:t>
            </a:r>
          </a:p>
        </p:txBody>
      </p:sp>
      <p:sp>
        <p:nvSpPr>
          <p:cNvPr id="43" name="object 43">
            <a:extLst xmlns:a="http://schemas.openxmlformats.org/drawingml/2006/main">
              <a:ext uri="{FF2B5EF4-FFF2-40B4-BE49-F238E27FC236}">
                <a16:creationId xmlns:a16="http://schemas.microsoft.com/office/drawing/2014/main" id="{DE91673E-160C-4624-A1CC-84759DA9E006}"/>
              </a:ext>
            </a:extLst>
          </p:cNvPr>
          <p:cNvSpPr>
            <a:spLocks xmlns:a="http://schemas.openxmlformats.org/drawingml/2006/main" noGrp="1"/>
          </p:cNvSpPr>
          <p:nvPr>
            <p:ph type="dt" idx="6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6985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55"/>
              </a:spcBef>
              <a:buNone/>
            </a:pPr>
            <a:r>
              <a:t>Smart</a:t>
            </a:r>
            <a:r>
              <a:t> </a:t>
            </a:r>
            <a:r>
              <a:t>DMS</a:t>
            </a:r>
            <a:r>
              <a:t> </a:t>
            </a:r>
            <a:r>
              <a:t>v2.0.0</a:t>
            </a:r>
          </a:p>
        </p:txBody>
      </p:sp>
      <p:sp>
        <p:nvSpPr>
          <p:cNvPr id="41" name="object 41">
            <a:extLst xmlns:a="http://schemas.openxmlformats.org/drawingml/2006/main">
              <a:ext uri="{FF2B5EF4-FFF2-40B4-BE49-F238E27FC236}">
                <a16:creationId xmlns:a16="http://schemas.microsoft.com/office/drawing/2014/main" id="{2D965A00-A15F-419B-8C0C-DE65E5D78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3495" y="9955400"/>
            <a:ext cx="1853564" cy="177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10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End</a:t>
            </a:r>
            <a:r>
              <a:rPr sz="10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 </a:t>
            </a:r>
            <a:r>
              <a:rPr sz="10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of controlled</a:t>
            </a:r>
            <a:r>
              <a:rPr sz="10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 </a:t>
            </a:r>
            <a:r>
              <a:rPr sz="10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user </a:t>
            </a:r>
            <a:r>
              <a:rPr sz="10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manual</a:t>
            </a:r>
            <a:endParaRPr sz="1000"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27438183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2026-08-10T07:18:32.6320000Z</dcterms:created>
  <dcterms:modified xsi:type="dcterms:W3CDTF">2026-08-10T07:18:32.6320000Z</dcterms:modified>
</coreProperties>
</file>