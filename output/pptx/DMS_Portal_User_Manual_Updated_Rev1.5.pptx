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55136dc79b4fde" /><Relationship Type="http://schemas.openxmlformats.org/officeDocument/2006/relationships/extended-properties" Target="/docProps/app.xml" Id="Rbf27e69272984228" /><Relationship Type="http://schemas.openxmlformats.org/officeDocument/2006/relationships/officeDocument" Target="/ppt/presentation.xml" Id="R6345626a5d8046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b8a219510945d5"/>
  </p:sldMasterIdLst>
  <p:notesMasterIdLst>
    <p:notesMasterId xmlns:r="http://schemas.openxmlformats.org/officeDocument/2006/relationships" r:id="Rc30a0825416d4e45"/>
  </p:notesMasterIdLst>
  <p:sldIdLst>
    <p:sldId xmlns:r="http://schemas.openxmlformats.org/officeDocument/2006/relationships" id="256" r:id="R2966481f35f2452a"/>
    <p:sldId xmlns:r="http://schemas.openxmlformats.org/officeDocument/2006/relationships" id="257" r:id="R99ca45242c3044c9"/>
    <p:sldId xmlns:r="http://schemas.openxmlformats.org/officeDocument/2006/relationships" id="258" r:id="R3727102345df4565"/>
    <p:sldId xmlns:r="http://schemas.openxmlformats.org/officeDocument/2006/relationships" id="259" r:id="R14f8ddf49cfd4df2"/>
    <p:sldId xmlns:r="http://schemas.openxmlformats.org/officeDocument/2006/relationships" id="260" r:id="R0bfe301b69fe448e"/>
    <p:sldId xmlns:r="http://schemas.openxmlformats.org/officeDocument/2006/relationships" id="261" r:id="Rd0a66382e0fb43d5"/>
    <p:sldId xmlns:r="http://schemas.openxmlformats.org/officeDocument/2006/relationships" id="262" r:id="Rb37d8830db564e38"/>
    <p:sldId xmlns:r="http://schemas.openxmlformats.org/officeDocument/2006/relationships" id="263" r:id="R8788c425a1554d4b"/>
    <p:sldId xmlns:r="http://schemas.openxmlformats.org/officeDocument/2006/relationships" id="264" r:id="R213d4387d6df4b3c"/>
    <p:sldId xmlns:r="http://schemas.openxmlformats.org/officeDocument/2006/relationships" id="265" r:id="Rd0a2f64eb22a462d"/>
    <p:sldId xmlns:r="http://schemas.openxmlformats.org/officeDocument/2006/relationships" id="266" r:id="R13f0cd69ffba43d0"/>
    <p:sldId xmlns:r="http://schemas.openxmlformats.org/officeDocument/2006/relationships" id="267" r:id="R68b8dd4e431f4dc2"/>
    <p:sldId xmlns:r="http://schemas.openxmlformats.org/officeDocument/2006/relationships" id="268" r:id="Rbe848c8e5a6343ed"/>
    <p:sldId xmlns:r="http://schemas.openxmlformats.org/officeDocument/2006/relationships" id="269" r:id="R09c900f85ff04167"/>
    <p:sldId xmlns:r="http://schemas.openxmlformats.org/officeDocument/2006/relationships" id="270" r:id="Rb0f7139f157941b7"/>
    <p:sldId xmlns:r="http://schemas.openxmlformats.org/officeDocument/2006/relationships" id="271" r:id="Rffd96f8fbe5d469b"/>
    <p:sldId xmlns:r="http://schemas.openxmlformats.org/officeDocument/2006/relationships" id="272" r:id="Rdda8927ce61440ed"/>
    <p:sldId xmlns:r="http://schemas.openxmlformats.org/officeDocument/2006/relationships" id="273" r:id="R94d8008b7f334247"/>
    <p:sldId xmlns:r="http://schemas.openxmlformats.org/officeDocument/2006/relationships" id="274" r:id="R15939e97f5394c21"/>
    <p:sldId xmlns:r="http://schemas.openxmlformats.org/officeDocument/2006/relationships" id="275" r:id="Re754b559433c4564"/>
    <p:sldId xmlns:r="http://schemas.openxmlformats.org/officeDocument/2006/relationships" id="276" r:id="R1fdd29465bd44aa3"/>
    <p:sldId xmlns:r="http://schemas.openxmlformats.org/officeDocument/2006/relationships" id="277" r:id="R979a91df80dc48b3"/>
    <p:sldId xmlns:r="http://schemas.openxmlformats.org/officeDocument/2006/relationships" id="278" r:id="R83749e4416154c9c"/>
    <p:sldId xmlns:r="http://schemas.openxmlformats.org/officeDocument/2006/relationships" id="279" r:id="Rf0fec4109c2d420c"/>
    <p:sldId xmlns:r="http://schemas.openxmlformats.org/officeDocument/2006/relationships" id="280" r:id="R133e2236f10c41b2"/>
    <p:sldId xmlns:r="http://schemas.openxmlformats.org/officeDocument/2006/relationships" id="281" r:id="R491701a69a844c0f"/>
    <p:sldId xmlns:r="http://schemas.openxmlformats.org/officeDocument/2006/relationships" id="282" r:id="R149018a6935a4287"/>
  </p:sldIdLst>
  <p:sldSz cx="7556500" cy="10693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c5658970df4b78" /><Relationship Type="http://schemas.openxmlformats.org/officeDocument/2006/relationships/slideMaster" Target="/ppt/slideMasters/slideMaster1.xml" Id="R84b8a219510945d5" /><Relationship Type="http://schemas.openxmlformats.org/officeDocument/2006/relationships/notesMaster" Target="/ppt/notesMasters/notesMaster1.xml" Id="Rc30a0825416d4e45" /><Relationship Type="http://schemas.openxmlformats.org/officeDocument/2006/relationships/presProps" Target="/ppt/presProps.xml" Id="R842a087f8c394cbd" /><Relationship Type="http://schemas.openxmlformats.org/officeDocument/2006/relationships/viewProps" Target="/ppt/viewProps.xml" Id="R5e59e99dc41a4ddb" /><Relationship Type="http://schemas.openxmlformats.org/officeDocument/2006/relationships/tableStyles" Target="/ppt/tableStyles.xml" Id="Rca09eb45c1554cee" /><Relationship Type="http://schemas.openxmlformats.org/officeDocument/2006/relationships/slide" Target="/ppt/slides/slide1.xml" Id="R2966481f35f2452a" /><Relationship Type="http://schemas.openxmlformats.org/officeDocument/2006/relationships/slide" Target="/ppt/slides/slide2.xml" Id="R99ca45242c3044c9" /><Relationship Type="http://schemas.openxmlformats.org/officeDocument/2006/relationships/slide" Target="/ppt/slides/slide3.xml" Id="R3727102345df4565" /><Relationship Type="http://schemas.openxmlformats.org/officeDocument/2006/relationships/slide" Target="/ppt/slides/slide4.xml" Id="R14f8ddf49cfd4df2" /><Relationship Type="http://schemas.openxmlformats.org/officeDocument/2006/relationships/slide" Target="/ppt/slides/slide5.xml" Id="R0bfe301b69fe448e" /><Relationship Type="http://schemas.openxmlformats.org/officeDocument/2006/relationships/slide" Target="/ppt/slides/slide6.xml" Id="Rd0a66382e0fb43d5" /><Relationship Type="http://schemas.openxmlformats.org/officeDocument/2006/relationships/slide" Target="/ppt/slides/slide7.xml" Id="Rb37d8830db564e38" /><Relationship Type="http://schemas.openxmlformats.org/officeDocument/2006/relationships/slide" Target="/ppt/slides/slide8.xml" Id="R8788c425a1554d4b" /><Relationship Type="http://schemas.openxmlformats.org/officeDocument/2006/relationships/slide" Target="/ppt/slides/slide9.xml" Id="R213d4387d6df4b3c" /><Relationship Type="http://schemas.openxmlformats.org/officeDocument/2006/relationships/slide" Target="/ppt/slides/slide10.xml" Id="Rd0a2f64eb22a462d" /><Relationship Type="http://schemas.openxmlformats.org/officeDocument/2006/relationships/slide" Target="/ppt/slides/slide11.xml" Id="R13f0cd69ffba43d0" /><Relationship Type="http://schemas.openxmlformats.org/officeDocument/2006/relationships/slide" Target="/ppt/slides/slide12.xml" Id="R68b8dd4e431f4dc2" /><Relationship Type="http://schemas.openxmlformats.org/officeDocument/2006/relationships/slide" Target="/ppt/slides/slide13.xml" Id="Rbe848c8e5a6343ed" /><Relationship Type="http://schemas.openxmlformats.org/officeDocument/2006/relationships/slide" Target="/ppt/slides/slide14.xml" Id="R09c900f85ff04167" /><Relationship Type="http://schemas.openxmlformats.org/officeDocument/2006/relationships/slide" Target="/ppt/slides/slide15.xml" Id="Rb0f7139f157941b7" /><Relationship Type="http://schemas.openxmlformats.org/officeDocument/2006/relationships/slide" Target="/ppt/slides/slide16.xml" Id="Rffd96f8fbe5d469b" /><Relationship Type="http://schemas.openxmlformats.org/officeDocument/2006/relationships/slide" Target="/ppt/slides/slide17.xml" Id="Rdda8927ce61440ed" /><Relationship Type="http://schemas.openxmlformats.org/officeDocument/2006/relationships/slide" Target="/ppt/slides/slide18.xml" Id="R94d8008b7f334247" /><Relationship Type="http://schemas.openxmlformats.org/officeDocument/2006/relationships/slide" Target="/ppt/slides/slide19.xml" Id="R15939e97f5394c21" /><Relationship Type="http://schemas.openxmlformats.org/officeDocument/2006/relationships/slide" Target="/ppt/slides/slide20.xml" Id="Re754b559433c4564" /><Relationship Type="http://schemas.openxmlformats.org/officeDocument/2006/relationships/slide" Target="/ppt/slides/slide21.xml" Id="R1fdd29465bd44aa3" /><Relationship Type="http://schemas.openxmlformats.org/officeDocument/2006/relationships/slide" Target="/ppt/slides/slide22.xml" Id="R979a91df80dc48b3" /><Relationship Type="http://schemas.openxmlformats.org/officeDocument/2006/relationships/slide" Target="/ppt/slides/slide23.xml" Id="R83749e4416154c9c" /><Relationship Type="http://schemas.openxmlformats.org/officeDocument/2006/relationships/slide" Target="/ppt/slides/slide24.xml" Id="Rf0fec4109c2d420c" /><Relationship Type="http://schemas.openxmlformats.org/officeDocument/2006/relationships/slide" Target="/ppt/slides/slide25.xml" Id="R133e2236f10c41b2" /><Relationship Type="http://schemas.openxmlformats.org/officeDocument/2006/relationships/slide" Target="/ppt/slides/slide26.xml" Id="R491701a69a844c0f" /><Relationship Type="http://schemas.openxmlformats.org/officeDocument/2006/relationships/slide" Target="/ppt/slides/slide27.xml" Id="R149018a6935a42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06babaf94048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f1946629e14247" /><Relationship Type="http://schemas.openxmlformats.org/officeDocument/2006/relationships/notesMaster" Target="/ppt/notesMasters/notesMaster1.xml" Id="R3abc393fd7194b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565e8ec55247d7" /><Relationship Type="http://schemas.openxmlformats.org/officeDocument/2006/relationships/notesMaster" Target="/ppt/notesMasters/notesMaster1.xml" Id="R9df3c2512f3843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8a417d0b6f4098" /><Relationship Type="http://schemas.openxmlformats.org/officeDocument/2006/relationships/notesMaster" Target="/ppt/notesMasters/notesMaster1.xml" Id="Rbdae23297f0f4e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e268a6ab1346c2" /><Relationship Type="http://schemas.openxmlformats.org/officeDocument/2006/relationships/notesMaster" Target="/ppt/notesMasters/notesMaster1.xml" Id="R76b2f352725940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f24f77264147fe" /><Relationship Type="http://schemas.openxmlformats.org/officeDocument/2006/relationships/notesMaster" Target="/ppt/notesMasters/notesMaster1.xml" Id="R1881773748f949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1dd5e87b6a4f2d" /><Relationship Type="http://schemas.openxmlformats.org/officeDocument/2006/relationships/notesMaster" Target="/ppt/notesMasters/notesMaster1.xml" Id="Rba4af5fca73043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cad7d1661a42bf" /><Relationship Type="http://schemas.openxmlformats.org/officeDocument/2006/relationships/notesMaster" Target="/ppt/notesMasters/notesMaster1.xml" Id="R86fb8ce8e73349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5ab4735921490c" /><Relationship Type="http://schemas.openxmlformats.org/officeDocument/2006/relationships/notesMaster" Target="/ppt/notesMasters/notesMaster1.xml" Id="Re3c3ead6a22e4d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a7a59ec027473a" /><Relationship Type="http://schemas.openxmlformats.org/officeDocument/2006/relationships/notesMaster" Target="/ppt/notesMasters/notesMaster1.xml" Id="R8a99ea18e97c4b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b3f3ffa17b41bd" /><Relationship Type="http://schemas.openxmlformats.org/officeDocument/2006/relationships/notesMaster" Target="/ppt/notesMasters/notesMaster1.xml" Id="R1fab785087b44b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d05ca29e2b47d2" /><Relationship Type="http://schemas.openxmlformats.org/officeDocument/2006/relationships/notesMaster" Target="/ppt/notesMasters/notesMaster1.xml" Id="Ra2fed06a6b0b46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4b6fd77a864d8e" /><Relationship Type="http://schemas.openxmlformats.org/officeDocument/2006/relationships/notesMaster" Target="/ppt/notesMasters/notesMaster1.xml" Id="R98e979fee46348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a62614569a4715" /><Relationship Type="http://schemas.openxmlformats.org/officeDocument/2006/relationships/notesMaster" Target="/ppt/notesMasters/notesMaster1.xml" Id="Rebadf692d3ed4a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4926df1e6d41a7" /><Relationship Type="http://schemas.openxmlformats.org/officeDocument/2006/relationships/notesMaster" Target="/ppt/notesMasters/notesMaster1.xml" Id="R77a3233cf2b949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ab07b2adcb475c" /><Relationship Type="http://schemas.openxmlformats.org/officeDocument/2006/relationships/notesMaster" Target="/ppt/notesMasters/notesMaster1.xml" Id="Rc36c248fd72842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82c640c05844f9" /><Relationship Type="http://schemas.openxmlformats.org/officeDocument/2006/relationships/notesMaster" Target="/ppt/notesMasters/notesMaster1.xml" Id="R7ceb04b30e8146c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b52a22f0f74f82" /><Relationship Type="http://schemas.openxmlformats.org/officeDocument/2006/relationships/notesMaster" Target="/ppt/notesMasters/notesMaster1.xml" Id="Rba7d19a0efb1488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9cd2d6832194c48" /><Relationship Type="http://schemas.openxmlformats.org/officeDocument/2006/relationships/notesMaster" Target="/ppt/notesMasters/notesMaster1.xml" Id="Rf4d77aa915d543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6f0e43ec2854ec9" /><Relationship Type="http://schemas.openxmlformats.org/officeDocument/2006/relationships/notesMaster" Target="/ppt/notesMasters/notesMaster1.xml" Id="R311d86a5a2af4e8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242476e61a648cb" /><Relationship Type="http://schemas.openxmlformats.org/officeDocument/2006/relationships/notesMaster" Target="/ppt/notesMasters/notesMaster1.xml" Id="R9453cf3eeb844a4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7868da2b7f4428a" /><Relationship Type="http://schemas.openxmlformats.org/officeDocument/2006/relationships/notesMaster" Target="/ppt/notesMasters/notesMaster1.xml" Id="R2285c96502f742e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d18c2ad30c9414a" /><Relationship Type="http://schemas.openxmlformats.org/officeDocument/2006/relationships/notesMaster" Target="/ppt/notesMasters/notesMaster1.xml" Id="Ra055e2a5d7c844e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0903e0644674b5f" /><Relationship Type="http://schemas.openxmlformats.org/officeDocument/2006/relationships/notesMaster" Target="/ppt/notesMasters/notesMaster1.xml" Id="Rd9e4a547b43148f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03f579594c5443d" /><Relationship Type="http://schemas.openxmlformats.org/officeDocument/2006/relationships/notesMaster" Target="/ppt/notesMasters/notesMaster1.xml" Id="R8816cb9cbc4c4f7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65ac885536b4e40" /><Relationship Type="http://schemas.openxmlformats.org/officeDocument/2006/relationships/notesMaster" Target="/ppt/notesMasters/notesMaster1.xml" Id="Rf15649a26a254d0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9e9988f2d58497f" /><Relationship Type="http://schemas.openxmlformats.org/officeDocument/2006/relationships/notesMaster" Target="/ppt/notesMasters/notesMaster1.xml" Id="Ra02aef375cec481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faa2ddae4634804" /><Relationship Type="http://schemas.openxmlformats.org/officeDocument/2006/relationships/notesMaster" Target="/ppt/notesMasters/notesMaster1.xml" Id="Rd0bb501d33e44e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a25960fe346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de2a7b83a24af3" /><Relationship Type="http://schemas.openxmlformats.org/officeDocument/2006/relationships/image" Target="/ppt/media/image.jpeg" Id="R22302cbf322247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120cb057154c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02d277e6749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e595f928d7499a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7D6374BD-3661-4FEB-AB13-182A9D29866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7213" y="3314954"/>
            <a:ext cx="6428422" cy="2245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C29CDF68-93FB-4ED3-A095-1605C48F4655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134427" y="5988304"/>
            <a:ext cx="5293995" cy="267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E9D9B2F6-C8C1-4B3F-A9B5-804123C0641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EDFFA541-67D6-4F29-8378-53A068A4742F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D6013E5D-11FC-4DE0-BF30-A671B96AC636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 type="obj" preserve="1">
  <p:cSld name="Title and Conten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g object 16">
            <a:extLst xmlns:a="http://schemas.openxmlformats.org/drawingml/2006/main">
              <a:ext uri="{FF2B5EF4-FFF2-40B4-BE49-F238E27FC236}">
                <a16:creationId xmlns:a16="http://schemas.microsoft.com/office/drawing/2014/main" id="{714C8603-B0F2-4CAA-9C11-C4E78D3F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0309" cy="10692130"/>
          </a:xfrm>
          <a:custGeom xmlns:a="http://schemas.openxmlformats.org/drawingml/2006/main">
            <a:rect l="l" t="t" r="r" b="b"/>
            <a:pathLst>
              <a:path w="7560309" h="10692130">
                <a:moveTo>
                  <a:pt x="7560000" y="0"/>
                </a:moveTo>
                <a:lnTo>
                  <a:pt x="0" y="0"/>
                </a:lnTo>
                <a:lnTo>
                  <a:pt x="0" y="10692000"/>
                </a:lnTo>
                <a:lnTo>
                  <a:pt x="7560000" y="106920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bg object 17">
            <a:extLst xmlns:a="http://schemas.openxmlformats.org/drawingml/2006/main">
              <a:ext uri="{FF2B5EF4-FFF2-40B4-BE49-F238E27FC236}">
                <a16:creationId xmlns:a16="http://schemas.microsoft.com/office/drawing/2014/main" id="{3D4D9DA6-60AB-45EB-8988-AAEC68B6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000" y="0"/>
            <a:ext cx="2413000" cy="3544570"/>
          </a:xfrm>
          <a:custGeom xmlns:a="http://schemas.openxmlformats.org/drawingml/2006/main">
            <a:rect l="l" t="t" r="r" b="b"/>
            <a:pathLst>
              <a:path w="2413000" h="3544570">
                <a:moveTo>
                  <a:pt x="2412999" y="0"/>
                </a:moveTo>
                <a:lnTo>
                  <a:pt x="151838" y="0"/>
                </a:lnTo>
                <a:lnTo>
                  <a:pt x="147830" y="11189"/>
                </a:lnTo>
                <a:lnTo>
                  <a:pt x="133072" y="54762"/>
                </a:lnTo>
                <a:lnTo>
                  <a:pt x="119048" y="98669"/>
                </a:lnTo>
                <a:lnTo>
                  <a:pt x="105765" y="142901"/>
                </a:lnTo>
                <a:lnTo>
                  <a:pt x="93231" y="187452"/>
                </a:lnTo>
                <a:lnTo>
                  <a:pt x="81452" y="232314"/>
                </a:lnTo>
                <a:lnTo>
                  <a:pt x="70437" y="277480"/>
                </a:lnTo>
                <a:lnTo>
                  <a:pt x="60192" y="322944"/>
                </a:lnTo>
                <a:lnTo>
                  <a:pt x="50725" y="368696"/>
                </a:lnTo>
                <a:lnTo>
                  <a:pt x="42043" y="414731"/>
                </a:lnTo>
                <a:lnTo>
                  <a:pt x="34153" y="461041"/>
                </a:lnTo>
                <a:lnTo>
                  <a:pt x="27063" y="507618"/>
                </a:lnTo>
                <a:lnTo>
                  <a:pt x="20779" y="554456"/>
                </a:lnTo>
                <a:lnTo>
                  <a:pt x="15310" y="601547"/>
                </a:lnTo>
                <a:lnTo>
                  <a:pt x="10662" y="648884"/>
                </a:lnTo>
                <a:lnTo>
                  <a:pt x="6843" y="696459"/>
                </a:lnTo>
                <a:lnTo>
                  <a:pt x="3860" y="744265"/>
                </a:lnTo>
                <a:lnTo>
                  <a:pt x="1720" y="792296"/>
                </a:lnTo>
                <a:lnTo>
                  <a:pt x="431" y="840543"/>
                </a:lnTo>
                <a:lnTo>
                  <a:pt x="0" y="888999"/>
                </a:lnTo>
                <a:lnTo>
                  <a:pt x="431" y="937455"/>
                </a:lnTo>
                <a:lnTo>
                  <a:pt x="1720" y="985702"/>
                </a:lnTo>
                <a:lnTo>
                  <a:pt x="3860" y="1033733"/>
                </a:lnTo>
                <a:lnTo>
                  <a:pt x="6843" y="1081539"/>
                </a:lnTo>
                <a:lnTo>
                  <a:pt x="10662" y="1129114"/>
                </a:lnTo>
                <a:lnTo>
                  <a:pt x="15310" y="1176451"/>
                </a:lnTo>
                <a:lnTo>
                  <a:pt x="20779" y="1223542"/>
                </a:lnTo>
                <a:lnTo>
                  <a:pt x="27063" y="1270380"/>
                </a:lnTo>
                <a:lnTo>
                  <a:pt x="34153" y="1316957"/>
                </a:lnTo>
                <a:lnTo>
                  <a:pt x="42043" y="1363267"/>
                </a:lnTo>
                <a:lnTo>
                  <a:pt x="50725" y="1409302"/>
                </a:lnTo>
                <a:lnTo>
                  <a:pt x="60192" y="1455055"/>
                </a:lnTo>
                <a:lnTo>
                  <a:pt x="70437" y="1500518"/>
                </a:lnTo>
                <a:lnTo>
                  <a:pt x="81452" y="1545684"/>
                </a:lnTo>
                <a:lnTo>
                  <a:pt x="93231" y="1590546"/>
                </a:lnTo>
                <a:lnTo>
                  <a:pt x="105765" y="1635097"/>
                </a:lnTo>
                <a:lnTo>
                  <a:pt x="119048" y="1679330"/>
                </a:lnTo>
                <a:lnTo>
                  <a:pt x="133072" y="1723236"/>
                </a:lnTo>
                <a:lnTo>
                  <a:pt x="147830" y="1766809"/>
                </a:lnTo>
                <a:lnTo>
                  <a:pt x="163315" y="1810042"/>
                </a:lnTo>
                <a:lnTo>
                  <a:pt x="179519" y="1852926"/>
                </a:lnTo>
                <a:lnTo>
                  <a:pt x="196435" y="1895456"/>
                </a:lnTo>
                <a:lnTo>
                  <a:pt x="214057" y="1937623"/>
                </a:lnTo>
                <a:lnTo>
                  <a:pt x="232375" y="1979421"/>
                </a:lnTo>
                <a:lnTo>
                  <a:pt x="251384" y="2020842"/>
                </a:lnTo>
                <a:lnTo>
                  <a:pt x="271076" y="2061878"/>
                </a:lnTo>
                <a:lnTo>
                  <a:pt x="291444" y="2102523"/>
                </a:lnTo>
                <a:lnTo>
                  <a:pt x="312480" y="2142769"/>
                </a:lnTo>
                <a:lnTo>
                  <a:pt x="334178" y="2182609"/>
                </a:lnTo>
                <a:lnTo>
                  <a:pt x="356529" y="2222036"/>
                </a:lnTo>
                <a:lnTo>
                  <a:pt x="379526" y="2261042"/>
                </a:lnTo>
                <a:lnTo>
                  <a:pt x="403163" y="2299620"/>
                </a:lnTo>
                <a:lnTo>
                  <a:pt x="427432" y="2337763"/>
                </a:lnTo>
                <a:lnTo>
                  <a:pt x="452326" y="2375463"/>
                </a:lnTo>
                <a:lnTo>
                  <a:pt x="477837" y="2412714"/>
                </a:lnTo>
                <a:lnTo>
                  <a:pt x="503958" y="2449507"/>
                </a:lnTo>
                <a:lnTo>
                  <a:pt x="530682" y="2485836"/>
                </a:lnTo>
                <a:lnTo>
                  <a:pt x="558002" y="2521693"/>
                </a:lnTo>
                <a:lnTo>
                  <a:pt x="585909" y="2557072"/>
                </a:lnTo>
                <a:lnTo>
                  <a:pt x="614398" y="2591964"/>
                </a:lnTo>
                <a:lnTo>
                  <a:pt x="643461" y="2626362"/>
                </a:lnTo>
                <a:lnTo>
                  <a:pt x="673090" y="2660260"/>
                </a:lnTo>
                <a:lnTo>
                  <a:pt x="703277" y="2693650"/>
                </a:lnTo>
                <a:lnTo>
                  <a:pt x="734017" y="2726524"/>
                </a:lnTo>
                <a:lnTo>
                  <a:pt x="765302" y="2758875"/>
                </a:lnTo>
                <a:lnTo>
                  <a:pt x="797123" y="2790697"/>
                </a:lnTo>
                <a:lnTo>
                  <a:pt x="829475" y="2821981"/>
                </a:lnTo>
                <a:lnTo>
                  <a:pt x="862349" y="2852721"/>
                </a:lnTo>
                <a:lnTo>
                  <a:pt x="895739" y="2882909"/>
                </a:lnTo>
                <a:lnTo>
                  <a:pt x="929636" y="2912538"/>
                </a:lnTo>
                <a:lnTo>
                  <a:pt x="964035" y="2941600"/>
                </a:lnTo>
                <a:lnTo>
                  <a:pt x="998927" y="2970089"/>
                </a:lnTo>
                <a:lnTo>
                  <a:pt x="1034305" y="2997997"/>
                </a:lnTo>
                <a:lnTo>
                  <a:pt x="1070163" y="3025317"/>
                </a:lnTo>
                <a:lnTo>
                  <a:pt x="1106492" y="3052041"/>
                </a:lnTo>
                <a:lnTo>
                  <a:pt x="1143285" y="3078162"/>
                </a:lnTo>
                <a:lnTo>
                  <a:pt x="1180535" y="3103673"/>
                </a:lnTo>
                <a:lnTo>
                  <a:pt x="1218236" y="3128566"/>
                </a:lnTo>
                <a:lnTo>
                  <a:pt x="1256379" y="3152835"/>
                </a:lnTo>
                <a:lnTo>
                  <a:pt x="1294957" y="3176472"/>
                </a:lnTo>
                <a:lnTo>
                  <a:pt x="1333963" y="3199470"/>
                </a:lnTo>
                <a:lnTo>
                  <a:pt x="1373389" y="3221821"/>
                </a:lnTo>
                <a:lnTo>
                  <a:pt x="1413229" y="3243518"/>
                </a:lnTo>
                <a:lnTo>
                  <a:pt x="1453475" y="3264554"/>
                </a:lnTo>
                <a:lnTo>
                  <a:pt x="1494120" y="3284922"/>
                </a:lnTo>
                <a:lnTo>
                  <a:pt x="1535157" y="3304614"/>
                </a:lnTo>
                <a:lnTo>
                  <a:pt x="1576578" y="3323623"/>
                </a:lnTo>
                <a:lnTo>
                  <a:pt x="1618375" y="3341942"/>
                </a:lnTo>
                <a:lnTo>
                  <a:pt x="1660543" y="3359563"/>
                </a:lnTo>
                <a:lnTo>
                  <a:pt x="1703072" y="3376480"/>
                </a:lnTo>
                <a:lnTo>
                  <a:pt x="1745957" y="3392684"/>
                </a:lnTo>
                <a:lnTo>
                  <a:pt x="1789190" y="3408169"/>
                </a:lnTo>
                <a:lnTo>
                  <a:pt x="1832763" y="3422927"/>
                </a:lnTo>
                <a:lnTo>
                  <a:pt x="1876669" y="3436951"/>
                </a:lnTo>
                <a:lnTo>
                  <a:pt x="1920901" y="3450234"/>
                </a:lnTo>
                <a:lnTo>
                  <a:pt x="1965452" y="3462768"/>
                </a:lnTo>
                <a:lnTo>
                  <a:pt x="2010314" y="3474546"/>
                </a:lnTo>
                <a:lnTo>
                  <a:pt x="2055481" y="3485562"/>
                </a:lnTo>
                <a:lnTo>
                  <a:pt x="2100944" y="3495807"/>
                </a:lnTo>
                <a:lnTo>
                  <a:pt x="2146697" y="3505274"/>
                </a:lnTo>
                <a:lnTo>
                  <a:pt x="2192732" y="3513956"/>
                </a:lnTo>
                <a:lnTo>
                  <a:pt x="2239041" y="3521846"/>
                </a:lnTo>
                <a:lnTo>
                  <a:pt x="2285619" y="3528936"/>
                </a:lnTo>
                <a:lnTo>
                  <a:pt x="2332457" y="3535219"/>
                </a:lnTo>
                <a:lnTo>
                  <a:pt x="2379548" y="3540689"/>
                </a:lnTo>
                <a:lnTo>
                  <a:pt x="2412999" y="3543973"/>
                </a:lnTo>
                <a:lnTo>
                  <a:pt x="2412999" y="0"/>
                </a:lnTo>
                <a:close/>
              </a:path>
            </a:pathLst>
          </a:custGeom>
          <a:solidFill xmlns:a="http://schemas.openxmlformats.org/drawingml/2006/main">
            <a:srgbClr val="082A54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bg object 18">
            <a:extLst xmlns:a="http://schemas.openxmlformats.org/drawingml/2006/main">
              <a:ext uri="{FF2B5EF4-FFF2-40B4-BE49-F238E27FC236}">
                <a16:creationId xmlns:a16="http://schemas.microsoft.com/office/drawing/2014/main" id="{D3D43E62-D3DD-4A52-97BB-ABA07A68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9728"/>
            <a:ext cx="1778000" cy="3372485"/>
          </a:xfrm>
          <a:custGeom xmlns:a="http://schemas.openxmlformats.org/drawingml/2006/main">
            <a:rect l="l" t="t" r="r" b="b"/>
            <a:pathLst>
              <a:path w="1778000" h="3372484">
                <a:moveTo>
                  <a:pt x="0" y="0"/>
                </a:moveTo>
                <a:lnTo>
                  <a:pt x="0" y="3372271"/>
                </a:lnTo>
                <a:lnTo>
                  <a:pt x="1472070" y="3372271"/>
                </a:lnTo>
                <a:lnTo>
                  <a:pt x="1510159" y="3303931"/>
                </a:lnTo>
                <a:lnTo>
                  <a:pt x="1531139" y="3263652"/>
                </a:lnTo>
                <a:lnTo>
                  <a:pt x="1551339" y="3222908"/>
                </a:lnTo>
                <a:lnTo>
                  <a:pt x="1570747" y="3181711"/>
                </a:lnTo>
                <a:lnTo>
                  <a:pt x="1589354" y="3140070"/>
                </a:lnTo>
                <a:lnTo>
                  <a:pt x="1607150" y="3097994"/>
                </a:lnTo>
                <a:lnTo>
                  <a:pt x="1624126" y="3055495"/>
                </a:lnTo>
                <a:lnTo>
                  <a:pt x="1640270" y="3012581"/>
                </a:lnTo>
                <a:lnTo>
                  <a:pt x="1655574" y="2969262"/>
                </a:lnTo>
                <a:lnTo>
                  <a:pt x="1670027" y="2925550"/>
                </a:lnTo>
                <a:lnTo>
                  <a:pt x="1683619" y="2881452"/>
                </a:lnTo>
                <a:lnTo>
                  <a:pt x="1696341" y="2836981"/>
                </a:lnTo>
                <a:lnTo>
                  <a:pt x="1708183" y="2792144"/>
                </a:lnTo>
                <a:lnTo>
                  <a:pt x="1719134" y="2746953"/>
                </a:lnTo>
                <a:lnTo>
                  <a:pt x="1729185" y="2701417"/>
                </a:lnTo>
                <a:lnTo>
                  <a:pt x="1738326" y="2655546"/>
                </a:lnTo>
                <a:lnTo>
                  <a:pt x="1746547" y="2609350"/>
                </a:lnTo>
                <a:lnTo>
                  <a:pt x="1753837" y="2562838"/>
                </a:lnTo>
                <a:lnTo>
                  <a:pt x="1760188" y="2516022"/>
                </a:lnTo>
                <a:lnTo>
                  <a:pt x="1765589" y="2468911"/>
                </a:lnTo>
                <a:lnTo>
                  <a:pt x="1770031" y="2421514"/>
                </a:lnTo>
                <a:lnTo>
                  <a:pt x="1773502" y="2373841"/>
                </a:lnTo>
                <a:lnTo>
                  <a:pt x="1775994" y="2325904"/>
                </a:lnTo>
                <a:lnTo>
                  <a:pt x="1777496" y="2277710"/>
                </a:lnTo>
                <a:lnTo>
                  <a:pt x="1778000" y="2229271"/>
                </a:lnTo>
                <a:lnTo>
                  <a:pt x="1777496" y="2180832"/>
                </a:lnTo>
                <a:lnTo>
                  <a:pt x="1775994" y="2132639"/>
                </a:lnTo>
                <a:lnTo>
                  <a:pt x="1773502" y="2084701"/>
                </a:lnTo>
                <a:lnTo>
                  <a:pt x="1770031" y="2037029"/>
                </a:lnTo>
                <a:lnTo>
                  <a:pt x="1765589" y="1989632"/>
                </a:lnTo>
                <a:lnTo>
                  <a:pt x="1760188" y="1942520"/>
                </a:lnTo>
                <a:lnTo>
                  <a:pt x="1753837" y="1895704"/>
                </a:lnTo>
                <a:lnTo>
                  <a:pt x="1746547" y="1849193"/>
                </a:lnTo>
                <a:lnTo>
                  <a:pt x="1738326" y="1802997"/>
                </a:lnTo>
                <a:lnTo>
                  <a:pt x="1729185" y="1757126"/>
                </a:lnTo>
                <a:lnTo>
                  <a:pt x="1719134" y="1711589"/>
                </a:lnTo>
                <a:lnTo>
                  <a:pt x="1708183" y="1666398"/>
                </a:lnTo>
                <a:lnTo>
                  <a:pt x="1696341" y="1621562"/>
                </a:lnTo>
                <a:lnTo>
                  <a:pt x="1683619" y="1577090"/>
                </a:lnTo>
                <a:lnTo>
                  <a:pt x="1670027" y="1532993"/>
                </a:lnTo>
                <a:lnTo>
                  <a:pt x="1655574" y="1489280"/>
                </a:lnTo>
                <a:lnTo>
                  <a:pt x="1640270" y="1445962"/>
                </a:lnTo>
                <a:lnTo>
                  <a:pt x="1624126" y="1403048"/>
                </a:lnTo>
                <a:lnTo>
                  <a:pt x="1607150" y="1360548"/>
                </a:lnTo>
                <a:lnTo>
                  <a:pt x="1589354" y="1318472"/>
                </a:lnTo>
                <a:lnTo>
                  <a:pt x="1570747" y="1276831"/>
                </a:lnTo>
                <a:lnTo>
                  <a:pt x="1551339" y="1235634"/>
                </a:lnTo>
                <a:lnTo>
                  <a:pt x="1531139" y="1194890"/>
                </a:lnTo>
                <a:lnTo>
                  <a:pt x="1510159" y="1154611"/>
                </a:lnTo>
                <a:lnTo>
                  <a:pt x="1488407" y="1114805"/>
                </a:lnTo>
                <a:lnTo>
                  <a:pt x="1465893" y="1075483"/>
                </a:lnTo>
                <a:lnTo>
                  <a:pt x="1442629" y="1036654"/>
                </a:lnTo>
                <a:lnTo>
                  <a:pt x="1418622" y="998330"/>
                </a:lnTo>
                <a:lnTo>
                  <a:pt x="1393884" y="960518"/>
                </a:lnTo>
                <a:lnTo>
                  <a:pt x="1368425" y="923230"/>
                </a:lnTo>
                <a:lnTo>
                  <a:pt x="1342253" y="886475"/>
                </a:lnTo>
                <a:lnTo>
                  <a:pt x="1315379" y="850264"/>
                </a:lnTo>
                <a:lnTo>
                  <a:pt x="1287814" y="814605"/>
                </a:lnTo>
                <a:lnTo>
                  <a:pt x="1259567" y="779510"/>
                </a:lnTo>
                <a:lnTo>
                  <a:pt x="1230647" y="744987"/>
                </a:lnTo>
                <a:lnTo>
                  <a:pt x="1201065" y="711047"/>
                </a:lnTo>
                <a:lnTo>
                  <a:pt x="1170831" y="677701"/>
                </a:lnTo>
                <a:lnTo>
                  <a:pt x="1139955" y="644956"/>
                </a:lnTo>
                <a:lnTo>
                  <a:pt x="1108446" y="612825"/>
                </a:lnTo>
                <a:lnTo>
                  <a:pt x="1076314" y="581316"/>
                </a:lnTo>
                <a:lnTo>
                  <a:pt x="1043570" y="550439"/>
                </a:lnTo>
                <a:lnTo>
                  <a:pt x="1010223" y="520205"/>
                </a:lnTo>
                <a:lnTo>
                  <a:pt x="976283" y="490623"/>
                </a:lnTo>
                <a:lnTo>
                  <a:pt x="941761" y="461704"/>
                </a:lnTo>
                <a:lnTo>
                  <a:pt x="906665" y="433456"/>
                </a:lnTo>
                <a:lnTo>
                  <a:pt x="871007" y="405891"/>
                </a:lnTo>
                <a:lnTo>
                  <a:pt x="834795" y="379018"/>
                </a:lnTo>
                <a:lnTo>
                  <a:pt x="798040" y="352846"/>
                </a:lnTo>
                <a:lnTo>
                  <a:pt x="760752" y="327386"/>
                </a:lnTo>
                <a:lnTo>
                  <a:pt x="722941" y="302648"/>
                </a:lnTo>
                <a:lnTo>
                  <a:pt x="684616" y="278642"/>
                </a:lnTo>
                <a:lnTo>
                  <a:pt x="645787" y="255377"/>
                </a:lnTo>
                <a:lnTo>
                  <a:pt x="606465" y="232864"/>
                </a:lnTo>
                <a:lnTo>
                  <a:pt x="566660" y="211112"/>
                </a:lnTo>
                <a:lnTo>
                  <a:pt x="526380" y="190131"/>
                </a:lnTo>
                <a:lnTo>
                  <a:pt x="485637" y="169932"/>
                </a:lnTo>
                <a:lnTo>
                  <a:pt x="444439" y="150524"/>
                </a:lnTo>
                <a:lnTo>
                  <a:pt x="402798" y="131916"/>
                </a:lnTo>
                <a:lnTo>
                  <a:pt x="360722" y="114120"/>
                </a:lnTo>
                <a:lnTo>
                  <a:pt x="318223" y="97145"/>
                </a:lnTo>
                <a:lnTo>
                  <a:pt x="275309" y="81000"/>
                </a:lnTo>
                <a:lnTo>
                  <a:pt x="231991" y="65697"/>
                </a:lnTo>
                <a:lnTo>
                  <a:pt x="188278" y="51244"/>
                </a:lnTo>
                <a:lnTo>
                  <a:pt x="144181" y="37651"/>
                </a:lnTo>
                <a:lnTo>
                  <a:pt x="99709" y="24929"/>
                </a:lnTo>
                <a:lnTo>
                  <a:pt x="54872" y="13088"/>
                </a:lnTo>
                <a:lnTo>
                  <a:pt x="9681" y="21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E467E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bg object 19">
            <a:extLst xmlns:a="http://schemas.openxmlformats.org/drawingml/2006/main">
              <a:ext uri="{FF2B5EF4-FFF2-40B4-BE49-F238E27FC236}">
                <a16:creationId xmlns:a16="http://schemas.microsoft.com/office/drawing/2014/main" id="{A587EBC3-3211-4D67-99F2-0260ED9D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71499"/>
            <a:ext cx="1549400" cy="647700"/>
          </a:xfrm>
          <a:custGeom xmlns:a="http://schemas.openxmlformats.org/drawingml/2006/main">
            <a:rect l="l" t="t" r="r" b="b"/>
            <a:pathLst>
              <a:path w="1549400" h="647700">
                <a:moveTo>
                  <a:pt x="14605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558800"/>
                </a:lnTo>
                <a:lnTo>
                  <a:pt x="6979" y="593423"/>
                </a:lnTo>
                <a:lnTo>
                  <a:pt x="26021" y="621678"/>
                </a:lnTo>
                <a:lnTo>
                  <a:pt x="54276" y="640720"/>
                </a:lnTo>
                <a:lnTo>
                  <a:pt x="88900" y="647700"/>
                </a:lnTo>
                <a:lnTo>
                  <a:pt x="1460500" y="647700"/>
                </a:lnTo>
                <a:lnTo>
                  <a:pt x="1495123" y="640720"/>
                </a:lnTo>
                <a:lnTo>
                  <a:pt x="1523378" y="621678"/>
                </a:lnTo>
                <a:lnTo>
                  <a:pt x="1542420" y="593423"/>
                </a:lnTo>
                <a:lnTo>
                  <a:pt x="1549400" y="558800"/>
                </a:lnTo>
                <a:lnTo>
                  <a:pt x="1549400" y="88900"/>
                </a:lnTo>
                <a:lnTo>
                  <a:pt x="1542420" y="54276"/>
                </a:lnTo>
                <a:lnTo>
                  <a:pt x="1523378" y="26021"/>
                </a:lnTo>
                <a:lnTo>
                  <a:pt x="1495123" y="6979"/>
                </a:lnTo>
                <a:lnTo>
                  <a:pt x="14605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bg 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02cbf322247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456" y="660399"/>
            <a:ext cx="1073686" cy="444500"/>
          </a:xfrm>
          <a:prstGeom xmlns:a="http://schemas.openxmlformats.org/drawingml/2006/main" prst="rect">
            <a:avLst/>
          </a:prstGeom>
        </p:spPr>
      </p:pic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D03B1B4-D09A-47C7-845B-CC2FDAC497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A60495BD-146D-4BFD-933F-6A439C8E77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CA235CA9-7E07-4D7B-BC99-4393B4924A2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2BD2C087-C0DF-4999-AA56-16F1038126B4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061D65BA-7BB3-43C1-9518-2358C162DF34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0AFB6D83-AF51-4541-93CE-92214BE8BA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7C136E3E-5D98-4BF5-8C82-7BCCEAC9E17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78142" y="2459482"/>
            <a:ext cx="3289839" cy="7057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9C59C29E-20EE-4B55-9B49-8FE4D986B6C2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3894867" y="2459482"/>
            <a:ext cx="3289839" cy="7057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60D4E389-B788-4D8F-9E3F-A9ED476E1EB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7805E5F4-11E2-46D3-B6B8-987933E13EC4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2C581043-F484-4C5E-ADF9-A770AF42606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6FA56EBC-DFA1-4EA9-B11B-86F3B68ED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68DC8CBB-A362-462C-B5D2-BF17412AFD1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DA65174B-8190-48E4-B075-720BB1FF41B3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1CD1E15-B1B3-4E22-9F79-555EC129312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6DF186C-48CC-46E2-9F18-45CC7FB88B3D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4583285A-DB20-444A-B71C-EA73DCB68A0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2EBFC593-3CBA-4C56-B988-4E81CA6CE5F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50c37481b7c04608" /><Relationship Type="http://schemas.openxmlformats.org/officeDocument/2006/relationships/theme" Target="/ppt/slideMasters/theme/theme2.xml" Id="R2e69638a5acb4193" /><Relationship Type="http://schemas.openxmlformats.org/officeDocument/2006/relationships/slideLayout" Target="/ppt/slideLayouts/slideLayout1.xml" Id="R07135085be074ded" /><Relationship Type="http://schemas.openxmlformats.org/officeDocument/2006/relationships/slideLayout" Target="/ppt/slideLayouts/slideLayout2.xml" Id="Rd824b4d7a67c4ab2" /><Relationship Type="http://schemas.openxmlformats.org/officeDocument/2006/relationships/slideLayout" Target="/ppt/slideLayouts/slideLayout3.xml" Id="R6c77729c7b6b4248" /><Relationship Type="http://schemas.openxmlformats.org/officeDocument/2006/relationships/slideLayout" Target="/ppt/slideLayouts/slideLayout4.xml" Id="Rd6159d084fbe4c4b" /><Relationship Type="http://schemas.openxmlformats.org/officeDocument/2006/relationships/slideLayout" Target="/ppt/slideLayouts/slideLayout5.xml" Id="Ra03b626ea2b649b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g 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37481b7c046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871" y="190499"/>
            <a:ext cx="981656" cy="406400"/>
          </a:xfrm>
          <a:prstGeom xmlns:a="http://schemas.openxmlformats.org/drawingml/2006/main" prst="rect">
            <a:avLst/>
          </a:prstGeom>
        </p:spPr>
      </p:pic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407E74C-1411-4671-88A8-4C070E2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9900" y="1917700"/>
            <a:ext cx="4004945" cy="48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73BE878E-FE4F-45C5-B360-1EAB607446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78142" y="2459482"/>
            <a:ext cx="6806565" cy="7057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452FBFF1-B3E6-47FD-8351-E57BEBB3AF4E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469900" y="10360970"/>
            <a:ext cx="2574925" cy="12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348DA7BC-4999-46C6-80AA-171C63934508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6369605" y="10360970"/>
            <a:ext cx="720725" cy="12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F129697-C83C-4C76-95CB-F30905DA9B90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5445252" y="9944862"/>
            <a:ext cx="1739455" cy="534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135085be074ded"/>
    <p:sldLayoutId xmlns:r="http://schemas.openxmlformats.org/officeDocument/2006/relationships" id="2147483650" r:id="Rd824b4d7a67c4ab2"/>
    <p:sldLayoutId xmlns:r="http://schemas.openxmlformats.org/officeDocument/2006/relationships" id="2147483651" r:id="R6c77729c7b6b4248"/>
    <p:sldLayoutId xmlns:r="http://schemas.openxmlformats.org/officeDocument/2006/relationships" id="2147483652" r:id="Rd6159d084fbe4c4b"/>
    <p:sldLayoutId xmlns:r="http://schemas.openxmlformats.org/officeDocument/2006/relationships" id="2147483653" r:id="Ra03b626ea2b649bc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3d0329b4704a74" /><Relationship Type="http://schemas.openxmlformats.org/officeDocument/2006/relationships/image" Target="/ppt/media/image.png" Id="Re9a7df5b7b86486a" /><Relationship Type="http://schemas.openxmlformats.org/officeDocument/2006/relationships/notesSlide" Target="/ppt/notesSlides/notesSlide1.xml" Id="Rf641d490082a4a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857add26440493f" /><Relationship Type="http://schemas.openxmlformats.org/officeDocument/2006/relationships/notesSlide" Target="/ppt/notesSlides/notesSlide2.xml" Id="R99e05669cd4044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bdd1135ead047a1" /><Relationship Type="http://schemas.openxmlformats.org/officeDocument/2006/relationships/notesSlide" Target="/ppt/notesSlides/notesSlide3.xml" Id="R2da0369bd03647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59a93637077408d" /><Relationship Type="http://schemas.openxmlformats.org/officeDocument/2006/relationships/image" Target="/ppt/media/image2.png" Id="Ra62119433c504187" /><Relationship Type="http://schemas.openxmlformats.org/officeDocument/2006/relationships/notesSlide" Target="/ppt/notesSlides/notesSlide4.xml" Id="R0cabccb8131b45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d13523a44d84f6f" /><Relationship Type="http://schemas.openxmlformats.org/officeDocument/2006/relationships/image" Target="/ppt/media/image2.jpeg" Id="Ra6a340e9ab5741b8" /><Relationship Type="http://schemas.openxmlformats.org/officeDocument/2006/relationships/image" Target="/ppt/media/image3.png" Id="R13ce40593c6e4ba7" /><Relationship Type="http://schemas.openxmlformats.org/officeDocument/2006/relationships/notesSlide" Target="/ppt/notesSlides/notesSlide5.xml" Id="Rcceb571bbbae4c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9d8c40f6bf24e40" /><Relationship Type="http://schemas.openxmlformats.org/officeDocument/2006/relationships/image" Target="/ppt/media/image4.png" Id="R6b806fcd183d492b" /><Relationship Type="http://schemas.openxmlformats.org/officeDocument/2006/relationships/image" Target="/ppt/media/image5.png" Id="Rb6b191809ec545e8" /><Relationship Type="http://schemas.openxmlformats.org/officeDocument/2006/relationships/image" Target="/ppt/media/image6.png" Id="Rd20d90338d8e4041" /><Relationship Type="http://schemas.openxmlformats.org/officeDocument/2006/relationships/notesSlide" Target="/ppt/notesSlides/notesSlide6.xml" Id="R19b23fefa7f841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b1c045e23ad4c72" /><Relationship Type="http://schemas.openxmlformats.org/officeDocument/2006/relationships/image" Target="/ppt/media/image7.png" Id="R9d0758b741e84f93" /><Relationship Type="http://schemas.openxmlformats.org/officeDocument/2006/relationships/image" Target="/ppt/media/image8.png" Id="Rc9e9e975379d4895" /><Relationship Type="http://schemas.openxmlformats.org/officeDocument/2006/relationships/image" Target="/ppt/media/image9.png" Id="Rccd616950de94f04" /><Relationship Type="http://schemas.openxmlformats.org/officeDocument/2006/relationships/notesSlide" Target="/ppt/notesSlides/notesSlide7.xml" Id="R83fc8e712f094d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b435fedf2354f8f" /><Relationship Type="http://schemas.openxmlformats.org/officeDocument/2006/relationships/image" Target="/ppt/media/image3.jpeg" Id="Rc29ffb6d3efc4df1" /><Relationship Type="http://schemas.openxmlformats.org/officeDocument/2006/relationships/image" Target="/ppt/media/image10.png" Id="R096ebbddf8454da7" /><Relationship Type="http://schemas.openxmlformats.org/officeDocument/2006/relationships/notesSlide" Target="/ppt/notesSlides/notesSlide8.xml" Id="Rce804eb80f4b46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d039ffb19a844e7" /><Relationship Type="http://schemas.openxmlformats.org/officeDocument/2006/relationships/image" Target="/ppt/media/image4.jpeg" Id="Re06593ab5d6d4f5f" /><Relationship Type="http://schemas.openxmlformats.org/officeDocument/2006/relationships/image" Target="/ppt/media/image11.png" Id="R57283622f5a34d33" /><Relationship Type="http://schemas.openxmlformats.org/officeDocument/2006/relationships/notesSlide" Target="/ppt/notesSlides/notesSlide9.xml" Id="Rbb5085c03d664f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0d5f3c106db4565" /><Relationship Type="http://schemas.openxmlformats.org/officeDocument/2006/relationships/image" Target="/ppt/media/image12.png" Id="R9a0e4d43fec94807" /><Relationship Type="http://schemas.openxmlformats.org/officeDocument/2006/relationships/image" Target="/ppt/media/image13.png" Id="R9774cfc5cdc348bc" /><Relationship Type="http://schemas.openxmlformats.org/officeDocument/2006/relationships/notesSlide" Target="/ppt/notesSlides/notesSlide10.xml" Id="R31547f5daa7449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a046b8e64b94c95" /><Relationship Type="http://schemas.openxmlformats.org/officeDocument/2006/relationships/image" Target="/ppt/media/image5.jpeg" Id="Rfc3762df6e67413a" /><Relationship Type="http://schemas.openxmlformats.org/officeDocument/2006/relationships/image" Target="/ppt/media/image3.png" Id="R9880c656da894f3a" /><Relationship Type="http://schemas.openxmlformats.org/officeDocument/2006/relationships/notesSlide" Target="/ppt/notesSlides/notesSlide11.xml" Id="R9ce5c1871f1f4a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fce27f7a0a54ff4" /><Relationship Type="http://schemas.openxmlformats.org/officeDocument/2006/relationships/image" Target="/ppt/media/image14.png" Id="R1586a2783adb4af5" /><Relationship Type="http://schemas.openxmlformats.org/officeDocument/2006/relationships/image" Target="/ppt/media/image6.png" Id="R7a250647ae904ae9" /><Relationship Type="http://schemas.openxmlformats.org/officeDocument/2006/relationships/notesSlide" Target="/ppt/notesSlides/notesSlide12.xml" Id="R8f3f5ed8fe2b40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60f9a1912c54c9f" /><Relationship Type="http://schemas.openxmlformats.org/officeDocument/2006/relationships/image" Target="/ppt/media/image15.png" Id="R84a96e4f16534b56" /><Relationship Type="http://schemas.openxmlformats.org/officeDocument/2006/relationships/image" Target="/ppt/media/image10.png" Id="R7497e1fa1002418c" /><Relationship Type="http://schemas.openxmlformats.org/officeDocument/2006/relationships/notesSlide" Target="/ppt/notesSlides/notesSlide13.xml" Id="R37407c364b234c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752db53761d40c1" /><Relationship Type="http://schemas.openxmlformats.org/officeDocument/2006/relationships/image" Target="/ppt/media/image16.png" Id="R957d2bb5638847e3" /><Relationship Type="http://schemas.openxmlformats.org/officeDocument/2006/relationships/image" Target="/ppt/media/image3.png" Id="Rb9b1b14d276748d8" /><Relationship Type="http://schemas.openxmlformats.org/officeDocument/2006/relationships/notesSlide" Target="/ppt/notesSlides/notesSlide14.xml" Id="Rcfbcaa5d9b0f45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e9e9813978d4cbf" /><Relationship Type="http://schemas.openxmlformats.org/officeDocument/2006/relationships/image" Target="/ppt/media/image17.png" Id="Rff1a4b23c5a748c8" /><Relationship Type="http://schemas.openxmlformats.org/officeDocument/2006/relationships/image" Target="/ppt/media/image18.png" Id="R1840851504934171" /><Relationship Type="http://schemas.openxmlformats.org/officeDocument/2006/relationships/notesSlide" Target="/ppt/notesSlides/notesSlide15.xml" Id="R9d3712c0bd3a4a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7a1670501134852" /><Relationship Type="http://schemas.openxmlformats.org/officeDocument/2006/relationships/image" Target="/ppt/media/image19.png" Id="Rd6346cb2945b4e5c" /><Relationship Type="http://schemas.openxmlformats.org/officeDocument/2006/relationships/image" Target="/ppt/media/image7.png" Id="Rd18848df9a474f6e" /><Relationship Type="http://schemas.openxmlformats.org/officeDocument/2006/relationships/notesSlide" Target="/ppt/notesSlides/notesSlide16.xml" Id="R47c9a253e2654bf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15dac6c6b5c40a5" /><Relationship Type="http://schemas.openxmlformats.org/officeDocument/2006/relationships/image" Target="/ppt/media/image20.png" Id="R0324c5317b434843" /><Relationship Type="http://schemas.openxmlformats.org/officeDocument/2006/relationships/image" Target="/ppt/media/image6.png" Id="Rfb56a619a8fb483d" /><Relationship Type="http://schemas.openxmlformats.org/officeDocument/2006/relationships/notesSlide" Target="/ppt/notesSlides/notesSlide17.xml" Id="R7c172fc76b5e44f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9718d5546cf477c" /><Relationship Type="http://schemas.openxmlformats.org/officeDocument/2006/relationships/image" Target="/ppt/media/image21.png" Id="R5eec960fbe474801" /><Relationship Type="http://schemas.openxmlformats.org/officeDocument/2006/relationships/image" Target="/ppt/media/image22.png" Id="Rd5149f1a32364b62" /><Relationship Type="http://schemas.openxmlformats.org/officeDocument/2006/relationships/image" Target="/ppt/media/image11.png" Id="R9993751ba3e349d4" /><Relationship Type="http://schemas.openxmlformats.org/officeDocument/2006/relationships/notesSlide" Target="/ppt/notesSlides/notesSlide18.xml" Id="R98e1f9240a164b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544c1a0fa094f32" /><Relationship Type="http://schemas.openxmlformats.org/officeDocument/2006/relationships/image" Target="/ppt/media/image23.png" Id="R85366287ef7d4212" /><Relationship Type="http://schemas.openxmlformats.org/officeDocument/2006/relationships/image" Target="/ppt/media/image24.png" Id="Rc704f34cc5394ad2" /><Relationship Type="http://schemas.openxmlformats.org/officeDocument/2006/relationships/image" Target="/ppt/media/image7.png" Id="Rf715901131464cfa" /><Relationship Type="http://schemas.openxmlformats.org/officeDocument/2006/relationships/notesSlide" Target="/ppt/notesSlides/notesSlide19.xml" Id="R990cbfc6c70e46b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a0dfbfe7dd642f2" /><Relationship Type="http://schemas.openxmlformats.org/officeDocument/2006/relationships/image" Target="/ppt/media/image25.png" Id="R3cd487fcd335460e" /><Relationship Type="http://schemas.openxmlformats.org/officeDocument/2006/relationships/image" Target="/ppt/media/image26.png" Id="Rcfcde6a418f946e4" /><Relationship Type="http://schemas.openxmlformats.org/officeDocument/2006/relationships/notesSlide" Target="/ppt/notesSlides/notesSlide20.xml" Id="Rc22f17bec018498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0bf87c48450424a" /><Relationship Type="http://schemas.openxmlformats.org/officeDocument/2006/relationships/image" Target="/ppt/media/image27.png" Id="Rd1b0d13c19d443d1" /><Relationship Type="http://schemas.openxmlformats.org/officeDocument/2006/relationships/image" Target="/ppt/media/image13.png" Id="R648659ce4fbd4e21" /><Relationship Type="http://schemas.openxmlformats.org/officeDocument/2006/relationships/notesSlide" Target="/ppt/notesSlides/notesSlide21.xml" Id="R5e22d4fba2164fe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fd88b89900841d8" /><Relationship Type="http://schemas.openxmlformats.org/officeDocument/2006/relationships/image" Target="/ppt/media/image28.png" Id="R40cb68515495476d" /><Relationship Type="http://schemas.openxmlformats.org/officeDocument/2006/relationships/image" Target="/ppt/media/image11.png" Id="R7e9012c1cd474d3d" /><Relationship Type="http://schemas.openxmlformats.org/officeDocument/2006/relationships/notesSlide" Target="/ppt/notesSlides/notesSlide22.xml" Id="R2be269fbbb124d8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01d3a04a67b403a" /><Relationship Type="http://schemas.openxmlformats.org/officeDocument/2006/relationships/image" Target="/ppt/media/image29.png" Id="Rb0d1222b6d454fd8" /><Relationship Type="http://schemas.openxmlformats.org/officeDocument/2006/relationships/image" Target="/ppt/media/image3.png" Id="R25b190ac8ca64540" /><Relationship Type="http://schemas.openxmlformats.org/officeDocument/2006/relationships/notesSlide" Target="/ppt/notesSlides/notesSlide23.xml" Id="R44ca914a2b2743a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1661284c9db40da" /><Relationship Type="http://schemas.openxmlformats.org/officeDocument/2006/relationships/image" Target="/ppt/media/image30.png" Id="Ra8b7691b5fa84be9" /><Relationship Type="http://schemas.openxmlformats.org/officeDocument/2006/relationships/image" Target="/ppt/media/image6.png" Id="R6184ca759a1a4060" /><Relationship Type="http://schemas.openxmlformats.org/officeDocument/2006/relationships/notesSlide" Target="/ppt/notesSlides/notesSlide24.xml" Id="R871399f396be4e2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d8f4e61eb2d4c8e" /><Relationship Type="http://schemas.openxmlformats.org/officeDocument/2006/relationships/image" Target="/ppt/media/image31.png" Id="Rf0d410ff046a455c" /><Relationship Type="http://schemas.openxmlformats.org/officeDocument/2006/relationships/image" Target="/ppt/media/image7.png" Id="R5ddc6a70c68b49da" /><Relationship Type="http://schemas.openxmlformats.org/officeDocument/2006/relationships/notesSlide" Target="/ppt/notesSlides/notesSlide25.xml" Id="R49d044a611b44a6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c60b3ec2e854273" /><Relationship Type="http://schemas.openxmlformats.org/officeDocument/2006/relationships/image" Target="/ppt/media/image32.png" Id="R250a8711135349b1" /><Relationship Type="http://schemas.openxmlformats.org/officeDocument/2006/relationships/image" Target="/ppt/media/image10.png" Id="Rea6461f8632c4df2" /><Relationship Type="http://schemas.openxmlformats.org/officeDocument/2006/relationships/notesSlide" Target="/ppt/notesSlides/notesSlide26.xml" Id="Re00cf8dbcc7a4ed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e2b3d29fa9b4119" /><Relationship Type="http://schemas.openxmlformats.org/officeDocument/2006/relationships/image" Target="/ppt/media/image33.png" Id="R9aec3d15733440f7" /><Relationship Type="http://schemas.openxmlformats.org/officeDocument/2006/relationships/image" Target="/ppt/media/image34.png" Id="R8dfd4fb013b0460e" /><Relationship Type="http://schemas.openxmlformats.org/officeDocument/2006/relationships/notesSlide" Target="/ppt/notesSlides/notesSlide27.xml" Id="R975efd334e87411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0C86C353-20B2-4DC2-9403-A8F63E75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612900"/>
            <a:ext cx="1676400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7B800"/>
                </a:solidFill>
                <a:latin typeface="Arial"/>
                <a:ea typeface="Arial"/>
                <a:cs typeface="Arial"/>
              </a:rPr>
              <a:t>CONTROLLED</a:t>
            </a:r>
            <a:r>
              <a:rPr sz="1000" b="1">
                <a:solidFill>
                  <a:srgbClr val="F7B800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7B800"/>
                </a:solidFill>
                <a:latin typeface="Arial"/>
                <a:ea typeface="Arial"/>
                <a:cs typeface="Arial"/>
              </a:rPr>
              <a:t>DOCUMENT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A83D5F0A-8F34-42E6-9242-F6558C72A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t>SMART DMS </a:t>
            </a:r>
            <a:r>
              <a:t>PORTAL</a:t>
            </a: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5B098F5B-FA41-4A9C-B607-2624E39B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2425700"/>
            <a:ext cx="4109085" cy="71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</a:t>
            </a: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MANUAL</a:t>
            </a:r>
            <a:endParaRPr sz="23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240"/>
              </a:spcBef>
              <a:buNone/>
            </a:pPr>
            <a:r>
              <a:rPr sz="1200">
                <a:solidFill>
                  <a:srgbClr val="CFE4F9"/>
                </a:solidFill>
                <a:latin typeface="Arial MT"/>
                <a:ea typeface="Arial MT"/>
                <a:cs typeface="Arial MT"/>
              </a:rPr>
              <a:t>Document submission, approval, access, reporting and </a:t>
            </a:r>
            <a:r>
              <a:rPr sz="1200">
                <a:solidFill>
                  <a:srgbClr val="CFE4F9"/>
                </a:solidFill>
                <a:latin typeface="Arial MT"/>
                <a:ea typeface="Arial MT"/>
                <a:cs typeface="Arial MT"/>
              </a:rPr>
              <a:t>audit</a:t>
            </a:r>
            <a:endParaRPr sz="1200">
              <a:latin typeface="Arial MT"/>
              <a:ea typeface="Arial MT"/>
              <a:cs typeface="Arial MT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A273B531-9BF7-4F5F-B4DD-3C19E33A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3467099"/>
            <a:ext cx="6595109" cy="812800"/>
          </a:xfrm>
          <a:custGeom xmlns:a="http://schemas.openxmlformats.org/drawingml/2006/main">
            <a:rect l="l" t="t" r="r" b="b"/>
            <a:pathLst>
              <a:path w="6595109" h="812800">
                <a:moveTo>
                  <a:pt x="65059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723900"/>
                </a:lnTo>
                <a:lnTo>
                  <a:pt x="6979" y="758523"/>
                </a:lnTo>
                <a:lnTo>
                  <a:pt x="26021" y="786778"/>
                </a:lnTo>
                <a:lnTo>
                  <a:pt x="54276" y="805820"/>
                </a:lnTo>
                <a:lnTo>
                  <a:pt x="88900" y="812800"/>
                </a:lnTo>
                <a:lnTo>
                  <a:pt x="6505900" y="812800"/>
                </a:lnTo>
                <a:lnTo>
                  <a:pt x="6540523" y="805820"/>
                </a:lnTo>
                <a:lnTo>
                  <a:pt x="6568779" y="786778"/>
                </a:lnTo>
                <a:lnTo>
                  <a:pt x="6587820" y="758523"/>
                </a:lnTo>
                <a:lnTo>
                  <a:pt x="6594800" y="723900"/>
                </a:lnTo>
                <a:lnTo>
                  <a:pt x="6594800" y="88900"/>
                </a:lnTo>
                <a:lnTo>
                  <a:pt x="6587820" y="54276"/>
                </a:lnTo>
                <a:lnTo>
                  <a:pt x="6568779" y="26021"/>
                </a:lnTo>
                <a:lnTo>
                  <a:pt x="6540523" y="6979"/>
                </a:lnTo>
                <a:lnTo>
                  <a:pt x="65059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1" name="object 6"/>
          <p:cNvGraphicFramePr/>
          <p:nvPr/>
        </p:nvGraphicFramePr>
        <p:xfrm>
          <a:off xmlns:a="http://schemas.openxmlformats.org/drawingml/2006/main" x="628650" y="3641823"/>
          <a:ext xmlns:a="http://schemas.openxmlformats.org/drawingml/2006/main" cx="5569583" cy="38227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9710"/>
                <a:gridCol w="1287144"/>
                <a:gridCol w="1725929"/>
                <a:gridCol w="1066800"/>
              </a:tblGrid>
              <a:tr h="184150">
                <a:tc>
                  <a:txBody>
                    <a:bodyPr/>
                    <a:lstStyle/>
                    <a:p>
                      <a:pPr marL="31750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DOCUMENT </a:t>
                      </a: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NUMBER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REVISION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EFFECTIVE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6565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198120">
                <a:tc>
                  <a:txBody>
                    <a:bodyPr/>
                    <a:lstStyle/>
                    <a:p>
                      <a:pPr marL="31750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DMS-UM-001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1.5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10-Aug-2026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456565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 Team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</a:tr>
            </a:tbl>
          </a:graphicData>
        </a:graphic>
      </p:graphicFrame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B2629D83-EC10-4047-A029-9AA600BC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459739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07056AF-90DB-444A-9CC8-0CA72271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55929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D1B65606-4850-41FD-9962-F56B97C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55929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1270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7df5b7b8648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457199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2CB9AD6-B936-4D41-93BF-BC289E80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9777600"/>
            <a:ext cx="6595109" cy="63500"/>
          </a:xfrm>
          <a:custGeom xmlns:a="http://schemas.openxmlformats.org/drawingml/2006/main">
            <a:rect l="l" t="t" r="r" b="b"/>
            <a:pathLst>
              <a:path w="6595109" h="63500">
                <a:moveTo>
                  <a:pt x="6594800" y="0"/>
                </a:moveTo>
                <a:lnTo>
                  <a:pt x="0" y="0"/>
                </a:lnTo>
                <a:lnTo>
                  <a:pt x="0" y="63500"/>
                </a:lnTo>
                <a:lnTo>
                  <a:pt x="6594800" y="63500"/>
                </a:lnTo>
                <a:lnTo>
                  <a:pt x="65948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822656CB-433B-4056-B6EB-EDE99B35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9955400"/>
            <a:ext cx="229298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ZF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Rane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Automotive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India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PVT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LTD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-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SGD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26730F8-E866-4800-ADF3-66428BC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70" y="9968100"/>
            <a:ext cx="77152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Internal</a:t>
            </a: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 only</a:t>
            </a:r>
            <a:endParaRPr sz="800">
              <a:latin typeface="Arial MT"/>
              <a:ea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8525761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5193BAC9-2B2B-4146-A7E6-B3C69DA9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83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A1EFF59-9692-4422-8A21-E219359A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95F2C6B0-DE3B-4E06-8C1B-C4287738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C21DBF1-A80B-4380-B1D6-184C1D2A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08A057F6-871A-4862-A7DC-A4484F95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95719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Contents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D9BBEBE-8708-4E8B-BA2F-D1C08379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937A443-8E62-4851-AD3D-2C37A1F3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43395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latest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copy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available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90" name="object 11"/>
          <p:cNvGraphicFramePr/>
          <p:nvPr/>
        </p:nvGraphicFramePr>
        <p:xfrm>
          <a:off xmlns:a="http://schemas.openxmlformats.org/drawingml/2006/main" x="479425" y="1607184"/>
          <a:ext xmlns:a="http://schemas.openxmlformats.org/drawingml/2006/main" cx="6591300" cy="137985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200"/>
                <a:gridCol w="2209800"/>
                <a:gridCol w="1092200"/>
                <a:gridCol w="2197100"/>
              </a:tblGrid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Field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Field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title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Smart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Portal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Manual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number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1.5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10-Aug-2026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Prepared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ZF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Rane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Automotive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India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PVT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LTD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SGD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Classification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Internal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guide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System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Smart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v2.0.0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Source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31432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Portal UI, current Flask code, local database and supplied workflow screenshots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9D60C61B-F71F-4229-B905-A7656071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3169919"/>
            <a:ext cx="575945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Contents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548B04EC-EAED-473F-B1F1-6A7803EF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5001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36CC8596-B9D3-446D-B7B4-8B2D5674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35890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4E7987F2-08A2-4C50-B023-F705E06A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36525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131FDE0B-D4B7-46CF-BB27-910207A6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8559"/>
            <a:ext cx="1397000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control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contents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431E8B81-A461-4E77-BA04-BEC6D2FB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995" y="3639819"/>
            <a:ext cx="8191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F8058EEE-B86B-402B-A46A-2A53C2AE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0843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43D295E-30DF-4A06-8BCB-2562D169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41732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BF4E65C9-EBA0-45CA-8D42-30E51E05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42367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0D36754E-C27D-4CAB-8010-4705AA13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2759"/>
            <a:ext cx="152336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Purpose,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scope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access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levels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94CD0850-E3D7-4493-AB0F-6F402B72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995" y="4224019"/>
            <a:ext cx="8191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FA1043B1-4DE0-4298-BF72-97D77FF9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6685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7BA016C3-EE89-4A26-9F80-36F264E2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47574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32952707-F04A-4260-9523-DF42C457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48209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BF2D09F8-E5B7-40B4-8A84-861D49D9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86959"/>
            <a:ext cx="130873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End-to-end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process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overview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FE5A3707-F89E-46C6-9E04-AC9E1106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995" y="4808219"/>
            <a:ext cx="8191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AC43C8F0-7055-4063-A907-790259AD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527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C526669E-6B4A-46AF-8128-C60F3FC3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53416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8FC6EC3-71C3-48C7-93DC-E9132D7D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54051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ECCD717D-B8EE-4F95-ABAA-2F949891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1159"/>
            <a:ext cx="1170940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account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access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AAF78926-532A-4C07-B52F-EB1DA246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656" y="5392419"/>
            <a:ext cx="1727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B0E1EEA8-1A36-4FCF-A58D-3D7C1139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8369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91AAE637-31A0-4CCB-93D3-BB80E38A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59258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39177C75-CDB1-4B29-869C-5050A310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59893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20951D7C-DEF2-4472-B5E5-C0FA5B3F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55359"/>
            <a:ext cx="1688464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Dashboard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submission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285EDB57-CDB1-4E03-9DC3-38A1751E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656" y="5976619"/>
            <a:ext cx="1727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B09D6DEE-0FA9-44C4-A8DE-9A6C1D4B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35001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762145F5-2C1E-41E4-9372-EC741614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35890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AD7BE4AB-BA18-4D50-8C83-E0252704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36525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961253CE-8A45-445A-BE2B-88B55BD2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3718559"/>
            <a:ext cx="132524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tracking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DDC99353-66C9-4FDC-A956-D9C060C9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36398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16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C6B4DB71-CDBB-4C5E-87CF-D06A0B11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40843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88D170C0-6F2C-4B44-B4A5-982F89DA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41732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EACFC2CE-5133-4CB8-BDE9-022E4F73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42367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7760CD49-DEF9-4AE4-8233-1D2B0EB8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302759"/>
            <a:ext cx="150685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repositories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54" name="object 54">
            <a:extLst xmlns:a="http://schemas.openxmlformats.org/drawingml/2006/main">
              <a:ext uri="{FF2B5EF4-FFF2-40B4-BE49-F238E27FC236}">
                <a16:creationId xmlns:a16="http://schemas.microsoft.com/office/drawing/2014/main" id="{3631F192-6C93-4B06-9BB0-E652C5BD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42240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17-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19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56" name="object 56">
            <a:extLst xmlns:a="http://schemas.openxmlformats.org/drawingml/2006/main">
              <a:ext uri="{FF2B5EF4-FFF2-40B4-BE49-F238E27FC236}">
                <a16:creationId xmlns:a16="http://schemas.microsoft.com/office/drawing/2014/main" id="{9F281E64-20E2-417C-8605-75CA4C9A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46685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object 57">
            <a:extLst xmlns:a="http://schemas.openxmlformats.org/drawingml/2006/main">
              <a:ext uri="{FF2B5EF4-FFF2-40B4-BE49-F238E27FC236}">
                <a16:creationId xmlns:a16="http://schemas.microsoft.com/office/drawing/2014/main" id="{681F75D5-8CD0-490B-B5F2-F81DEF52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47574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object 58">
            <a:extLst xmlns:a="http://schemas.openxmlformats.org/drawingml/2006/main">
              <a:ext uri="{FF2B5EF4-FFF2-40B4-BE49-F238E27FC236}">
                <a16:creationId xmlns:a16="http://schemas.microsoft.com/office/drawing/2014/main" id="{51CA9088-FF38-437B-A3DD-1AE3A70F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48209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59" name="object 59">
            <a:extLst xmlns:a="http://schemas.openxmlformats.org/drawingml/2006/main">
              <a:ext uri="{FF2B5EF4-FFF2-40B4-BE49-F238E27FC236}">
                <a16:creationId xmlns:a16="http://schemas.microsoft.com/office/drawing/2014/main" id="{7C4327F9-FFAF-470F-93CC-B28EBFD0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886959"/>
            <a:ext cx="125920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Reports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control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60" name="object 60">
            <a:extLst xmlns:a="http://schemas.openxmlformats.org/drawingml/2006/main">
              <a:ext uri="{FF2B5EF4-FFF2-40B4-BE49-F238E27FC236}">
                <a16:creationId xmlns:a16="http://schemas.microsoft.com/office/drawing/2014/main" id="{4EEB5974-3C7D-4DCC-948E-372B7B1C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48082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20-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62" name="object 62">
            <a:extLst xmlns:a="http://schemas.openxmlformats.org/drawingml/2006/main">
              <a:ext uri="{FF2B5EF4-FFF2-40B4-BE49-F238E27FC236}">
                <a16:creationId xmlns:a16="http://schemas.microsoft.com/office/drawing/2014/main" id="{FF5C6823-55DD-4BBD-8BAA-36DD3859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52527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object 63">
            <a:extLst xmlns:a="http://schemas.openxmlformats.org/drawingml/2006/main">
              <a:ext uri="{FF2B5EF4-FFF2-40B4-BE49-F238E27FC236}">
                <a16:creationId xmlns:a16="http://schemas.microsoft.com/office/drawing/2014/main" id="{3BC3760B-678F-4F12-9D39-FC9C4E33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53416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object 64">
            <a:extLst xmlns:a="http://schemas.openxmlformats.org/drawingml/2006/main">
              <a:ext uri="{FF2B5EF4-FFF2-40B4-BE49-F238E27FC236}">
                <a16:creationId xmlns:a16="http://schemas.microsoft.com/office/drawing/2014/main" id="{AD85C2E0-F44E-4FC4-8C37-BE034F8F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54051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65" name="object 65">
            <a:extLst xmlns:a="http://schemas.openxmlformats.org/drawingml/2006/main">
              <a:ext uri="{FF2B5EF4-FFF2-40B4-BE49-F238E27FC236}">
                <a16:creationId xmlns:a16="http://schemas.microsoft.com/office/drawing/2014/main" id="{68CE8956-654A-485E-8386-335A2339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5471159"/>
            <a:ext cx="1788160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Archive,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people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administration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66" name="object 66">
            <a:extLst xmlns:a="http://schemas.openxmlformats.org/drawingml/2006/main">
              <a:ext uri="{FF2B5EF4-FFF2-40B4-BE49-F238E27FC236}">
                <a16:creationId xmlns:a16="http://schemas.microsoft.com/office/drawing/2014/main" id="{FE0B3B6F-334A-4648-AF13-5BF46CD0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53924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22-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24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68" name="object 68">
            <a:extLst xmlns:a="http://schemas.openxmlformats.org/drawingml/2006/main">
              <a:ext uri="{FF2B5EF4-FFF2-40B4-BE49-F238E27FC236}">
                <a16:creationId xmlns:a16="http://schemas.microsoft.com/office/drawing/2014/main" id="{1EA54404-F6D5-4561-9C3F-1A82B863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58369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object 69">
            <a:extLst xmlns:a="http://schemas.openxmlformats.org/drawingml/2006/main">
              <a:ext uri="{FF2B5EF4-FFF2-40B4-BE49-F238E27FC236}">
                <a16:creationId xmlns:a16="http://schemas.microsoft.com/office/drawing/2014/main" id="{62430914-D1D3-4E4B-9495-57058DD8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59258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object 70">
            <a:extLst xmlns:a="http://schemas.openxmlformats.org/drawingml/2006/main">
              <a:ext uri="{FF2B5EF4-FFF2-40B4-BE49-F238E27FC236}">
                <a16:creationId xmlns:a16="http://schemas.microsoft.com/office/drawing/2014/main" id="{250BE1EC-2FB6-4C99-BD96-00D66D22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626" y="5989319"/>
            <a:ext cx="131445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71" name="object 71">
            <a:extLst xmlns:a="http://schemas.openxmlformats.org/drawingml/2006/main">
              <a:ext uri="{FF2B5EF4-FFF2-40B4-BE49-F238E27FC236}">
                <a16:creationId xmlns:a16="http://schemas.microsoft.com/office/drawing/2014/main" id="{AD800FFA-81B7-4DCB-B599-C54439FA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6055359"/>
            <a:ext cx="211264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Notifications,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profile,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logout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troubleshooting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72" name="object 72">
            <a:extLst xmlns:a="http://schemas.openxmlformats.org/drawingml/2006/main">
              <a:ext uri="{FF2B5EF4-FFF2-40B4-BE49-F238E27FC236}">
                <a16:creationId xmlns:a16="http://schemas.microsoft.com/office/drawing/2014/main" id="{AB3D28D4-4756-46F8-AB27-5CF8AC78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59766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25-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27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74" name="object 74">
            <a:extLst xmlns:a="http://schemas.openxmlformats.org/drawingml/2006/main">
              <a:ext uri="{FF2B5EF4-FFF2-40B4-BE49-F238E27FC236}">
                <a16:creationId xmlns:a16="http://schemas.microsoft.com/office/drawing/2014/main" id="{04CBA2FD-A718-4463-AFD6-9A7E454D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3541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object 75">
            <a:extLst xmlns:a="http://schemas.openxmlformats.org/drawingml/2006/main">
              <a:ext uri="{FF2B5EF4-FFF2-40B4-BE49-F238E27FC236}">
                <a16:creationId xmlns:a16="http://schemas.microsoft.com/office/drawing/2014/main" id="{4F3C4F1D-D0B8-47D5-96C0-12A5D65D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3541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20"/>
                </a:move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close/>
              </a:path>
            </a:pathLst>
          </a:custGeom>
          <a:ln xmlns:a="http://schemas.openxmlformats.org/drawingml/2006/main" w="635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object 76">
            <a:extLst xmlns:a="http://schemas.openxmlformats.org/drawingml/2006/main">
              <a:ext uri="{FF2B5EF4-FFF2-40B4-BE49-F238E27FC236}">
                <a16:creationId xmlns:a16="http://schemas.microsoft.com/office/drawing/2014/main" id="{DBD34500-A5B7-4894-8C58-B9AD737C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3541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20"/>
                </a:lnTo>
                <a:lnTo>
                  <a:pt x="63500" y="65532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object 77">
            <a:extLst xmlns:a="http://schemas.openxmlformats.org/drawingml/2006/main">
              <a:ext uri="{FF2B5EF4-FFF2-40B4-BE49-F238E27FC236}">
                <a16:creationId xmlns:a16="http://schemas.microsoft.com/office/drawing/2014/main" id="{77FCE935-774A-41C8-B14B-585FE8A3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596132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Controlled-copy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rule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41910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Screenshots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representative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Field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availability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configured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78" name="object 78">
            <a:extLst xmlns:a="http://schemas.openxmlformats.org/drawingml/2006/main">
              <a:ext uri="{FF2B5EF4-FFF2-40B4-BE49-F238E27FC236}">
                <a16:creationId xmlns:a16="http://schemas.microsoft.com/office/drawing/2014/main" id="{D70F856B-E097-47C5-A21B-84C60CB34E49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79" name="object 79">
            <a:extLst xmlns:a="http://schemas.openxmlformats.org/drawingml/2006/main">
              <a:ext uri="{FF2B5EF4-FFF2-40B4-BE49-F238E27FC236}">
                <a16:creationId xmlns:a16="http://schemas.microsoft.com/office/drawing/2014/main" id="{D654DA89-12CC-4088-B563-CC705E127F91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0956225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E9BB3FB-D374-4E76-A6F5-3B9F73DA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3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3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BAAB3D4E-1655-42A8-960A-7BB36224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FA135E7-583B-4BEC-9222-476C208A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6ED57D6F-2D5D-4981-B580-B6D72AA0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2.0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5F7EBBFF-3924-4400-837E-BE78653A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22326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Purpose,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Scope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Levels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6D6AB63C-F1B9-495A-A86C-70DEC9AD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EA49CEB0-AA41-4273-AAC0-BD537AB6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7998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enables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routine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safely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consistently.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7756F64E-89FC-461B-955C-BD42F68D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12494"/>
            <a:ext cx="3221355" cy="1098309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3145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0764950C-4091-4B8A-B7C1-28CEDB27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12494"/>
            <a:ext cx="3221355" cy="1098309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76200" y="939800"/>
                </a:move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E73B1C70-5651-4B1A-81B8-B338879C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12494"/>
            <a:ext cx="63500" cy="1098309"/>
          </a:xfrm>
          <a:custGeom xmlns:a="http://schemas.openxmlformats.org/drawingml/2006/main">
            <a:rect l="l" t="t" r="r" b="b"/>
            <a:pathLst>
              <a:path w="63500" h="939800">
                <a:moveTo>
                  <a:pt x="63500" y="0"/>
                </a:moveTo>
                <a:lnTo>
                  <a:pt x="0" y="0"/>
                </a:lnTo>
                <a:lnTo>
                  <a:pt x="0" y="939800"/>
                </a:lnTo>
                <a:lnTo>
                  <a:pt x="63500" y="93980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E4EB2864-5C63-4D62-A512-058C373E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60" y="1711959"/>
            <a:ext cx="3031334" cy="9432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048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40"/>
              </a:spcBef>
              <a:buNone/>
            </a:pPr>
            <a:r>
              <a:rPr sz="110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Purpose</a:t>
            </a:r>
            <a:endParaRPr sz="11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5080">
              <a:lnSpc>
                <a:spcPct val="112300"/>
              </a:lnSpc>
              <a:buNone/>
            </a:pPr>
            <a:r>
              <a:rPr sz="110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To digitally centralize, control, and secure organizational documents through a standardized approval and version management system.</a:t>
            </a:r>
            <a:endParaRPr sz="1100">
              <a:latin typeface="Arial MT"/>
              <a:ea typeface="Arial MT"/>
              <a:cs typeface="Arial MT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23EA4A65-A7D8-4443-ADE1-6D2C20A9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6199" y="1712485"/>
            <a:ext cx="3221355" cy="1095723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3145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0FD472BA-513C-4541-A177-93B7D1EE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6199" y="1712485"/>
            <a:ext cx="3221355" cy="1095723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76200" y="939800"/>
                </a:move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close/>
              </a:path>
            </a:pathLst>
          </a:custGeom>
          <a:ln xmlns:a="http://schemas.openxmlformats.org/drawingml/2006/main" w="6349">
            <a:solidFill>
              <a:srgbClr val="008A95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9682F650-2657-4AB3-BD9D-8F29162C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6199" y="1712485"/>
            <a:ext cx="63500" cy="1095723"/>
          </a:xfrm>
          <a:custGeom xmlns:a="http://schemas.openxmlformats.org/drawingml/2006/main">
            <a:rect l="l" t="t" r="r" b="b"/>
            <a:pathLst>
              <a:path w="63500" h="939800">
                <a:moveTo>
                  <a:pt x="63500" y="0"/>
                </a:moveTo>
                <a:lnTo>
                  <a:pt x="0" y="0"/>
                </a:lnTo>
                <a:lnTo>
                  <a:pt x="0" y="939800"/>
                </a:lnTo>
                <a:lnTo>
                  <a:pt x="63500" y="93980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ADAD2030-8C1E-4FCC-B30E-92F0410E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331" y="1704767"/>
            <a:ext cx="3043394" cy="1046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048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40"/>
              </a:spcBef>
              <a:buNone/>
            </a:pPr>
            <a:r>
              <a:rPr sz="110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Scope</a:t>
            </a:r>
            <a:endParaRPr sz="1100">
              <a:latin typeface="Arial MT"/>
              <a:ea typeface="Arial MT"/>
              <a:cs typeface="Arial MT"/>
            </a:endParaRPr>
          </a:p>
          <a:p xmlns:a="http://schemas.openxmlformats.org/drawingml/2006/main">
            <a:r>
              <a:rPr sz="1100"/>
              <a:t>Covers the complete document lifecycle—including creation, approval, storage, retrieval, revision, archival, and audit traceability—for all quality and organizational documents across the enterprise.</a:t>
            </a:r>
          </a:p>
        </p:txBody>
      </p:sp>
      <p:graphicFrame>
        <p:nvGraphicFramePr>
          <p:cNvPr id="47" name="object 21"/>
          <p:cNvGraphicFramePr/>
          <p:nvPr/>
        </p:nvGraphicFramePr>
        <p:xfrm>
          <a:off xmlns:a="http://schemas.openxmlformats.org/drawingml/2006/main" x="479425" y="2877184"/>
          <a:ext xmlns:a="http://schemas.openxmlformats.org/drawingml/2006/main" cx="6591300" cy="213169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2590800"/>
                <a:gridCol w="2324100"/>
              </a:tblGrid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Level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access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Approval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HOD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/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22580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files;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edit/delete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rights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where configured.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55880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after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review.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treated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Assistant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Manager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/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Manager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first-stage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workspace.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667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select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recipients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send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to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with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comments.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L3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Procedure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viewer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SOPs, IATF audit plans, Records and IATF Standards.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 approval decision.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L4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Checksheet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viewer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Records only.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 approval decision.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High-level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roles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1874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Manager,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Supervisor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access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Archive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System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Log.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Decision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rights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still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follow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level.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Full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system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access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including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People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directory.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capability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oversight.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4CEA71C0-2056-49E4-A885-B4E33B78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79059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59FA58E6-7B2D-4ED3-8865-153E3BAB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79059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D9F3C9B8-8B55-4859-B68E-4A3660C6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79059"/>
            <a:ext cx="63500" cy="518159"/>
          </a:xfrm>
          <a:custGeom xmlns:a="http://schemas.openxmlformats.org/drawingml/2006/main">
            <a:rect l="l" t="t" r="r" b="b"/>
            <a:pathLst>
              <a:path w="63500" h="518160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A720C004-E91D-4426-9D9A-E96E56F3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5239771"/>
            <a:ext cx="649287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700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Key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distinction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pages.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visibility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each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248240C-B7EB-4427-BE3B-A9641EE9804D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C11233E-1B2E-4176-BA31-C5D74F2CC2E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677922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BAB79E8D-3CE1-426D-A818-6FAD929A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11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4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5094ED18-85F7-43C2-A0CD-EE54640C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0E7C581C-5845-41F2-85C2-77C21D9C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38FFECB-CEDC-49DF-B7D4-A4B374A9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3.0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9FA60044-5B70-4A0C-B11C-BB4CE190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7463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End-to-End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Overview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E863E0D8-F37F-4879-9372-D1807D9C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87C7499-46F9-486A-8A12-20F0225D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10515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reflects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two-stage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design.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C782C512-ACCB-4F5F-925B-0B03E1B7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5954F22E-998D-434F-BAB9-BDE9FC37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6349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E94758EB-FD0D-4120-96E2-5805E6E4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55" y="101600"/>
                </a:moveTo>
                <a:lnTo>
                  <a:pt x="2088680" y="62026"/>
                </a:lnTo>
                <a:lnTo>
                  <a:pt x="2066925" y="29730"/>
                </a:lnTo>
                <a:lnTo>
                  <a:pt x="2034628" y="7975"/>
                </a:lnTo>
                <a:lnTo>
                  <a:pt x="1995055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55" y="342900"/>
                </a:lnTo>
                <a:lnTo>
                  <a:pt x="2096655" y="342900"/>
                </a:lnTo>
                <a:lnTo>
                  <a:pt x="2096655" y="241300"/>
                </a:lnTo>
                <a:lnTo>
                  <a:pt x="2096655" y="1016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119433c504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2300" y="16675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BEF5DF28-FF9D-4050-8FE8-480AB815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13" y="17056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10880E61-DA08-4404-9EA1-84962B8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2143760"/>
            <a:ext cx="7664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GENID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958AAC0C-2A74-4E5C-8686-92713E87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4667" y="23469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60E79ED3-265A-43E9-A3A4-5FCBFC2A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6267" y="23088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29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29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97B304A-AD00-403D-BB22-E8FCE7EC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5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CCF02300-4B8F-445E-BB26-A36771BB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393B71AC-F2E6-432C-A7EA-80308651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55" y="16103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88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0" name="object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119433c504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871367" y="16675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CFAE3D0C-E5B2-4F9B-B884-E05F082B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80" y="17056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F9E66C3F-9163-4E99-9AD7-9579E9B7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9259"/>
            <a:ext cx="3100070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  <a:tabLst>
                <a:tab pos="2261235" algn="l"/>
              </a:tabLst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in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	Choose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880CBFA-04C4-481C-A712-E69EE676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367" y="2143760"/>
            <a:ext cx="11950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652551CC-DECA-46BA-8306-22788767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3732" y="23469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3CE9FE81-60E1-4DBB-8F92-5D556AAF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332" y="23088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30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30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1BFAEA14-A4B5-448F-BA94-B35D0B37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313D9C35-F0D1-4301-86C5-FECE31FC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08A95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543DD6BB-7725-4895-A65F-BFDE3192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24" y="16103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9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119433c504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432" y="16675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2AE35208-301B-4B7D-A33B-C7883D9A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547" y="17056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3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BFA24FA2-B809-428D-84B2-C5665299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532" y="1699259"/>
            <a:ext cx="6229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files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941A4E3B-1DD0-4746-A662-D6FAC98F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432" y="2143760"/>
            <a:ext cx="13855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Office/PDF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formats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38A5627D-1002-4624-A088-083D43D9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484501C-9D6A-4A73-B6C7-60806713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199"/>
                </a:move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close/>
              </a:path>
            </a:pathLst>
          </a:custGeom>
          <a:ln xmlns:a="http://schemas.openxmlformats.org/drawingml/2006/main" w="12700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AEAA1155-D537-47A4-A6F6-6A4EBAF3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121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55" y="101600"/>
                </a:moveTo>
                <a:lnTo>
                  <a:pt x="2088680" y="62026"/>
                </a:lnTo>
                <a:lnTo>
                  <a:pt x="2066925" y="29730"/>
                </a:lnTo>
                <a:lnTo>
                  <a:pt x="2034628" y="7975"/>
                </a:lnTo>
                <a:lnTo>
                  <a:pt x="1995055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55" y="342900"/>
                </a:lnTo>
                <a:lnTo>
                  <a:pt x="2096655" y="342900"/>
                </a:lnTo>
                <a:lnTo>
                  <a:pt x="2096655" y="241300"/>
                </a:lnTo>
                <a:lnTo>
                  <a:pt x="2096655" y="10160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46" name="object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119433c504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2300" y="33693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C169CB2E-A488-4A28-BAE5-B2450463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13" y="34074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A5E8D04F-C64C-438B-8966-273D2D4D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1059"/>
            <a:ext cx="78168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Add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metadata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5ED6A798-4FB5-4ACA-B417-E5CE94FB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3845559"/>
            <a:ext cx="135699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6E8538EE-F81C-405E-9A4C-A586D169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4667" y="40487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DFDE0C7B-0730-4B3C-BFC6-1F9C0E18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6267" y="40106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29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29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86B80C3B-5348-4365-8406-7E510608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5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lnTo>
                  <a:pt x="1995065" y="1473199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599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E4BC0DA9-B169-4FC7-AF25-8757BD79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199"/>
                </a:moveTo>
                <a:lnTo>
                  <a:pt x="1995065" y="1473199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599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close/>
              </a:path>
            </a:pathLst>
          </a:custGeom>
          <a:ln xmlns:a="http://schemas.openxmlformats.org/drawingml/2006/main" w="12700">
            <a:solidFill>
              <a:srgbClr val="5D248C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8B032DAE-4FD7-4F39-9D90-67016E68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55" y="33121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88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5D248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5" name="object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119433c504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871367" y="33693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EFA90818-C7E8-4D2A-8580-DEFD1ABC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80" y="34074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54" name="object 54">
            <a:extLst xmlns:a="http://schemas.openxmlformats.org/drawingml/2006/main">
              <a:ext uri="{FF2B5EF4-FFF2-40B4-BE49-F238E27FC236}">
                <a16:creationId xmlns:a16="http://schemas.microsoft.com/office/drawing/2014/main" id="{55C3738F-FE92-412F-AC96-176D2D26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467" y="3401059"/>
            <a:ext cx="412750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Submit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55" name="object 55">
            <a:extLst xmlns:a="http://schemas.openxmlformats.org/drawingml/2006/main">
              <a:ext uri="{FF2B5EF4-FFF2-40B4-BE49-F238E27FC236}">
                <a16:creationId xmlns:a16="http://schemas.microsoft.com/office/drawing/2014/main" id="{DB68BF66-364D-418A-9D6E-A04DAB13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367" y="3845559"/>
            <a:ext cx="11836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becomes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7" name="object 57">
            <a:extLst xmlns:a="http://schemas.openxmlformats.org/drawingml/2006/main">
              <a:ext uri="{FF2B5EF4-FFF2-40B4-BE49-F238E27FC236}">
                <a16:creationId xmlns:a16="http://schemas.microsoft.com/office/drawing/2014/main" id="{0F32C0B0-DCE7-4163-A8AF-B57BD773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3732" y="40487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object 58">
            <a:extLst xmlns:a="http://schemas.openxmlformats.org/drawingml/2006/main">
              <a:ext uri="{FF2B5EF4-FFF2-40B4-BE49-F238E27FC236}">
                <a16:creationId xmlns:a16="http://schemas.microsoft.com/office/drawing/2014/main" id="{63C92735-5C4B-469E-BA0D-E5188457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332" y="40106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30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30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object 59">
            <a:extLst xmlns:a="http://schemas.openxmlformats.org/drawingml/2006/main">
              <a:ext uri="{FF2B5EF4-FFF2-40B4-BE49-F238E27FC236}">
                <a16:creationId xmlns:a16="http://schemas.microsoft.com/office/drawing/2014/main" id="{D0C0A9F3-3455-4738-9B8B-8BC34C65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object 60">
            <a:extLst xmlns:a="http://schemas.openxmlformats.org/drawingml/2006/main">
              <a:ext uri="{FF2B5EF4-FFF2-40B4-BE49-F238E27FC236}">
                <a16:creationId xmlns:a16="http://schemas.microsoft.com/office/drawing/2014/main" id="{02368A11-AB0C-4AF7-AE9D-FCCDE8E4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199"/>
                </a:move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close/>
              </a:path>
            </a:pathLst>
          </a:custGeom>
          <a:ln xmlns:a="http://schemas.openxmlformats.org/drawingml/2006/main" w="12700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object 61">
            <a:extLst xmlns:a="http://schemas.openxmlformats.org/drawingml/2006/main">
              <a:ext uri="{FF2B5EF4-FFF2-40B4-BE49-F238E27FC236}">
                <a16:creationId xmlns:a16="http://schemas.microsoft.com/office/drawing/2014/main" id="{306E6561-5311-45BD-80C9-8915C677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24" y="33121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4" name="object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119433c504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432" y="33693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3" name="object 63">
            <a:extLst xmlns:a="http://schemas.openxmlformats.org/drawingml/2006/main">
              <a:ext uri="{FF2B5EF4-FFF2-40B4-BE49-F238E27FC236}">
                <a16:creationId xmlns:a16="http://schemas.microsoft.com/office/drawing/2014/main" id="{1BDCF055-DAF8-485F-B1F8-3DE3AE53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547" y="34074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64" name="object 64">
            <a:extLst xmlns:a="http://schemas.openxmlformats.org/drawingml/2006/main">
              <a:ext uri="{FF2B5EF4-FFF2-40B4-BE49-F238E27FC236}">
                <a16:creationId xmlns:a16="http://schemas.microsoft.com/office/drawing/2014/main" id="{F19ED221-4BE4-4DB2-A7B5-54F4FF99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532" y="3401059"/>
            <a:ext cx="5467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L2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65" name="object 65">
            <a:extLst xmlns:a="http://schemas.openxmlformats.org/drawingml/2006/main">
              <a:ext uri="{FF2B5EF4-FFF2-40B4-BE49-F238E27FC236}">
                <a16:creationId xmlns:a16="http://schemas.microsoft.com/office/drawing/2014/main" id="{DC312A5D-D877-4E81-9BF7-18BD67B8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432" y="3845559"/>
            <a:ext cx="159448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67" name="object 67">
            <a:extLst xmlns:a="http://schemas.openxmlformats.org/drawingml/2006/main">
              <a:ext uri="{FF2B5EF4-FFF2-40B4-BE49-F238E27FC236}">
                <a16:creationId xmlns:a16="http://schemas.microsoft.com/office/drawing/2014/main" id="{6EDF264D-1B8A-4535-9E71-ABC74609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object 68">
            <a:extLst xmlns:a="http://schemas.openxmlformats.org/drawingml/2006/main">
              <a:ext uri="{FF2B5EF4-FFF2-40B4-BE49-F238E27FC236}">
                <a16:creationId xmlns:a16="http://schemas.microsoft.com/office/drawing/2014/main" id="{65F283C8-216F-4E84-90B8-150774B6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699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object 69">
            <a:extLst xmlns:a="http://schemas.openxmlformats.org/drawingml/2006/main">
              <a:ext uri="{FF2B5EF4-FFF2-40B4-BE49-F238E27FC236}">
                <a16:creationId xmlns:a16="http://schemas.microsoft.com/office/drawing/2014/main" id="{1C6B6B8C-3B79-4FE3-B8EA-3FDA6815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0139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55" y="101600"/>
                </a:moveTo>
                <a:lnTo>
                  <a:pt x="2088680" y="62026"/>
                </a:lnTo>
                <a:lnTo>
                  <a:pt x="2066925" y="29730"/>
                </a:lnTo>
                <a:lnTo>
                  <a:pt x="2034628" y="7975"/>
                </a:lnTo>
                <a:lnTo>
                  <a:pt x="1995055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55" y="342900"/>
                </a:lnTo>
                <a:lnTo>
                  <a:pt x="2096655" y="342900"/>
                </a:lnTo>
                <a:lnTo>
                  <a:pt x="2096655" y="241300"/>
                </a:lnTo>
                <a:lnTo>
                  <a:pt x="2096655" y="1016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1" name="object 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119433c504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2300" y="50711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1" name="object 71">
            <a:extLst xmlns:a="http://schemas.openxmlformats.org/drawingml/2006/main">
              <a:ext uri="{FF2B5EF4-FFF2-40B4-BE49-F238E27FC236}">
                <a16:creationId xmlns:a16="http://schemas.microsoft.com/office/drawing/2014/main" id="{56394539-2914-4611-A695-0F16026C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13" y="51092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72" name="object 72">
            <a:extLst xmlns:a="http://schemas.openxmlformats.org/drawingml/2006/main">
              <a:ext uri="{FF2B5EF4-FFF2-40B4-BE49-F238E27FC236}">
                <a16:creationId xmlns:a16="http://schemas.microsoft.com/office/drawing/2014/main" id="{B9992F13-2E51-496E-86E2-54069B24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2859"/>
            <a:ext cx="5467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L1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73" name="object 73">
            <a:extLst xmlns:a="http://schemas.openxmlformats.org/drawingml/2006/main">
              <a:ext uri="{FF2B5EF4-FFF2-40B4-BE49-F238E27FC236}">
                <a16:creationId xmlns:a16="http://schemas.microsoft.com/office/drawing/2014/main" id="{AA1E188C-6D00-4229-943A-878969CA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5547359"/>
            <a:ext cx="106172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75" name="object 75">
            <a:extLst xmlns:a="http://schemas.openxmlformats.org/drawingml/2006/main">
              <a:ext uri="{FF2B5EF4-FFF2-40B4-BE49-F238E27FC236}">
                <a16:creationId xmlns:a16="http://schemas.microsoft.com/office/drawing/2014/main" id="{6576B4BA-86D4-4126-A8CD-9DABA7CC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4667" y="57505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object 76">
            <a:extLst xmlns:a="http://schemas.openxmlformats.org/drawingml/2006/main">
              <a:ext uri="{FF2B5EF4-FFF2-40B4-BE49-F238E27FC236}">
                <a16:creationId xmlns:a16="http://schemas.microsoft.com/office/drawing/2014/main" id="{EB27D35A-986C-427A-BC8F-1217ECEC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6267" y="57124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29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29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object 77">
            <a:extLst xmlns:a="http://schemas.openxmlformats.org/drawingml/2006/main">
              <a:ext uri="{FF2B5EF4-FFF2-40B4-BE49-F238E27FC236}">
                <a16:creationId xmlns:a16="http://schemas.microsoft.com/office/drawing/2014/main" id="{D8578821-FCB9-46BB-9E94-A2A33EE3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5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object 78">
            <a:extLst xmlns:a="http://schemas.openxmlformats.org/drawingml/2006/main">
              <a:ext uri="{FF2B5EF4-FFF2-40B4-BE49-F238E27FC236}">
                <a16:creationId xmlns:a16="http://schemas.microsoft.com/office/drawing/2014/main" id="{5C094BA5-7EF3-4062-947C-690CD310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9" name="object 79">
            <a:extLst xmlns:a="http://schemas.openxmlformats.org/drawingml/2006/main">
              <a:ext uri="{FF2B5EF4-FFF2-40B4-BE49-F238E27FC236}">
                <a16:creationId xmlns:a16="http://schemas.microsoft.com/office/drawing/2014/main" id="{36529D0F-3DD3-43D3-83E5-E4886909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55" y="50139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88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0" name="object 8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119433c504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871367" y="50711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81" name="object 81">
            <a:extLst xmlns:a="http://schemas.openxmlformats.org/drawingml/2006/main">
              <a:ext uri="{FF2B5EF4-FFF2-40B4-BE49-F238E27FC236}">
                <a16:creationId xmlns:a16="http://schemas.microsoft.com/office/drawing/2014/main" id="{F857BF10-AA02-4CAB-B766-65EB7BCF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80" y="51092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8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82" name="object 82">
            <a:extLst xmlns:a="http://schemas.openxmlformats.org/drawingml/2006/main">
              <a:ext uri="{FF2B5EF4-FFF2-40B4-BE49-F238E27FC236}">
                <a16:creationId xmlns:a16="http://schemas.microsoft.com/office/drawing/2014/main" id="{E9B529E8-B9A8-4440-88BB-934C907A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467" y="5102859"/>
            <a:ext cx="83248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and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83" name="object 83">
            <a:extLst xmlns:a="http://schemas.openxmlformats.org/drawingml/2006/main">
              <a:ext uri="{FF2B5EF4-FFF2-40B4-BE49-F238E27FC236}">
                <a16:creationId xmlns:a16="http://schemas.microsoft.com/office/drawing/2014/main" id="{D70F3774-EC30-4D08-909B-31C61F4B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367" y="5547359"/>
            <a:ext cx="145542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download,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analyze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85" name="object 85">
            <a:extLst xmlns:a="http://schemas.openxmlformats.org/drawingml/2006/main">
              <a:ext uri="{FF2B5EF4-FFF2-40B4-BE49-F238E27FC236}">
                <a16:creationId xmlns:a16="http://schemas.microsoft.com/office/drawing/2014/main" id="{989B11FE-7CE8-493E-9665-CCC13E13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3732" y="57505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6" name="object 86">
            <a:extLst xmlns:a="http://schemas.openxmlformats.org/drawingml/2006/main">
              <a:ext uri="{FF2B5EF4-FFF2-40B4-BE49-F238E27FC236}">
                <a16:creationId xmlns:a16="http://schemas.microsoft.com/office/drawing/2014/main" id="{CE40B2D6-A0B1-442B-8BB3-9C4B0223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332" y="57124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30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30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7" name="object 87">
            <a:extLst xmlns:a="http://schemas.openxmlformats.org/drawingml/2006/main">
              <a:ext uri="{FF2B5EF4-FFF2-40B4-BE49-F238E27FC236}">
                <a16:creationId xmlns:a16="http://schemas.microsoft.com/office/drawing/2014/main" id="{99AC0566-3FFE-4CDE-87A2-4D410668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object 88">
            <a:extLst xmlns:a="http://schemas.openxmlformats.org/drawingml/2006/main">
              <a:ext uri="{FF2B5EF4-FFF2-40B4-BE49-F238E27FC236}">
                <a16:creationId xmlns:a16="http://schemas.microsoft.com/office/drawing/2014/main" id="{8A2294F7-69C4-4F0A-8A4D-795747AD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08A95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9" name="object 89">
            <a:extLst xmlns:a="http://schemas.openxmlformats.org/drawingml/2006/main">
              <a:ext uri="{FF2B5EF4-FFF2-40B4-BE49-F238E27FC236}">
                <a16:creationId xmlns:a16="http://schemas.microsoft.com/office/drawing/2014/main" id="{59FF9936-7408-4DA2-B761-CBA4B96A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24" y="50139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9" name="object 9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119433c504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432" y="50711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1" name="object 91">
            <a:extLst xmlns:a="http://schemas.openxmlformats.org/drawingml/2006/main">
              <a:ext uri="{FF2B5EF4-FFF2-40B4-BE49-F238E27FC236}">
                <a16:creationId xmlns:a16="http://schemas.microsoft.com/office/drawing/2014/main" id="{01B335FA-5D59-4BA8-A9A0-0D15D665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547" y="51092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92" name="object 92">
            <a:extLst xmlns:a="http://schemas.openxmlformats.org/drawingml/2006/main">
              <a:ext uri="{FF2B5EF4-FFF2-40B4-BE49-F238E27FC236}">
                <a16:creationId xmlns:a16="http://schemas.microsoft.com/office/drawing/2014/main" id="{5236A962-67B8-4D84-B2E3-111A73BD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532" y="5102859"/>
            <a:ext cx="9150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Retain and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93" name="object 93">
            <a:extLst xmlns:a="http://schemas.openxmlformats.org/drawingml/2006/main">
              <a:ext uri="{FF2B5EF4-FFF2-40B4-BE49-F238E27FC236}">
                <a16:creationId xmlns:a16="http://schemas.microsoft.com/office/drawing/2014/main" id="{12488739-2926-48D2-98D1-36B83E33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432" y="5547359"/>
            <a:ext cx="128778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restore/log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95" name="object 95">
            <a:extLst xmlns:a="http://schemas.openxmlformats.org/drawingml/2006/main">
              <a:ext uri="{FF2B5EF4-FFF2-40B4-BE49-F238E27FC236}">
                <a16:creationId xmlns:a16="http://schemas.microsoft.com/office/drawing/2014/main" id="{D4F99E7B-96F5-4BC8-8120-7A6326AD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76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6" name="object 96">
            <a:extLst xmlns:a="http://schemas.openxmlformats.org/drawingml/2006/main">
              <a:ext uri="{FF2B5EF4-FFF2-40B4-BE49-F238E27FC236}">
                <a16:creationId xmlns:a16="http://schemas.microsoft.com/office/drawing/2014/main" id="{55B1B817-E955-4751-A8E6-85BD6FBE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76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19"/>
                </a:move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close/>
              </a:path>
            </a:pathLst>
          </a:custGeom>
          <a:ln xmlns:a="http://schemas.openxmlformats.org/drawingml/2006/main" w="1270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7" name="object 97">
            <a:extLst xmlns:a="http://schemas.openxmlformats.org/drawingml/2006/main">
              <a:ext uri="{FF2B5EF4-FFF2-40B4-BE49-F238E27FC236}">
                <a16:creationId xmlns:a16="http://schemas.microsoft.com/office/drawing/2014/main" id="{19586FFB-A8FF-448C-B8E0-58EE16C1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765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19"/>
                </a:lnTo>
                <a:lnTo>
                  <a:pt x="63500" y="65531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8" name="object 98">
            <a:extLst xmlns:a="http://schemas.openxmlformats.org/drawingml/2006/main">
              <a:ext uri="{FF2B5EF4-FFF2-40B4-BE49-F238E27FC236}">
                <a16:creationId xmlns:a16="http://schemas.microsoft.com/office/drawing/2014/main" id="{AF65E1CE-F672-4919-B4D3-DFA19A4C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738371"/>
            <a:ext cx="6496050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30175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Status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path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30175" marR="360045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-&gt;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-&gt;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occur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either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include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uploader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knows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99" name="object 99">
            <a:extLst xmlns:a="http://schemas.openxmlformats.org/drawingml/2006/main">
              <a:ext uri="{FF2B5EF4-FFF2-40B4-BE49-F238E27FC236}">
                <a16:creationId xmlns:a16="http://schemas.microsoft.com/office/drawing/2014/main" id="{A6AB7D32-DFCA-4CE1-B515-BD4BA5F76A4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100" name="object 100">
            <a:extLst xmlns:a="http://schemas.openxmlformats.org/drawingml/2006/main">
              <a:ext uri="{FF2B5EF4-FFF2-40B4-BE49-F238E27FC236}">
                <a16:creationId xmlns:a16="http://schemas.microsoft.com/office/drawing/2014/main" id="{F0A00BBE-907A-4697-B01D-1EA869D6088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896739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13EE1AB8-C6F2-4B83-9FBF-46E95B41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5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A3541196-730E-4691-9563-0E14E7BB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D61C831-634B-4F89-B82A-CD44B642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F3FAFBAE-44DD-4B05-8758-323995CF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041148BD-28CF-4FD7-B178-8D2CE138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170815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Login to the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Portal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58C435C4-8110-44C4-A24E-92E06807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4A0F1E1-1F61-40A0-94CE-7C047B46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6187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URL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supplied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your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E0AC800F-981D-4372-BAA5-00FBB389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40990"/>
          </a:xfrm>
          <a:custGeom xmlns:a="http://schemas.openxmlformats.org/drawingml/2006/main">
            <a:rect l="l" t="t" r="r" b="b"/>
            <a:pathLst>
              <a:path w="6595109" h="284099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77073"/>
                </a:lnTo>
                <a:lnTo>
                  <a:pt x="4985" y="2801804"/>
                </a:lnTo>
                <a:lnTo>
                  <a:pt x="18586" y="2821986"/>
                </a:lnTo>
                <a:lnTo>
                  <a:pt x="38769" y="2835587"/>
                </a:lnTo>
                <a:lnTo>
                  <a:pt x="63500" y="2840573"/>
                </a:lnTo>
                <a:lnTo>
                  <a:pt x="6531300" y="2840573"/>
                </a:lnTo>
                <a:lnTo>
                  <a:pt x="6556030" y="2835587"/>
                </a:lnTo>
                <a:lnTo>
                  <a:pt x="6576213" y="2821986"/>
                </a:lnTo>
                <a:lnTo>
                  <a:pt x="6589814" y="2801804"/>
                </a:lnTo>
                <a:lnTo>
                  <a:pt x="6594800" y="277707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6F1E0294-65A5-49D1-A0F4-993DC21A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40990"/>
          </a:xfrm>
          <a:custGeom xmlns:a="http://schemas.openxmlformats.org/drawingml/2006/main">
            <a:rect l="l" t="t" r="r" b="b"/>
            <a:pathLst>
              <a:path w="6595109" h="284099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77073"/>
                </a:lnTo>
                <a:lnTo>
                  <a:pt x="4985" y="2801804"/>
                </a:lnTo>
                <a:lnTo>
                  <a:pt x="18586" y="2821986"/>
                </a:lnTo>
                <a:lnTo>
                  <a:pt x="38769" y="2835587"/>
                </a:lnTo>
                <a:lnTo>
                  <a:pt x="63500" y="2840573"/>
                </a:lnTo>
                <a:lnTo>
                  <a:pt x="6531300" y="2840573"/>
                </a:lnTo>
                <a:lnTo>
                  <a:pt x="6556030" y="2835587"/>
                </a:lnTo>
                <a:lnTo>
                  <a:pt x="6576213" y="2821986"/>
                </a:lnTo>
                <a:lnTo>
                  <a:pt x="6589814" y="2801804"/>
                </a:lnTo>
                <a:lnTo>
                  <a:pt x="6594800" y="277707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013436F3-F845-44FB-A4B4-1582657E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40990"/>
          </a:xfrm>
          <a:custGeom xmlns:a="http://schemas.openxmlformats.org/drawingml/2006/main">
            <a:rect l="l" t="t" r="r" b="b"/>
            <a:pathLst>
              <a:path w="6595109" h="2840990">
                <a:moveTo>
                  <a:pt x="63500" y="2840573"/>
                </a:moveTo>
                <a:lnTo>
                  <a:pt x="6531300" y="2840573"/>
                </a:lnTo>
                <a:lnTo>
                  <a:pt x="6556030" y="2835587"/>
                </a:lnTo>
                <a:lnTo>
                  <a:pt x="6576213" y="2821986"/>
                </a:lnTo>
                <a:lnTo>
                  <a:pt x="6589814" y="2801804"/>
                </a:lnTo>
                <a:lnTo>
                  <a:pt x="6594800" y="277707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77073"/>
                </a:lnTo>
                <a:lnTo>
                  <a:pt x="4985" y="2801804"/>
                </a:lnTo>
                <a:lnTo>
                  <a:pt x="18586" y="2821986"/>
                </a:lnTo>
                <a:lnTo>
                  <a:pt x="38769" y="2835587"/>
                </a:lnTo>
                <a:lnTo>
                  <a:pt x="63500" y="2840573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340e9ab5741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84" y="1623060"/>
            <a:ext cx="6535830" cy="2815172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A6B2EF87-BA6E-42B8-91B1-E8FAC28D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544" y="4501732"/>
            <a:ext cx="178498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Current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Smart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DMS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login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page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CD46CB46-45A4-4C9B-BE1D-6E8F132F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5827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8EDF1342-6DDA-4978-9F5F-CBEE9D13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5827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e40593c6e4b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4590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BAB77A81-61D1-496C-91D6-6AAB71E8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73843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8F98B2A7-5B83-4C0B-B17E-25D26D1F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0917"/>
            <a:ext cx="25044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Smart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DMS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portal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supported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internal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URL.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091634E4-6C5F-4D63-BDDD-B46285D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383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B2F295B3-647D-4176-B1F7-B4D6CBC8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383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e40593c6e4b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2596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7D64EDCD-4876-4E54-959B-6C40444E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53903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A8C8F05B-F4C3-4BC5-8DEB-4EF29B09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0976"/>
            <a:ext cx="24441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Enter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your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identity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your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registered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address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GENID.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2BE9A5E4-43B0-4874-825C-85C10F6F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1839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30C0148A-90D6-45E0-AD09-6929BBF1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1839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e40593c6e4b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80602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479C54DB-CBFC-468A-9B2A-568BE7BD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3396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44BB269-B062-433D-957F-EDDBB66A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1036"/>
            <a:ext cx="24606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Enter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your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password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case-sensitive.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credentials.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308518B-D521-4F6E-A87C-21890A5D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98453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EF03846-1209-4B99-83D4-592A375A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98453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e40593c6e4b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8608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9A530B0D-C5E7-4DDB-B7F1-B3CEA3AC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314023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5DD691D8-87E0-4AD2-BF4E-1AD3596F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31097"/>
            <a:ext cx="323850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Sign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Successful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Master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Dashboard.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1D466C8B-D676-4336-BFDB-51C7A7E4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8513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584C6B4E-EDA4-4020-B655-A9053609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8513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284789CB-060B-4658-9B0E-EA5FD8C1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8513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D86E6FD6-BD12-463B-96AA-605934C8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39225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Access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problem?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Forgot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registered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address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040516F4-FA85-4083-8F02-D4FE8DF4A79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F18E3CE1-EB48-411F-B3A7-8AFC7619E40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8470981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E2EB8C50-3EF4-41C5-90B8-2AB5CFDC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4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6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26E5771B-7FB8-432E-B893-E469B40C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09380439-FF79-4944-BADF-43B6ABAF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60054EBB-7E66-44E0-BEEE-894AF42B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E87E40E-B5E4-4BB1-86F3-B2DA95C8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70446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Register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Password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D5613039-E86E-483B-9820-88F42E2A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EE90C259-21B5-4E89-853B-9AD5F997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03530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standard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access.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61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06fcd183d492b"/>
          <a:srcRect xmlns:a="http://schemas.openxmlformats.org/drawingml/2006/main" l="0" t="0" r="5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82632" y="1607153"/>
            <a:ext cx="3297555" cy="2849880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4A030F90-7704-4F87-9DFA-DC804EBD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32" y="4552950"/>
            <a:ext cx="659511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 2 - Current employee registration page</a:t>
            </a:r>
            <a:endParaRPr sz="750">
              <a:latin typeface="Arial"/>
              <a:ea typeface="Arial"/>
              <a:cs typeface="Arial"/>
            </a:endParaRPr>
          </a:p>
        </p:txBody>
      </p:sp>
      <p:pic>
        <p:nvPicPr>
          <p:cNvPr id="63" name="object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191809ec545e8"/>
          <a:srcRect xmlns:a="http://schemas.openxmlformats.org/drawingml/2006/main" l="5000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780187" y="1607153"/>
            <a:ext cx="3297555" cy="2849880"/>
          </a:xfrm>
          <a:prstGeom xmlns:a="http://schemas.openxmlformats.org/drawingml/2006/main" prst="rect">
            <a:avLst/>
          </a:prstGeom>
        </p:spPr>
      </p:pic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03B2A28-25DF-4393-965E-AB33189F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32" y="4781550"/>
            <a:ext cx="659511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Full registration form visible in one screen without page scrolling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44584EC8-8B5E-4617-A0C1-06E459A8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2609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2CF88DC1-0AF7-467C-B213-634A252E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2609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d90338d8e40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1372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F64E7983-EA57-4B19-BD2D-DB8F1CA8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741669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347460EB-B293-4243-8C9D-8E7E8E50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8743"/>
            <a:ext cx="192278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Create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account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Create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C7F2B8E1-0A0A-49C1-8771-3D051AAC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0615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26D79955-AC99-4836-9601-26DA5956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0615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d90338d8e40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19378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7029E5A9-DEEC-4911-8C6E-CC905837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21729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A74B87A1-D53A-495E-910B-48C8DF6F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38803"/>
            <a:ext cx="365696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Complete identity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fields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full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optional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official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unique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A83A806F-438E-40F1-9501-F93A50C0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8621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7731F12F-2317-4615-9783-A445A839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8621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d90338d8e40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67384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372E7C2E-64CA-4381-B8B1-FC45BA3A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01789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DD44ABF8-D3CD-431D-8B40-D09ED052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8864"/>
            <a:ext cx="31838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Create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password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least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8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characters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same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value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8A3A3C3-1092-49C9-9A7E-F49048D1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6627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B09870B4-17B2-4746-A116-6AB12938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6627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2" name="object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d90338d8e40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1539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E4726C4-1403-469B-9B88-89DEC40C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18185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43A1C617-CFA3-42D1-BA0E-D6D31164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98923"/>
            <a:ext cx="53797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Submit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registration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Return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after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success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message.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manages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elevated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QMS-level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assignment.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BA8EDD92-A1C5-44A0-9A1F-DA20BD80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4633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BE5CDB90-B772-4F87-8C5A-01C2A853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4633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19"/>
                </a:move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close/>
              </a:path>
            </a:pathLst>
          </a:custGeom>
          <a:ln xmlns:a="http://schemas.openxmlformats.org/drawingml/2006/main" w="635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DA6C877E-2C51-4732-8EB9-0F972513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4633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19"/>
                </a:lnTo>
                <a:lnTo>
                  <a:pt x="63500" y="65531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7C8BBDF9-F095-4D02-9290-C932C5EE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607051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Forgot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password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24511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Forgot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registered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time-limited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reset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Reset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expire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after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1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hour.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4B825AF8-9E88-48BE-A942-BBD2852ABE5F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8DEED6CB-DD6C-4055-A1B2-7E62DAE1849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3807830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37A52BD0-DF18-4EEB-A779-DE2D971C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3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7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D102BF0-FBE8-41CB-A010-E70ADFFC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14BCC6E-0FFD-49C0-8CA3-4CD7A6BA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EDB996B8-A395-445F-AA94-CD667F08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605F0062-075C-45A9-B2EA-9C736630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4288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Master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Dashboard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93D2602-619B-4C12-96EE-C4FDBB14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B9CAD39F-BD6F-4611-BCFE-9BE56454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898265" cy="259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 dashboard is shown in two complete views: library shortcuts first, then activity and search.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2645A8B0-F885-4703-99C6-A8009166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32" y="6505575"/>
            <a:ext cx="6595110" cy="2426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 3 - Dashboard overview (top) and activity/search (bottom)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4CB15AD1-DDCD-4E25-81F7-D7273588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84999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B64A9B4E-D530-4F80-A5D6-FB7452D7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84999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3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758b741e84f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93762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CB63B0ED-CA85-46DF-A0D1-9010C161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96553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41073B44-68C9-487B-ADC8-4B1C8F89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82574"/>
            <a:ext cx="2765425" cy="3167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library coverage</a:t>
            </a:r>
            <a:endParaRPr sz="850" b="1" spc="-10">
              <a:solidFill>
                <a:srgbClr val="13213D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 119 plant and 58 customer documents across six library areas.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D2344E39-A3AB-4404-8B70-ACEAECFD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3005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3891015-C39D-4966-85B6-A610CE04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3005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8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758b741e84f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41768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8209C22A-E703-47CA-A5E9-3BDCDE42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44559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1EE90672-D194-4563-AFD6-177AC83A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62635"/>
            <a:ext cx="35096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Use quick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actions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 Uploads, Pending, Library, Approvals, Reports or Revision History.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B748784B-F6D4-488B-B4DE-C2041BB3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81011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8EF3F74B-C3EA-4898-9BE8-4E7D0D01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81011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3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758b741e84f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89774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AEE02D63-1A34-4B75-8858-9955163F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92565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2B98E596-24AA-46CE-B163-88053A8A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42695"/>
            <a:ext cx="27381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activity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 the 14-day trend and Recently viewed list to reopen work.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DE4CA9CF-6AE6-4B1B-9AB6-1DF7C894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29017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93004F7B-316B-48C6-94CB-C8562CE8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29017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8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758b741e84f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83778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1F7D6D02-D103-4AD9-9186-EF017BA9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840571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3C711B89-7184-431E-A5F0-F8CFCD73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22755"/>
            <a:ext cx="440626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 and filter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Search metadata; filter by plant, department, customer and status.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6D7241D-146D-4C58-8047-2359BD58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77023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2A04048A-7304-4ABA-BF1B-69DE9E3D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77023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3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758b741e84f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885786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BD542946-883A-4620-A589-3419F020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888577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E30BE43A-217B-4DA5-9A1B-C6FA5CE4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02815"/>
            <a:ext cx="27870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Manage the current 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Set page size, use authorized row actions, or export the filtered CSV.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783878C4-399E-4FE8-893B-63A6187F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9250299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A4529167-34F1-43DD-B8BC-0F24C04B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9250299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AC8A831F-22E4-400A-A31D-8E34030F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9250299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EFA4B8FB-BB1C-494D-8B34-191E0F7B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9310973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Good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practice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Reset filters before concluding that a document is missing. Counts and visibility are access-aware and reflect the current database.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C36FB88E-400D-4442-B856-0CAC69EE393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29144CEA-D333-485F-B921-B44E25901419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pic>
        <p:nvPicPr>
          <p:cNvPr id="102" name="Picture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9e975379d48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01644" y="1618583"/>
            <a:ext cx="7153180" cy="2381250"/>
          </a:xfrm>
          <a:prstGeom xmlns:a="http://schemas.openxmlformats.org/drawingml/2006/main" prst="rect">
            <a:avLst/>
          </a:prstGeom>
        </p:spPr>
      </p:pic>
      <p:pic>
        <p:nvPicPr>
          <p:cNvPr id="103" name="Picture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616950de94f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01644" y="4095750"/>
            <a:ext cx="7153180" cy="238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682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A6E4D0C-7CBA-43D8-9BA6-6EB398FD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8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3FD0709F-E0E9-44B5-B9A0-52BF48D6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57571BCD-71DA-46BD-99FE-B9585920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693E240C-B288-4007-AF89-06F9F394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245AA320-D31C-44FB-9EAD-987FD1CF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96862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Files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Enter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Metadata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E2D054B9-7CF4-41F6-B53A-1417C2A6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BC1E41D0-2772-44C5-B30E-B9510490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319779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routed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278310AA-0745-4646-8C7D-E50C44BE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B6DC7283-4A6A-49ED-90E4-BAC105E0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2CCB698-DD82-43A1-BFE9-F19CD05C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ffb6d3efc4d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5CBA6E2E-A430-4274-A555-469D010C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630" y="4478876"/>
            <a:ext cx="239712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4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selection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start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of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upload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form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8F457BD2-0B7F-4C20-A1A2-F63721F6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606E9F82-CAE5-49CD-B3B0-489E8DDD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ebbddf8454d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D5E94A70-587D-4ED4-9C8A-B0F2E477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62553C3B-DA4A-49B9-9800-FAF51F75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2866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one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more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files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Drag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drop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zone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DFA227F4-4671-45CA-B0F2-FCEB7DC1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3995A04-1C40-4E71-A99D-638C0924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ebbddf8454d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3C650CD-0908-4471-AD96-143ABCEA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DA71096D-2330-468D-A3D0-6C1ABC03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431355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Check format and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size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Accepted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formats: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PDF,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DOC/DOCX,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XLS/XLSX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PPT/PPTX.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Maximum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size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100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MB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2D3D053B-D464-44F2-B34E-984D6D34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99233665-6475-4524-B771-E328897C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ebbddf8454d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50CEF501-36AB-4A64-924A-1A41B58A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79208F9-4071-46B3-9F39-A565E956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0695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Enter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number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convention,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example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DOC-2026-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001.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228A31C-F899-458B-90B8-B153D969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EE2A2B56-5BC6-4D1B-9B23-9F2EDDE0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ebbddf8454d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B1E1780B-3760-408B-B80A-E88E8768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1FC10667-7687-44D4-B08A-0F9EA87E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7000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revision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value.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left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blank,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Rev.00.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E44036B-6EA6-41DA-A61C-11995260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E85D2419-1B59-44F7-BD29-F419CB1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ebbddf8454d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D6F15A91-4F24-4D4B-AAE4-EC617CE6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514B32AE-226B-43F0-8390-5D84B233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51027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ownership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enable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Internal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8C2D6854-4DF0-4AAF-9EB6-02CB3CCD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F3ACF067-1A41-449F-9C34-B24329DC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1BA86729-51C9-4106-9AAD-DF0B1665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2590A498-0253-41A7-BC0A-43662803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Before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upload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intended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expose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confidential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data.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6F27AE6C-63BD-4F93-AEEB-EEBFD52A8B1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D1FEA6F0-5BF4-42D4-8FBE-86F0838D3ECD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129276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1793CFA-A8CD-4AD4-981D-DAECC69C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9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93409F9-4752-4F49-BDF9-C15B995F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3983A5C-53E3-44E4-92B3-6FEE6196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0369DB2E-A4CE-4FA0-9F56-58544DE9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92DC731-B715-4056-AE8E-A78593CA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31724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Library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Path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Submit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E17691F7-CFC9-48FE-B8F8-BC79B24B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9AF1718-37F2-41E8-977A-C1B60270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9795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determine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ECB4671C-3BB8-420F-9866-57009398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3207385"/>
          </a:xfrm>
          <a:custGeom xmlns:a="http://schemas.openxmlformats.org/drawingml/2006/main">
            <a:rect l="l" t="t" r="r" b="b"/>
            <a:pathLst>
              <a:path w="6595109" h="320738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143331"/>
                </a:lnTo>
                <a:lnTo>
                  <a:pt x="4985" y="3168062"/>
                </a:lnTo>
                <a:lnTo>
                  <a:pt x="18586" y="3188244"/>
                </a:lnTo>
                <a:lnTo>
                  <a:pt x="38769" y="3201845"/>
                </a:lnTo>
                <a:lnTo>
                  <a:pt x="63500" y="3206831"/>
                </a:lnTo>
                <a:lnTo>
                  <a:pt x="6531300" y="3206831"/>
                </a:lnTo>
                <a:lnTo>
                  <a:pt x="6556030" y="3201845"/>
                </a:lnTo>
                <a:lnTo>
                  <a:pt x="6576213" y="3188244"/>
                </a:lnTo>
                <a:lnTo>
                  <a:pt x="6589814" y="3168062"/>
                </a:lnTo>
                <a:lnTo>
                  <a:pt x="6594800" y="314333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412403C-7A1B-4AD7-A22B-0301C108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3207385"/>
          </a:xfrm>
          <a:custGeom xmlns:a="http://schemas.openxmlformats.org/drawingml/2006/main">
            <a:rect l="l" t="t" r="r" b="b"/>
            <a:pathLst>
              <a:path w="6595109" h="320738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143331"/>
                </a:lnTo>
                <a:lnTo>
                  <a:pt x="4985" y="3168062"/>
                </a:lnTo>
                <a:lnTo>
                  <a:pt x="18586" y="3188244"/>
                </a:lnTo>
                <a:lnTo>
                  <a:pt x="38769" y="3201845"/>
                </a:lnTo>
                <a:lnTo>
                  <a:pt x="63500" y="3206831"/>
                </a:lnTo>
                <a:lnTo>
                  <a:pt x="6531300" y="3206831"/>
                </a:lnTo>
                <a:lnTo>
                  <a:pt x="6556030" y="3201845"/>
                </a:lnTo>
                <a:lnTo>
                  <a:pt x="6576213" y="3188244"/>
                </a:lnTo>
                <a:lnTo>
                  <a:pt x="6589814" y="3168062"/>
                </a:lnTo>
                <a:lnTo>
                  <a:pt x="6594800" y="314333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112425D4-00D2-4296-8C69-50DCD045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3207385"/>
          </a:xfrm>
          <a:custGeom xmlns:a="http://schemas.openxmlformats.org/drawingml/2006/main">
            <a:rect l="l" t="t" r="r" b="b"/>
            <a:pathLst>
              <a:path w="6595109" h="3207385">
                <a:moveTo>
                  <a:pt x="63500" y="3206831"/>
                </a:moveTo>
                <a:lnTo>
                  <a:pt x="6531300" y="3206831"/>
                </a:lnTo>
                <a:lnTo>
                  <a:pt x="6556030" y="3201845"/>
                </a:lnTo>
                <a:lnTo>
                  <a:pt x="6576213" y="3188244"/>
                </a:lnTo>
                <a:lnTo>
                  <a:pt x="6589814" y="3168062"/>
                </a:lnTo>
                <a:lnTo>
                  <a:pt x="6594800" y="314333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143331"/>
                </a:lnTo>
                <a:lnTo>
                  <a:pt x="4985" y="3168062"/>
                </a:lnTo>
                <a:lnTo>
                  <a:pt x="18586" y="3188244"/>
                </a:lnTo>
                <a:lnTo>
                  <a:pt x="38769" y="3201845"/>
                </a:lnTo>
                <a:lnTo>
                  <a:pt x="63500" y="3206831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593ab5d6d4f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08717" y="1623060"/>
            <a:ext cx="6542565" cy="3181430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17298887-269B-4C52-9844-7FBCC9B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963" y="4867990"/>
            <a:ext cx="399034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5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Current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upload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workflow;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continue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down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form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to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set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library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submit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14FD673B-AF87-4983-9EB8-9CA34E0F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2453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ED565C42-A9BC-46A5-BC8E-FFE79D5F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2453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83622f5a34d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21216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76E80B0-A0BA-4130-958E-E334A374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24010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FC05AB3B-C416-44CC-8B1D-BC192B43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7175"/>
            <a:ext cx="22161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category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1E49F322-A95E-44D8-BF15-CC0124D9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04590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1A1CD27C-5582-4556-B6DD-551C7304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04590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83622f5a34d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69222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5823BD86-C753-4BDA-802B-51947058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72016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09FB62D-EF52-4599-861D-00858870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7234"/>
            <a:ext cx="33743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document type and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folder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field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until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indicator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destination.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6C6EF411-9C80-4565-95CD-F85331F1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08465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91EB7410-C1E8-475F-A162-EF0DDF9B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08465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83622f5a34d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17228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05734304-F006-4876-9240-F050C467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0022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4BC6E2F-7287-430C-A239-D74512A5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7294"/>
            <a:ext cx="380872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Add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revision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summary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when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needed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Enable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replacing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existing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65A0D1CD-6E1A-44C0-8753-08E4AE2D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6471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F6BDF0E-64B0-4041-A3F0-D32C887B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6471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83622f5a34d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65234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8F48CF42-688F-4A8B-8686-45E3B0B9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68028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538067E7-5B8F-4815-A00B-A5A670D6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97355"/>
            <a:ext cx="36620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all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details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16E71C93-888B-4F53-88A6-7B4F6C9A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4477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912BCDA1-ED18-4ADD-B644-2E12B8E7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4477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83622f5a34d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132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52A3EA57-82B5-4357-AFBA-C9665F46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16034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486F4742-89FB-4429-963C-D6FE8F7A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77414"/>
            <a:ext cx="41732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Submit for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approval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stored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logged.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5E965EBE-A902-48C6-9E36-88BC16B4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24830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E2513AF5-C4D4-40C9-9985-25A64D56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24830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19"/>
                </a:move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close/>
              </a:path>
            </a:pathLst>
          </a:custGeom>
          <a:ln xmlns:a="http://schemas.openxmlformats.org/drawingml/2006/main" w="6350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3F8FB819-33C4-4C99-9CDC-2C1789E2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24830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19"/>
                </a:lnTo>
                <a:lnTo>
                  <a:pt x="63500" y="65531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58A7327E-CDD3-4CAB-8D26-5B19A13E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585543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Required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path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16383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against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lower-level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Incorrect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placement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makes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difficult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retrieve.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C19C25CF-67A2-46F6-B8C9-4C9026F22EF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44DE1619-34D1-4406-AB83-422C77D5B0D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5288430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B56FFB5A-2BEB-4CEE-97E2-C6CC0B34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10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4C99A2B-F05D-4928-A671-FEF55EB0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5D248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8EAB4D0D-1C3A-49A6-BB6C-F4FCFFBE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4DDDA37-22BB-4604-B7BF-7FE64EB7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5DE45387-1EF3-495B-AE12-3DA24AEB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09499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Pending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Items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2748AA5-9176-4719-8188-8CA7B9D8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C8BC9AF9-2BC4-48EF-9661-12C7D654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85762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logged-in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rights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depend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8A916CD5-E821-4770-BB91-355FE697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CCD47CD3-87F7-4B8F-A728-72EBCD86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7F94CF7B-1D4E-4E46-ABA5-096E0D5D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e4d43fec948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8DE00BCF-1985-4C1B-A640-786C0EC5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265" y="4478876"/>
            <a:ext cx="279400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6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Pending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Items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status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filters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review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actions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A2925B3B-21EA-42E0-9F8B-0313E147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597649C2-B843-434F-83A7-70520F64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4cfc5cdc348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5AFEE24F-8EC9-422B-A7CA-DCB25161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DBB75A9E-E1F1-472E-92C6-94FDD3E3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31400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a status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tab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5B80C823-6CA6-4A4D-9737-6DD5B887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F0FDAFE7-4BB0-4BE0-853B-B1880371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4cfc5cdc348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D76479F8-876D-402B-B655-82BDDE48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2A70C9EF-A3D0-48D0-A6AD-1091BA1E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28155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list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Search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1647CE8B-D219-43C6-AA22-EB5417C3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F068FA23-C82A-43B2-90E8-B2A8C698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4cfc5cdc348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FAC14B58-049E-4DE5-A20D-DD3AEE3C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5026BFB-A9EE-411C-B9B7-1DD8602A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7000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Inspect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preview,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87AE3E6E-EE1E-43A7-AE33-EA5F5556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63CAA204-FAB1-4AB5-9891-67D37270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4cfc5cdc348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6602B9BA-CD9A-485C-B7E3-581B2BF7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F052986D-9F63-4ACB-B627-49E3F51C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4828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Export when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required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Download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CSV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reporting.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53C08A21-BB9F-448C-8F28-3A69A943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574C3757-EE25-444D-A685-D23D47D2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06F26B2B-9639-4D6D-AEBB-9780C207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488040AB-359E-4EF0-8589-1274E823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No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bulk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decisions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individually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because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stage-specific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F8561DB2-C3EE-47F7-B98E-E07756F11F7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5706B724-1FD4-46C9-99DB-BA87F08EFE1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93931399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6162D39-A29C-4D30-B047-38E6A075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11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8D28EEE9-B62E-43EC-9C7B-3D2CFB68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36CDEC4-A3D1-4CB1-A7D5-4AD36EDF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CF96A942-E788-4E04-B559-D678655D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747C8664-2D1A-4E99-8962-76ACB92F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51917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Deciding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48F43C16-F571-4AB3-9FEE-95AD0696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F5319B2-C462-4871-BF94-032C0A4B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545204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together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4196D96D-CAD5-480F-AB33-ABF994E4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435860"/>
          </a:xfrm>
          <a:custGeom xmlns:a="http://schemas.openxmlformats.org/drawingml/2006/main">
            <a:rect l="l" t="t" r="r" b="b"/>
            <a:pathLst>
              <a:path w="6595109" h="2435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372321"/>
                </a:lnTo>
                <a:lnTo>
                  <a:pt x="4985" y="2397052"/>
                </a:lnTo>
                <a:lnTo>
                  <a:pt x="18586" y="2417235"/>
                </a:lnTo>
                <a:lnTo>
                  <a:pt x="38769" y="2430836"/>
                </a:lnTo>
                <a:lnTo>
                  <a:pt x="63500" y="2435821"/>
                </a:lnTo>
                <a:lnTo>
                  <a:pt x="6531300" y="2435821"/>
                </a:lnTo>
                <a:lnTo>
                  <a:pt x="6556030" y="2430836"/>
                </a:lnTo>
                <a:lnTo>
                  <a:pt x="6576213" y="2417235"/>
                </a:lnTo>
                <a:lnTo>
                  <a:pt x="6589814" y="2397052"/>
                </a:lnTo>
                <a:lnTo>
                  <a:pt x="6594800" y="237232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94921CAE-47BC-437A-9B93-76074F32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435860"/>
          </a:xfrm>
          <a:custGeom xmlns:a="http://schemas.openxmlformats.org/drawingml/2006/main">
            <a:rect l="l" t="t" r="r" b="b"/>
            <a:pathLst>
              <a:path w="6595109" h="2435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372321"/>
                </a:lnTo>
                <a:lnTo>
                  <a:pt x="4985" y="2397052"/>
                </a:lnTo>
                <a:lnTo>
                  <a:pt x="18586" y="2417235"/>
                </a:lnTo>
                <a:lnTo>
                  <a:pt x="38769" y="2430836"/>
                </a:lnTo>
                <a:lnTo>
                  <a:pt x="63500" y="2435821"/>
                </a:lnTo>
                <a:lnTo>
                  <a:pt x="6531300" y="2435821"/>
                </a:lnTo>
                <a:lnTo>
                  <a:pt x="6556030" y="2430836"/>
                </a:lnTo>
                <a:lnTo>
                  <a:pt x="6576213" y="2417235"/>
                </a:lnTo>
                <a:lnTo>
                  <a:pt x="6589814" y="2397052"/>
                </a:lnTo>
                <a:lnTo>
                  <a:pt x="6594800" y="237232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F8F4972A-4ECC-4C75-A11D-4C945306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435860"/>
          </a:xfrm>
          <a:custGeom xmlns:a="http://schemas.openxmlformats.org/drawingml/2006/main">
            <a:rect l="l" t="t" r="r" b="b"/>
            <a:pathLst>
              <a:path w="6595109" h="2435860">
                <a:moveTo>
                  <a:pt x="63500" y="2435821"/>
                </a:moveTo>
                <a:lnTo>
                  <a:pt x="6531300" y="2435821"/>
                </a:lnTo>
                <a:lnTo>
                  <a:pt x="6556030" y="2430836"/>
                </a:lnTo>
                <a:lnTo>
                  <a:pt x="6576213" y="2417235"/>
                </a:lnTo>
                <a:lnTo>
                  <a:pt x="6589814" y="2397052"/>
                </a:lnTo>
                <a:lnTo>
                  <a:pt x="6594800" y="237232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372321"/>
                </a:lnTo>
                <a:lnTo>
                  <a:pt x="4985" y="2397052"/>
                </a:lnTo>
                <a:lnTo>
                  <a:pt x="18586" y="2417235"/>
                </a:lnTo>
                <a:lnTo>
                  <a:pt x="38769" y="2430836"/>
                </a:lnTo>
                <a:lnTo>
                  <a:pt x="63500" y="2435821"/>
                </a:lnTo>
                <a:close/>
              </a:path>
            </a:pathLst>
          </a:custGeom>
          <a:ln xmlns:a="http://schemas.openxmlformats.org/drawingml/2006/main" w="6349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762df6e6741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6984" y="1623059"/>
            <a:ext cx="6526030" cy="2410421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B5FF62C8-43D0-4BE6-9D59-8D6650E7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841" y="4096981"/>
            <a:ext cx="314261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7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review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workspace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preview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919BC13B-0845-46D4-89D6-F33A7FBF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35352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450C0293-90AA-4E20-8E8B-EC5657DA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35352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0c656da894f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44115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022DEBF-72D4-4DC5-88D3-A3CD881D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46909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22034BF4-E3F7-4BEC-94F7-30273A20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6165"/>
            <a:ext cx="38525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identity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16D6007D-9B19-4BD8-BC99-A813E485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3358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6508BE9-FA2B-4CAA-BFB8-4E79B5C9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3358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0c656da894f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92121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FC29F5C9-AA2C-4988-B295-75401A6F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94915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063DD072-61C7-46E9-82F8-E3F0589F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66225"/>
            <a:ext cx="48037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Inspect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generated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PDF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copy.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tab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larger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5B9FA2BF-7E88-4DB9-8384-6D69601F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1364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29B6693D-8C11-407A-A734-2D9DE0B0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1364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0c656da894f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40127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65D44841-3AA1-4A46-B3B4-65EA5248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42921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396DC36E-4A74-4AA2-BBFF-CD0C523C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6285"/>
            <a:ext cx="41078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Check revision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context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previous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applicable.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A8FEF5D4-B746-4E4F-B3CE-93D69CB2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9370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4CDF99B9-65C0-4DFF-8C77-A5FA679A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9370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0c656da894f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88133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85925138-7896-42E3-ADAC-9C11AB06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90927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2C774D79-3798-4D37-BCDB-F43B2AA2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6345"/>
            <a:ext cx="350456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current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stage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8D29F96-A3E8-4A5F-B120-F5910681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73761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6E1592BC-E85A-41D8-B065-5CA20AD5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73761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0c656da894f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36139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18AE4EC5-FA72-46C5-A1CB-36EC97B4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38933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3D7E95DC-655A-4111-866A-5543A4C3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06405"/>
            <a:ext cx="23145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Record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clear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decision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Follow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procedure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next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F8A050B5-0F74-4EA8-94DF-D09FB9B4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53821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1448D73E-E0EC-4FE5-8A2F-6C6A7AC0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53821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A5EF2366-4B3A-430E-A2A2-2F41AFDB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53821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01F66290-D216-4AEB-A9DF-678201D3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814533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Review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standard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Never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alone.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actual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8EF41A12-1E8C-4C4D-ACBC-FE8F68FE21A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F81D2D32-F2DB-45E0-A17B-96686FA3BDB7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7636756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39C68FDB-1C90-4DE4-8CF5-2A290681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12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53F604DF-36DB-4F9C-BCA3-8601561B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26ABB419-9213-4AB8-BE35-44DD7380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488F6C6E-D0B3-4FA3-8A7E-63795DCC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D1BE7D80-0F66-4BCF-8D40-92AFFAFD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534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the Approval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Request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6DCDE49A-1B2F-4113-AE5B-6E1FB2EB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B8C0029-5928-4659-9D0F-16940049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41249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provide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same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context.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58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6a2783adb4a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425" y="1607184"/>
            <a:ext cx="6636075" cy="3585980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762CF71-3F22-402A-950E-8F5FF679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691" y="5205865"/>
            <a:ext cx="282067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request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example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preview,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status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7E61AE65-5B3B-47B2-BD36-980DBD04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41CEE378-135B-4805-B274-2A84A29C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50647ae904a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55003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2E1D62B9-7B07-4B2B-B746-ADB0F7B1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57797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81BD507B-8425-404E-9316-AA954482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049"/>
            <a:ext cx="287401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email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request.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E334C16B-FAF9-4C5E-8F33-B79BA1D3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2FE2909C-46B3-4F0A-A3C5-A803E883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50647ae904a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03009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1BBBDA6E-2193-4D9C-A7C6-E26DF348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05803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2E53E2B9-9FBC-43EC-A86B-A85EEBC6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5109"/>
            <a:ext cx="21945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status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9B7723BE-2EBA-4F44-ACC3-9F83712D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B3F465D2-811B-4390-A87D-733D58AF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50647ae904a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51015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A3FFDF81-D15B-4386-AF91-C77E46F7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53809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C16FF1AC-5917-4246-AB6B-F5AC037D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5169"/>
            <a:ext cx="28416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Verify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converted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through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their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generated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PDF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copy.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283D788C-CB4C-4778-B025-516712FD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D5742BC1-2583-43C7-9A0B-2B27C327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50647ae904a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99021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12A98CCF-E764-4C0E-9A78-3853FAD8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01815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B65531B9-6522-4C3F-967B-E52126C2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5229"/>
            <a:ext cx="39014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Cross-check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metadata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3A2F24E8-A60A-476F-8D8C-CB31F19F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9B8CB617-D914-496B-8EC3-BD52BA42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77D70C3D-4157-4913-AFAA-25203545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5547B352-C34C-4A95-A894-4613425B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44335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Email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safety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sender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context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unexpected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duplicate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requests.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FF45B44B-0063-4E59-AB6B-0A491BB78D6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ECDF68AB-8BB7-462B-9A5E-86209075093C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412594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D2F55237-0C65-411D-9ADA-22A6D9EA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13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5410BB3-8863-4A90-A3D1-5D867CF7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13D6CA1-3699-447B-A82C-1AC5C348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FDE42337-28CD-4F61-A172-0F53879F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6.4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6A29C4A0-41CA-4474-8BAF-D4DD41C4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82003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First-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Stage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EB8ED3C-99D2-49D2-A6CE-0BC2358C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5578A35-EAED-408C-B26A-BD66145C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08704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designated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verifies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58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96e4f16534b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425" y="1607184"/>
            <a:ext cx="6636075" cy="3585980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1FE53971-9200-44CD-9CB6-B781B7A9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656" y="5205865"/>
            <a:ext cx="261683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First-stage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request,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decision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controls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successful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handoff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382C63D-B953-4301-AF94-75EF4D6A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B2B9A0CD-C8D0-4735-B087-B92324A1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7e1fa100241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55003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30FDB23F-73D4-4CF6-8862-7B7285ED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57797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CE4995CF-DBD3-4D4C-8645-52EC3F1D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049"/>
            <a:ext cx="296100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the initial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email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request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29B156BD-1295-447A-A85E-808A0D68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3F53A1F2-C455-4C3B-AD1D-1027C55A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7e1fa100241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03009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52D8C3E7-E5C0-4128-A66D-EAD7A8F0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05803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B980BC84-B09A-4738-892C-F987DC3E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5109"/>
            <a:ext cx="38258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final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recipients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people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heads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should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receive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3E89FE76-0F6E-4E2D-A3F7-799D0591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977FBBF-E977-46DC-BD46-D0EDE803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7e1fa100241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51015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721D321C-324F-4373-9F17-AC284BE4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53809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8AAFE515-DDA2-49C3-BA09-CE54E00B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5169"/>
            <a:ext cx="35534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Approve 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reject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specific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rejecting.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52CB4E1A-B6A5-4441-831D-26D427F2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F8AD934D-D536-406B-BAB1-3E0A5F5C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7e1fa100241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99021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DBE27366-D523-438A-B672-C1512719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01815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18BA6DAA-D2D8-42FC-A7DA-C22ECC85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5229"/>
            <a:ext cx="31076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handoff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successful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39C8A4F4-CCC4-4F9B-AEB4-15B6B357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F5F7F541-40E4-41BD-B2D1-D52DFCC3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0A5CA866-744A-4A33-ADC4-038A8F2D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0E685C5F-EDA7-41FC-B205-BFDAC71D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44335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Recipient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check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addresses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871F6CF5-485E-4041-8653-3FE96976F9A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C8643EE2-11A3-48DD-AABB-E819426C569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29030512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9E58114-5968-46A9-A139-7DC4F62B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14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BAE764B9-9D73-463D-B4B0-8570EFDB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BFC068E-6BD1-4F11-9B1F-7AB27CE6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59F5D42C-0AAE-4848-8FBB-189AB82D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6.5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FA10F251-45DB-4761-9E2D-01F19404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423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Sharing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0C7D198-5BBC-40BD-961B-2CCE95E0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069E8B6D-C590-41D3-AD23-23BF0789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35978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makes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controlled-document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58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d2bb56388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425" y="1607184"/>
            <a:ext cx="6636075" cy="3585980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8262E6C6-6F89-482C-A880-50CFFD9B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077" y="5205865"/>
            <a:ext cx="301434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Final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request,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confirmation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shared-document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notification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2CC01A64-9BF0-46BA-8DC0-729E5194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EB6AB096-F435-4180-94D7-F276FDE3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1b14d276748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55003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FE0C8E90-CD60-4E40-AF39-7246878D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57797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27BD5276-A12A-4CA7-9CD9-717DA831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049"/>
            <a:ext cx="19824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final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request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44CB28AF-47C1-4DBA-810F-788CE041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6583B118-C9F4-4EB6-A49F-E92A639F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1b14d276748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03009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16F40AD9-C174-4F49-89B5-D0F5932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05803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FABAE102-853D-4FA3-8F84-1EB3AB2B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5109"/>
            <a:ext cx="34988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Perform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final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first-stage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683759D6-7384-4C65-8797-21E5F4EC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A3693A0-BF52-43DB-90C3-D6DB5D34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1b14d276748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51015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1061DB15-66BB-410B-95FF-0B345DE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53809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DB97076B-4908-43C7-92FC-9739C2B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5169"/>
            <a:ext cx="33464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Approve 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reject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publish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notify,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mandatory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5D951AD0-73F2-4369-88CC-804C2ADC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D3096CF1-34D4-440D-86B6-95EBFA66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1b14d276748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99021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CA5AA2F2-D693-4640-BBDF-B3C9CD85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01815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A7293854-E24E-4443-B451-37627FF2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5229"/>
            <a:ext cx="346138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communication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receive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503D6BEB-2983-4D82-97EC-EA6F4CF2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B4BCFE32-95AF-45A0-8670-274FFA34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E816D35-BAB7-4A1B-B945-F1BE33EC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B8DA3007-918F-49C7-A269-F19EC073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44335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Completion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evidence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evidence;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B4FD9128-F67D-42B6-A8F4-CA1D471D791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A615564-1DCF-44DA-B614-3D9E861DA362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210785312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768FFF3E-B7C7-4A2D-AA3E-318C1DEC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4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15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840DFDD-9EEC-4373-BF4F-3FC65C0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E2EF193-A705-48AF-96AA-388FF221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98EAC85B-50E5-4149-9722-BF8F7D3E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6.6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0EEB1919-8114-4A22-941D-9DC66ED0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12674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Two-Stage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9AEEF1C-9A5B-456B-B996-8A4272A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AF14063-D81A-46CD-B39C-D58C34EE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207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responsibility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assigned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independent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general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D54DDD17-F36B-493B-A0A8-A26936B5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31069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CA3FF53C-5A6A-4C72-B739-4F440B39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101600" y="3174999"/>
                </a:move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close/>
              </a:path>
            </a:pathLst>
          </a:custGeom>
          <a:ln xmlns:a="http://schemas.openxmlformats.org/drawingml/2006/main" w="6350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65B88E5E-AE48-4C35-8521-DAA5BCDB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69"/>
            <a:ext cx="3208655" cy="406400"/>
          </a:xfrm>
          <a:custGeom xmlns:a="http://schemas.openxmlformats.org/drawingml/2006/main">
            <a:rect l="l" t="t" r="r" b="b"/>
            <a:pathLst>
              <a:path w="3208654" h="406400">
                <a:moveTo>
                  <a:pt x="3208490" y="101600"/>
                </a:moveTo>
                <a:lnTo>
                  <a:pt x="3200514" y="62026"/>
                </a:lnTo>
                <a:lnTo>
                  <a:pt x="3178759" y="29730"/>
                </a:lnTo>
                <a:lnTo>
                  <a:pt x="3146463" y="7975"/>
                </a:lnTo>
                <a:lnTo>
                  <a:pt x="3106890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304800"/>
                </a:lnTo>
                <a:lnTo>
                  <a:pt x="0" y="406400"/>
                </a:lnTo>
                <a:lnTo>
                  <a:pt x="101600" y="406400"/>
                </a:lnTo>
                <a:lnTo>
                  <a:pt x="3106890" y="406400"/>
                </a:lnTo>
                <a:lnTo>
                  <a:pt x="3208490" y="406400"/>
                </a:lnTo>
                <a:lnTo>
                  <a:pt x="3208490" y="304800"/>
                </a:lnTo>
                <a:lnTo>
                  <a:pt x="3208490" y="10160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8B908E83-49AD-435A-9CAA-6FFC7A9D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1864359"/>
            <a:ext cx="1366520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L2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- First-stage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75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a4b23c5a748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23596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3CD2D872-71D2-4EAF-A729-BBC141B2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23914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F96ACDF2-4461-487D-A084-A8E6B436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359660"/>
            <a:ext cx="227711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accuracy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placement.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78" name="object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a4b23c5a748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262381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35502674-AC45-41F7-A7DE-07BB187C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265556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F1142A0-35AD-41C3-8E08-73F82076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611627"/>
            <a:ext cx="2578735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heads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should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81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a4b23c5a748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302513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3936D6B3-5D40-4737-814E-DACFE1FD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305688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6461D6F8-9ED9-4BF4-935F-320A23DC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012947"/>
            <a:ext cx="2538095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84" name="object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a4b23c5a748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34264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92E14996-D2D7-46BB-958D-4FAA274D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34582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5FC0990-9CB4-4C88-A24C-2869EF52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426459"/>
            <a:ext cx="254952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clear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260323D9-4757-4F52-BED0-68CA8556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31069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F5873883-D8D2-418D-9D2F-97EAD233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101600" y="3174999"/>
                </a:move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close/>
              </a:path>
            </a:pathLst>
          </a:custGeom>
          <a:ln xmlns:a="http://schemas.openxmlformats.org/drawingml/2006/main" w="6350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75A95EB1-9041-4DA5-A15D-0E4B301B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89" y="1737369"/>
            <a:ext cx="3208655" cy="406400"/>
          </a:xfrm>
          <a:custGeom xmlns:a="http://schemas.openxmlformats.org/drawingml/2006/main">
            <a:rect l="l" t="t" r="r" b="b"/>
            <a:pathLst>
              <a:path w="3208654" h="406400">
                <a:moveTo>
                  <a:pt x="3208502" y="101600"/>
                </a:moveTo>
                <a:lnTo>
                  <a:pt x="3200527" y="62026"/>
                </a:lnTo>
                <a:lnTo>
                  <a:pt x="3178772" y="29730"/>
                </a:lnTo>
                <a:lnTo>
                  <a:pt x="3146475" y="7975"/>
                </a:lnTo>
                <a:lnTo>
                  <a:pt x="3106902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304800"/>
                </a:lnTo>
                <a:lnTo>
                  <a:pt x="0" y="406400"/>
                </a:lnTo>
                <a:lnTo>
                  <a:pt x="101600" y="406400"/>
                </a:lnTo>
                <a:lnTo>
                  <a:pt x="3106902" y="406400"/>
                </a:lnTo>
                <a:lnTo>
                  <a:pt x="3208502" y="406400"/>
                </a:lnTo>
                <a:lnTo>
                  <a:pt x="3208502" y="304800"/>
                </a:lnTo>
                <a:lnTo>
                  <a:pt x="3208502" y="1016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F03E7AC4-DD78-4CC7-AD91-A65C3AB8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599" y="1864359"/>
            <a:ext cx="1014094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L1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- Final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91" name="object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08515049341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23596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1D14467-AAB2-446C-B8BF-A242B454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23914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1D3C999B-D96C-4F97-B205-1FE32C8C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2359660"/>
            <a:ext cx="21615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94" name="object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08515049341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262381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10B1020C-0DCF-436C-833B-723A1FA1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265556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A60298EF-FDA1-4F0A-95DB-6708DB03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2611627"/>
            <a:ext cx="2647950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content,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controlled-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 location.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97" name="object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08515049341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302513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8948444-9436-4A47-BD5F-0D616B76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305688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61AA7B52-8F59-4BF4-8EE4-FD8B52B3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3012947"/>
            <a:ext cx="2387600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publish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notify stakeholders.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100" name="object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08515049341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34264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63C44297-F499-4A1C-BCE9-69E7B6F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34582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93FB9DB9-8893-48ED-9521-C24A8206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3414268"/>
            <a:ext cx="2265680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mandatory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 comment.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103" name="object 45"/>
          <p:cNvGraphicFramePr/>
          <p:nvPr/>
        </p:nvGraphicFramePr>
        <p:xfrm>
          <a:off xmlns:a="http://schemas.openxmlformats.org/drawingml/2006/main" x="479425" y="5188584"/>
          <a:ext xmlns:a="http://schemas.openxmlformats.org/drawingml/2006/main" cx="6673850" cy="125666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/>
                <a:gridCol w="2247900"/>
                <a:gridCol w="2743200"/>
              </a:tblGrid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Awaiting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first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first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completed.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L1/Admin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completed.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available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controlled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Correction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required.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Uploader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resubmits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required.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EA91FF35-4E17-4C8F-BF2D-69419AA7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01459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AF922BAE-59D0-4A3A-96C9-5C222647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01459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369DEDF6-54C0-4C66-887C-3E31FD66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01459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49A164F0-1B80-4205-93BC-2204F023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662171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Mandatory rejection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comments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wrong,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occurs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Avoid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'incorrect'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without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detail.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6BD0868D-A509-4AB8-8DC6-DC959C53C23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662BBABC-4114-44B8-B078-56B78D680EE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4036948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51E4EEA5-48DA-4C4A-B4FD-4317FD2C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16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0F3C4071-CAFE-4036-8946-6FFE6389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33D4132D-006C-427C-9916-E03C6E7B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C3DE2F6-17F6-4618-8828-93813A61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6.7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F235B59-75BB-404E-8AD0-9CAB56E4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29171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Track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Progress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7BB490D2-6246-4060-91A0-335C75E8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DB8385A-DA2B-4CE1-B30F-21A4D5E8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23850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timeline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A43F4E92-B695-4E74-A5CA-AD0972BF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09952CBF-7BD6-459D-A687-91DA23C3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2071B3FE-5856-48C3-B10B-B8710AEE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46cb2945b4e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5DD1D8C7-C1C2-4686-BE90-2A438E7F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784" y="4478876"/>
            <a:ext cx="263271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8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Track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summary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timelines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F7FCC4E8-EFDE-4423-BF1A-5C756BEB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35F2EE4C-E757-486B-B4AB-A4BA8E7A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848df9a474f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1775FF3A-5DC3-4651-B0BD-DA677851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55FFF093-E99C-42CD-8C8A-FE9B7B67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0478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Start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with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submissions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Standard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AA4E2342-E9BD-4C56-ACBE-3F675EFD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BE0C882F-4A41-4CAF-B2D5-AA9741BD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848df9a474f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4DD52C6-3F2A-4CA5-A74E-E89D9CEF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43C8971-53D4-4BD7-88B5-EC2D607E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4225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Use All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documents when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authorized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High-level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switch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scope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28F81108-3C84-43C2-8592-37CD5593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B300A325-0FF7-4B55-8866-921257E6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848df9a474f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4C9E61B4-6237-4239-A96A-15C74557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70FF22B-7295-44FC-8A25-E50E255E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6187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 by status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or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Narrow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1C70DBFB-259E-4FB0-AE12-BDE1059A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781171C1-22F7-41FD-B4CD-9394EB34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848df9a474f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3A480EB5-6A34-4418-B501-660B5C90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115152A2-9A83-4EB6-882C-68E8AA0B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1889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timeline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Each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submission,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CAAC63E4-AB22-4006-806A-493012A3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AE1158F5-E169-40A8-8FB8-0CAD253E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848df9a474f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E94B2968-8469-4ACE-8CB1-5260B42E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A55D5F2-BBBC-4ECE-9F1B-F14D8D07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00418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source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record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follow-up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02177159-2EB1-43C0-A4E2-E4B4E12E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6B0FEB6D-2D46-4076-A3D6-C18A6B3B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ACC5B1B8-B18B-4EAE-A7D6-6FACC22C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4ED2CA71-ACAF-4096-824F-5BD1BA8D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Status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interpretation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green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timeline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identifies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neutral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future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means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yet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occurred.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828A5256-F755-466E-B717-440A2E4B0210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2D06DD02-27DE-4924-B678-290C86782B17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0596221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F6BEC0F-BE23-4B86-80EA-D694C767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17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B6D2D55D-C717-4668-9D70-F1D22D40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A91B5F3C-2AB0-49EE-8C95-20D8CB38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F2853992-0298-4B88-ADAF-8E781438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7C7AD873-8508-4F92-91E3-6C62CF64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73558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Library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A3B2C16-3D8D-43C2-B22E-24792F99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47FAC530-08F7-443E-B881-EAE2E0C1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458210" cy="259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 library landing page shows six access-aware folders; each folder opens on a dedicated page.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352854F-258C-4E3F-BA08-4550EA16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B0ED19A-A6C1-4FD0-858E-4D415C24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BAEEB796-7B41-4803-B047-9A7F952D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4c5317b434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FA4281CA-196F-4C2E-8494-12D49D38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942" y="4478876"/>
            <a:ext cx="1994535" cy="242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 9 - Current Document Library folder landing page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570F97EF-F126-4A59-9554-7A924A2F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D95A1821-FA61-46DC-921C-E662E1EE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6a619a8fb48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0215BD21-87CB-41CA-9B2C-CE85B701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9CC9E1A5-E401-43E4-A5D1-31D9BF28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12922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Document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Library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left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navigation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menu.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7B4FE6C3-BB8A-4219-8C81-92E83847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C584B395-9BC9-4E9E-951C-8C02BBB9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6a619a8fb48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9C46FE4-E53F-4EE6-8303-B0A83128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DC9AB9FC-E115-4E72-87CD-E3A5EE53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42113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a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category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 QMS, CSR, Core Tools, Score Card, EOHMS, or Awards and Certifications.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F925B86C-F238-44D2-BCA0-59A7BDA2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B513F22D-52D1-4568-9AE4-585E845C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6a619a8fb48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7A21F07F-2565-4D3C-AA48-F5579F51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A77994CD-62D2-47EE-BE52-4B309A91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53758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access-aware counts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Counts show approved files visible to your access level and department.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21B3BE3E-C32D-4C04-94C5-14FD75C9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7DA3CC40-C977-401F-8E53-C1DDBCFD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6a619a8fb48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F8BE86F9-FE90-40B3-96C8-CBDB4FAA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EB08CEA3-80BD-4A0C-9BFD-D5B8C3B0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87401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folder page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 a card to enter its dedicated page and breadcrumb trail.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0C7CF14C-BD40-4D41-A7C5-5FF695C2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1E77B2E-84B1-4AB5-87FD-EAAD8A4C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6a619a8fb48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9D245912-2BD0-4A4A-B409-CCCF9D5F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A9E9A6A0-4019-407F-B03E-FC6F36FE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69442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Follow the step bar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 a type, customer or subfolder, then browse approved files.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BA097F0E-87DC-42FD-AA8E-DD3D1D05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88C58B73-2865-40F3-8C3F-0D94E803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8F5A5650-86D2-4168-8271-3C777DA8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6C9967FD-D7BB-4BBE-B426-9299E846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Controlled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use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 the controlled library copy when the latest revision is required; folder counts and choices reflect your access.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AD2B79A5-F10C-4A0A-A0FE-CB2DAD48472F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15553E0D-7186-469A-8597-CFE52AAEAD1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89575904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381BEBB-A88A-4769-A2B4-91BF6E8A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18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F95CC144-CBBA-46B3-91D2-46E5265C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2760F16E-A5B9-4DBF-AB8C-B275AC0B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5DA45C06-E0B8-40C3-BF11-84E2366F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DA006EE0-8C6F-444A-9EDF-FE02A185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6988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 QMS Document Types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56E3F27-D56F-4E70-BC25-13814D77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91A903F-21EE-49D0-8F67-BE2B6334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7128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 opens as a dedicated, access-aware folder page with seven document groups.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94F9ACFF-DA44-4AE7-A869-97DF67EC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32" y="164849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81F87A50-40F1-4962-9C2E-DA923C68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161039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D7C285DB-57DD-400C-B219-E1900D88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161039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c960fbe474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971" y="1623060"/>
            <a:ext cx="6508242" cy="2355818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582274A1-E22B-4F3E-98F4-A7FB0F9B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32" y="4014788"/>
            <a:ext cx="6595110" cy="2426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 10 - QMS document type selection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861C5BE9-2E94-4D69-91F6-E7857C39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32" y="433454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3F62F789-F33B-482D-86B8-A738E20A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429644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3C49E247-94A9-46B5-B1C3-D219852E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429644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49f1a32364b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971" y="4309110"/>
            <a:ext cx="6508242" cy="2355818"/>
          </a:xfrm>
          <a:prstGeom xmlns:a="http://schemas.openxmlformats.org/drawingml/2006/main" prst="rect">
            <a:avLst/>
          </a:prstGeom>
        </p:spPr>
      </p:pic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90029C75-D613-49FD-AB51-202EDEBE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32" y="6700838"/>
            <a:ext cx="6595110" cy="2426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 11 - Complete QMS group list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25B1AD48-E997-4345-B3DD-865C0A37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976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37500C4A-CC05-42C8-A8F5-46073E97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976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3751ba3e349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08526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4AB0DF9-FA1C-4097-B5D4-9114313B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11327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77BFF713-C49C-4FA1-A96D-46A59654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30307"/>
            <a:ext cx="2052955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QMS folder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 Document Library, select Quality Management System.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044BCA1B-C4B1-4F90-8CAC-AFA02B47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47769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CF05F613-85F9-4DD8-9ACA-C5EE92D2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47769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3751ba3e349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56532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4ACEE2F4-1C08-4CEB-863E-A9BDBFEE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59333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72F88003-3EC2-4BCB-9184-EC575160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10367"/>
            <a:ext cx="2961005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one of seven groups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 Manuals, Procedures, SOPs, Records or an IATF reference/report group.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80435F64-7545-4D8E-B00B-BA85647B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9577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12D17C12-7061-4F5A-8067-01E11E65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9577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3751ba3e349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804538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7762D6FC-1150-4987-B511-22A0AFE0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807339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384D01B-EDA0-49A7-914D-ECF58E57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90427"/>
            <a:ext cx="2559050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Follow the required hierarchy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SOPs and Records use plant/department; audits use audit folders and plant.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645F726D-5570-4C6E-B22E-9024FF4A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4378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8A700227-CA30-4EBA-A1F3-C0885ED7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4378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3751ba3e349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852544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0BAAB095-4026-407D-9532-B755ACB5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855345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EE5ED73-25D8-4295-B575-D9C233BA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470487"/>
            <a:ext cx="36455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Browse approved files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 document number, revision and location before opening the file.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79BF599B-0000-4CEF-A032-0EE5919F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91787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968FE541-70D3-4347-B539-46CDC1D4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91787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5FF8CBF5-C786-46E9-ACC9-D9D113A9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917877"/>
            <a:ext cx="63500" cy="518159"/>
          </a:xfrm>
          <a:custGeom xmlns:a="http://schemas.openxmlformats.org/drawingml/2006/main">
            <a:rect l="l" t="t" r="r" b="b"/>
            <a:pathLst>
              <a:path w="63500" h="518160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33D65EC6-CDE1-4B3E-8185-42F2C8B8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8978646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Access-aware navigation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L1/L2 see all QMS groups; L3 sees SOPs, audit plans, Records and IATF Standards; L4 sees Records only.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D7A50857-0186-4576-BFEC-00205BB645C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AEA6CD4D-CF2A-4014-BCD8-62A72DA5984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17286653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024E0E02-75FA-4031-9C24-4B1E0E77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19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15F8B5C5-8C3A-4EFC-9D8A-8E346700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767AE6C5-B079-4836-991D-71826F8C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3DB097EB-F4EE-46F5-A2DA-E9C81F4D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CA91A55A-DF83-4CB1-A13B-5ABA87FC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434079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 Customer and Core Tools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0676821E-B83B-4050-8CFB-BFA790E7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6E3B4047-10C1-48E6-A2B1-4F5C5F6E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41414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 requirements and core-tool references now open as dedicated library pages.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1D193DFA-E055-4CD9-B225-D6871DEF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32" y="164849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853F635E-DEC5-4902-B6B0-1034A54E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161039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A125527-A77C-4E46-8130-B41BDF1A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161039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66287ef7d42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971" y="1623060"/>
            <a:ext cx="6508242" cy="2355818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31CA0C18-0915-45DC-BA5E-098CC32A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32" y="4014788"/>
            <a:ext cx="6595110" cy="2426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 12 - Customer Manual folders by customer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F8956338-C702-4E36-BB78-FF7008BE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32" y="433454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A9154E7E-4D1C-4DF8-935E-72B4A91D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429644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7A58EC76-F425-49E8-A9A5-2679530D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429644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4f34cc5394a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971" y="4309110"/>
            <a:ext cx="6508242" cy="2355818"/>
          </a:xfrm>
          <a:prstGeom xmlns:a="http://schemas.openxmlformats.org/drawingml/2006/main" prst="rect">
            <a:avLst/>
          </a:prstGeom>
        </p:spPr>
      </p:pic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0B6D41C1-F95E-43C1-B38F-2D0EC21B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32" y="6700838"/>
            <a:ext cx="6595110" cy="2426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 13 - Core Tools Manual cards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A1C08698-17A7-4FFA-A867-90297D88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976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65B91668-D459-4CDB-8C44-1FD4FE6A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976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5901131464c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08526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B889EDE9-2002-4415-AF40-9F415B4F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11327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9F422E9E-8308-45FB-8C85-12721193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30307"/>
            <a:ext cx="3325495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Customer Specific Requirements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 CSR Matrix, Customer Manual or Customer Initiatives; customer folders use logo cards.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12D04B93-4FAA-4574-886C-E23081A6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47769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F9283A4F-E26E-474A-A978-797D025D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47769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5901131464c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56532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F0E66472-8C9E-4304-B4D5-B1539699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59333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B2B74772-485A-49F3-8D08-771AB719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10367"/>
            <a:ext cx="360235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Customer Score Card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 the separate Score Card area and choose the required customer folder.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F9865E93-168E-4B6A-A89A-0F26179D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9577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80CBB1A1-2B05-4444-813D-7C6D374C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9577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5901131464c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804538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CA42469C-14B0-414F-B3C2-2DE34AD6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807339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45010AFE-21E8-45E2-9D68-362004C2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90427"/>
            <a:ext cx="36239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Core Tools Manuals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 APQP, Control Plan, FMEA, IATF Manual, MSA, PPAP or SPC.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94CEEE05-7F00-45D9-AB6C-4B10DB8D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4378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70EC2637-E683-4D70-AFA1-C6EE476B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4378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5901131464c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852544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094C5B69-5CA9-41ED-A6B1-A2EA6301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855345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692FDD8-572E-44E8-A50F-DE59985F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470487"/>
            <a:ext cx="412940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Return through breadcrumbs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 the breadcrumb or All folders button to return without losing library context.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9718AFEF-FEC8-455D-8380-25F29B6A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91787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1725FCC2-B8ED-4AB2-A113-E6090C6E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91787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F32BFCE5-9D0B-4080-A38A-84F41D79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917877"/>
            <a:ext cx="63500" cy="518159"/>
          </a:xfrm>
          <a:custGeom xmlns:a="http://schemas.openxmlformats.org/drawingml/2006/main">
            <a:rect l="l" t="t" r="r" b="b"/>
            <a:pathLst>
              <a:path w="63500" h="518160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DB79B61F-01BD-42E2-A0DB-C43FA044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8978646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Folder navigation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 the dashboard for broad metadata search and Document Library for controlled, structured browsing.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8DFADCE4-E4F3-4A34-9691-C078CB72B30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0436AD29-3491-4E59-8C98-5D21D562C9D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20146571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50F5628C-E12B-4836-9BC0-2C60D211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20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35C1EC4E-6621-4FC3-9C27-87597492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42F7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82BABBF5-035C-4473-8798-76535E4B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19755A2-7564-4709-B4A7-F55DB6A8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8.1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D2B7A5F-4AC6-493D-A0A3-E2FC397B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37553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Graphics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5F93211B-D257-4AEC-81C0-0E92BB03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BC1FC43-C6C9-45A9-ABA8-C4A890AA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06451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summarize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health,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ownership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13C19F3-D92F-4A69-94B7-B0817BEC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07167D6-06D0-492E-A894-E60AB214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0B3E9DBB-7B78-4986-86AD-37A44820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487fcd33546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1BB81510-89B0-4CC9-AE47-F3AE42DE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169" y="4478876"/>
            <a:ext cx="238569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14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Graphics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Report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summary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cards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charts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5F001FC1-77F0-4819-A5F3-0A630668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32878299-A3E3-479A-9AA4-342F8064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de6a418f946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FFC9DE4-25A2-4BD0-9391-261CBE0F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9D9A0DD0-2513-4B21-A15D-56641977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9343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KPI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cards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total,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counts.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8AD993C2-D954-4E04-996B-0BEB90A7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3DAC62BB-3E64-4A04-8006-FF93464E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de6a418f946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47D64813-CCA5-4AE5-B572-BA19EBCE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10B78C56-8864-4FD1-9211-43731BB0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321119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status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distribution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doughnut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backlog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volume.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7FB97BA0-E87D-44D3-8D11-3E6795AF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78E15275-E791-4198-8DB0-47B53039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de6a418f946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67A8A5A0-F370-4F97-9AB5-DDDB1666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5D2FCB20-BBC4-4EAA-8900-4FDF9170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52615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Compare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ownership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locate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concentration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imbalance.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76141ED7-017F-45E9-B9D6-BA8F5C09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477CC9C7-E528-4A89-8BA7-C3AC13B6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de6a418f946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2EDF72AB-EBBF-4820-93DC-41CD5E60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B782F06B-7249-4437-A74A-E7E6E177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4226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upload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trend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time-series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peaks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submission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volume.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F76C00B-FDB7-4363-85ED-9D23E367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7C0DC18-5964-49F4-9EEA-DF659340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EB3A8059-4757-44AD-B907-5C5B6F11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F973446C-5C6D-42F1-984A-15356EBC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Reporting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caution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reflect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database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filters.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exported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record-level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evidence.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8A4FCCB8-AEDE-4547-A123-F3F846D896E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CD6652D2-29BE-483F-875E-2F10B0D7609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89663601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7ABD5C34-6C2A-44D4-B438-B6990036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21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E5BD398-1C4C-4DEA-BA4A-57ED70D3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5D248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1EB12E0C-4C96-4F30-8D3F-8C334F85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63F8C4C-9D60-429D-AB7F-CA094A15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8.2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1E66A1E-3081-4079-8ADD-D353A855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2383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Revision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History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48458F61-FA60-4273-AE0B-FB759D53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EFB0480-FAE7-408F-BBE5-DF083C4B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418782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History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changed,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belongs.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8340E4C-BE04-44EB-88D5-019528D0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E3B4F115-C9AA-4DE8-8D1C-B406FE42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542C2F6-1537-4D17-AACC-277F57AC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0d13c19d443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04D00FC5-B92C-4BC7-B33D-15343DFF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870" y="4478876"/>
            <a:ext cx="180657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15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Revision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History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filters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773009C7-D6FC-42DD-A62E-AE48B4A9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B50F48C6-4E2F-4895-A1A4-006E44D4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659ce4fbd4e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CDC6F47A-DCA1-44F6-A91F-A0F99B38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2C963C96-9BF1-4759-96C0-581FB59C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1564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history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1E98EDFA-1698-42D7-ABCF-54E17F22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6A5F83C-CBA7-4573-ADD1-C42DA6C2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659ce4fbd4e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5021B81D-4BAC-4881-AC15-DEB17A99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C4CBB723-309D-4046-BF73-40EC5189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4066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Identify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D4A7E270-C7A9-436B-82C2-B57197F9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5A30F5C8-6ACD-4A0E-B457-306AD61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659ce4fbd4e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8958C5C0-E6B7-4C08-8BE5-6B76278A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75D2A9CF-1237-4EF9-B4B0-573497EA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47205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ownership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date.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B09706AD-F188-4B1C-9586-7454DDC5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7FABA348-2B87-4275-B92B-D44EB566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659ce4fbd4e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BCA09E4B-D1B0-4A71-AF45-E0A5F40D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B1B5C441-4516-47A6-B7DE-21EF32FE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3032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the change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summary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understand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between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A6828ED2-061D-4896-9FDB-20635CF2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9A5BD6B3-2410-48F1-A738-01764466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659ce4fbd4e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B7687F56-B3A4-40E5-B8E8-58D39350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02CF46C-0407-4B0B-A004-5D3B9279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0365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current approved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force.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02A0B4CF-F967-4C07-B362-54D5910D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9C3A5D5B-A2C1-44CB-A1E3-230E49C6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FD9C01F1-40E4-4FEF-8C02-9091A8E1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8355CA27-0CA9-4026-B5A1-E4345C5A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Revision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discipline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meaningful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'Updated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torque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specification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4'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'new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version'.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D7FC5B76-DA42-4AF1-895B-AAC9E7C9D9D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8F48AE3B-B042-4443-96BD-25C84402264C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69292407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C0D6C36-7CEF-42CE-8ECA-409EFB55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22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0718606-09DA-40C8-B2AB-A304B723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77BC9EF8-FC36-4184-A4AD-591EFABC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15E9ED1-F053-44B5-B72A-9D7FCCB3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C3C2DB2B-BB8B-400D-9237-3D904B67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69367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Archived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78A0B069-2B1E-44F5-B782-00EEE3AD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0A661664-318F-413D-9766-254ACD9C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33629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restricted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Manager,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Supervisor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9C2E9C3-959D-48E1-A405-B8EDFA5C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EE18E5F-F797-4EA2-9507-04D302A4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769CCEAE-907B-413A-8223-8A420BD9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b6851549547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947272CF-586D-4112-9CC6-C941260C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210" y="4478876"/>
            <a:ext cx="243967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16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Archive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retained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metadata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3F0DD400-D423-49B9-9D45-8257D90E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A3248144-5AC4-468C-AB1C-BE91524B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012c1cd474d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9C7B934D-A3B4-438C-9FE9-11FC3A66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E2FCB1B8-07D2-4F9B-92F1-F372BE5E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45370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Understand soft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delete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Removing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dashboard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moves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instead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immediately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erasing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5633F09E-0130-46C8-8610-D0398CC5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AB8B8F2-4C06-4E1D-BCAF-99ABCE95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012c1cd474d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D6F4B62-F4A8-4AC9-8539-E67E72AB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EB085A4A-963B-4C6D-8795-D796BD3E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19716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Locate the archived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item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pagination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CED9FA5F-7462-4802-88C1-97F3794E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5572E54D-70B4-482E-BED7-F7BD6B3E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012c1cd474d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2611AA3C-ABB4-482C-AE81-5706FC54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EB83459-2286-454A-979C-5CD7332E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39597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Retain for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audit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Keep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retention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period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investigation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still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DC91DC65-D0C7-4108-B925-16506265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AB707EAC-1FEC-4F1C-8CC6-D460A327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012c1cd474d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4EE05CFD-43DE-421B-85BA-4370441D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EF6F0E14-BA76-43AD-A400-98A6CCC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7762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Permanently delete only when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authorized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Permanent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deletion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removes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logged.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F819889A-66AC-408F-A117-9E8D502E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507BFFE2-7848-4348-8559-9CF95E0A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86322EEB-F0DF-4844-93FB-40EF908C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A5CE504D-EC1C-40B2-B2B2-57C754C2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Destructive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action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retention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permanent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deletion.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reversed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through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90E48EB8-B712-451B-88A9-7C6615796DE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491064C5-632F-450A-A45A-223530463454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77156068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73773F81-9CDF-406A-B49D-A9D30953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23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CF17DE48-464D-4A8A-A6EE-B6134B48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6C7DD739-1719-4025-84A9-A2324E0C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743C74BC-64CA-4E79-9DA2-26D7CF22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11FC732-8327-474C-8988-5CAF8C1C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69303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BD85161-B7E6-4B81-A58B-0966AF8F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0B25D63-3170-42D0-AD1D-8CB03AFE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5506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available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high-level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significant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78044CE-1DF3-49FB-844B-ED8D6B88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25019586-C91F-4E6B-960F-93603D1B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02E51C9C-2D8E-4B3E-8D3B-F0F85232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1222b6d454f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21467A54-CD99-4FA5-AB0D-C5428D0D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579" y="4478876"/>
            <a:ext cx="176911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17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System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Log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filters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57979523-559E-44A1-8CFC-9A14237F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ED46D37E-0178-4766-A695-430506F8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190ac8ca645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11C507B-17EC-481C-BC49-2F8AD76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C18F414A-F40F-45EB-9D29-EF242D81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38360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an action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logout,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delete,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35E1FE7B-3A77-4E44-805A-A9F80862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B4CA2788-F6C0-4C99-B30E-4F25CDB6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190ac8ca645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A3F9E57-F815-4D2C-87D8-C862D034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BA07A4B0-90C4-4F85-99F9-6D663500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305879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who and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when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timestamp,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type.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EF2BBB4E-A128-4FEF-B689-C8E4CD6C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EEF061FE-D7B5-45D1-A8D6-F1D9B210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190ac8ca645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302BD4E6-EA05-4094-A31C-F3309316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E1DBEE5-0019-4423-926A-2E1D4267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7870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details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details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field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affected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6BA4B62-B674-40DE-99D1-EF7AF902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474874BF-5D8A-4DBE-AAAC-7821A667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190ac8ca645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4C7E6E0D-9E6F-4303-860B-B439EFDE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0C6CD448-0D59-4058-A550-67E2B758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7979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Preserve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audit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context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Capture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result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export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supporting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according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local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practice.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C268CCF3-26F4-407B-A0BA-C3E693C1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D5DC2C2-E5E2-4628-BBFE-47584AD0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B1BBF19B-BE9D-4E31-B408-555A8B80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30270496-A5F8-4B3F-A4A0-55013AA2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Audit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principle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trail;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History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progress.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1598317A-A1BF-49DA-B16E-9B0475655C3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D7B5DC90-D3F8-4E80-9F4B-8467074393F1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16694412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EBB9B342-B087-4BDE-8A9B-331DD8C9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24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40B7DE0-186C-4C11-A6C0-7F04399B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6E1F1221-BBB9-4E37-9B17-64A0D5D6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1B38721D-7BD0-4BBD-9157-626A1153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F6F62B4F-C284-459F-9307-232EA7BC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72046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People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Assignments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C8601B1-5C4F-4FDF-B4E8-6D0765EC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0AC5C1F7-DBB7-4FFB-B5DF-C1B4C29C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13296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People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restricted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8D050A78-DEBE-45FE-8CF9-003A5A93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614F85EF-469B-4646-8899-D8EA792D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BDE9784-5690-4E3B-BD8F-3AAE33FD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7691b5fa84b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DAA7EE21-119C-477F-8FAD-77145B90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035" y="4478876"/>
            <a:ext cx="270827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18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People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directory;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sample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personal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obscured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100D2066-FC6A-44C6-8ABF-2F5119EC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BFDB28F3-C8F0-498F-9623-05D5C8FC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4ca759a1a40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D3311DB3-8D3C-473D-8472-064DAEA5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17D70C72-B953-4B93-82DE-6724FFD7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0802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level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counts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L3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L4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8A7ED643-46B3-4714-85E9-E216DCAC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B81BAD5-4A79-4E64-835F-B25A83E9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4ca759a1a40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D930DED-7D06-48CF-948A-48C2A009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B7845FB1-37F1-4293-A8BF-DFEE1EE0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9222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7BD64C2D-4C3C-42BD-9A5C-F8465377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00F9A230-5DA4-4822-8415-2E8F7053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4ca759a1a40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D8EF862D-B86A-4482-B298-DC0BBC12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D1C47B9-C2D7-4FB3-9049-F4B30A5B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40049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Verify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assignments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Ensure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aligned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responsibility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matrix.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7D09B596-A968-4BE0-9AE7-A664613A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A68E2FD-E5CE-4535-AC20-DB0A19B3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4ca759a1a40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09EC7A21-28CB-49FA-A5D2-B45A2764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DAC6DD9C-2FDC-4C44-8F82-138C3629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8168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Correct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access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through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approved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admin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process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another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user's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privileges.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854AE289-E0A2-4FA5-8A88-7DE426BF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9F7DAC85-56B0-48AD-84EE-9DCBBAC7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20"/>
                </a:move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close/>
              </a:path>
            </a:pathLst>
          </a:custGeom>
          <a:ln xmlns:a="http://schemas.openxmlformats.org/drawingml/2006/main" w="6350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115FB6C6-98EC-4AC7-96CB-11F7155D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20"/>
                </a:lnTo>
                <a:lnTo>
                  <a:pt x="63500" y="65532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6F720156-65EA-485E-B3A7-7DFFFEAA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Least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privilege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50292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Assign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user's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responsibility.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access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department.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68A075B8-F322-4821-BDB4-A789C99A4DA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AF70DA73-6B6D-4202-B127-1B53598E4FC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2693331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6465A36F-901F-4904-937A-C5A342E5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25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6CDE2DA-681A-4FF3-A723-AF48DB25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26CA9E9D-21FF-41E5-8279-2D507E57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8725E5A8-4236-41F1-9344-D411E936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28" y="920750"/>
            <a:ext cx="2235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97DB399-901F-43C4-9A61-1E39FC6E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407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In-Portal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Notifications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2B238922-C667-4DD4-A878-E67DF0EA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4C62848-FCF9-4279-9D3B-E8601A78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493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highlight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uploads,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9463ABD-8C0D-45A3-A5AC-B51243BC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905125"/>
          </a:xfrm>
          <a:custGeom xmlns:a="http://schemas.openxmlformats.org/drawingml/2006/main">
            <a:rect l="l" t="t" r="r" b="b"/>
            <a:pathLst>
              <a:path w="6595109" h="290512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841433"/>
                </a:lnTo>
                <a:lnTo>
                  <a:pt x="4985" y="2866164"/>
                </a:lnTo>
                <a:lnTo>
                  <a:pt x="18586" y="2886346"/>
                </a:lnTo>
                <a:lnTo>
                  <a:pt x="38769" y="2899947"/>
                </a:lnTo>
                <a:lnTo>
                  <a:pt x="63500" y="2904933"/>
                </a:lnTo>
                <a:lnTo>
                  <a:pt x="6531300" y="2904933"/>
                </a:lnTo>
                <a:lnTo>
                  <a:pt x="6556030" y="2899947"/>
                </a:lnTo>
                <a:lnTo>
                  <a:pt x="6576213" y="2886346"/>
                </a:lnTo>
                <a:lnTo>
                  <a:pt x="6589814" y="2866164"/>
                </a:lnTo>
                <a:lnTo>
                  <a:pt x="6594800" y="284143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4C9CC9E-9E3A-448A-B6CD-675A781E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905125"/>
          </a:xfrm>
          <a:custGeom xmlns:a="http://schemas.openxmlformats.org/drawingml/2006/main">
            <a:rect l="l" t="t" r="r" b="b"/>
            <a:pathLst>
              <a:path w="6595109" h="290512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841433"/>
                </a:lnTo>
                <a:lnTo>
                  <a:pt x="4985" y="2866164"/>
                </a:lnTo>
                <a:lnTo>
                  <a:pt x="18586" y="2886346"/>
                </a:lnTo>
                <a:lnTo>
                  <a:pt x="38769" y="2899947"/>
                </a:lnTo>
                <a:lnTo>
                  <a:pt x="63500" y="2904933"/>
                </a:lnTo>
                <a:lnTo>
                  <a:pt x="6531300" y="2904933"/>
                </a:lnTo>
                <a:lnTo>
                  <a:pt x="6556030" y="2899947"/>
                </a:lnTo>
                <a:lnTo>
                  <a:pt x="6576213" y="2886346"/>
                </a:lnTo>
                <a:lnTo>
                  <a:pt x="6589814" y="2866164"/>
                </a:lnTo>
                <a:lnTo>
                  <a:pt x="6594800" y="284143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25B2CB42-CB2D-4118-9787-BF1E05D1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905125"/>
          </a:xfrm>
          <a:custGeom xmlns:a="http://schemas.openxmlformats.org/drawingml/2006/main">
            <a:rect l="l" t="t" r="r" b="b"/>
            <a:pathLst>
              <a:path w="6595109" h="2905125">
                <a:moveTo>
                  <a:pt x="63500" y="2904933"/>
                </a:moveTo>
                <a:lnTo>
                  <a:pt x="6531300" y="2904933"/>
                </a:lnTo>
                <a:lnTo>
                  <a:pt x="6556030" y="2899947"/>
                </a:lnTo>
                <a:lnTo>
                  <a:pt x="6576213" y="2886346"/>
                </a:lnTo>
                <a:lnTo>
                  <a:pt x="6589814" y="2866164"/>
                </a:lnTo>
                <a:lnTo>
                  <a:pt x="6594800" y="284143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841433"/>
                </a:lnTo>
                <a:lnTo>
                  <a:pt x="4985" y="2866164"/>
                </a:lnTo>
                <a:lnTo>
                  <a:pt x="18586" y="2886346"/>
                </a:lnTo>
                <a:lnTo>
                  <a:pt x="38769" y="2899947"/>
                </a:lnTo>
                <a:lnTo>
                  <a:pt x="63500" y="2904933"/>
                </a:lnTo>
                <a:close/>
              </a:path>
            </a:pathLst>
          </a:custGeom>
          <a:ln xmlns:a="http://schemas.openxmlformats.org/drawingml/2006/main" w="6349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410ff046a45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1431" y="1623060"/>
            <a:ext cx="6537137" cy="2879531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F417D5A9-19DE-434A-B02C-6ADAC80F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784" y="4566092"/>
            <a:ext cx="231648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19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Notification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panel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opened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from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top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bar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68E4EB4B-FA98-468D-81D7-0CD1F523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226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FA9728E7-30A9-4C47-BF58-BB90D151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226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c6a70c68b49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91026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C153238-10F9-4B32-A566-38420708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93820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7B7E897F-7470-4E93-83E0-6E16EE8D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5276"/>
            <a:ext cx="169989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bell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icon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badge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unread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BD732ECB-E7DD-47C3-AA79-B5E15D73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0269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8017D6E5-712D-423A-ADF7-9C39FEC6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0269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c6a70c68b49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9032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B84BA65C-BAE6-42FC-A2DA-8E365D67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41826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83B8AE4-B50A-4A74-8E00-6D64D1AF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5336"/>
            <a:ext cx="27000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a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notification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related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68F81D9A-001A-4A3B-B3EF-69466FA0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8275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3B5AB4B0-1401-47D1-8835-BECB4EA0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8275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c6a70c68b49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87038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285D3BD9-BC2A-4A1A-A5D4-35BF9EDF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9832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C3CD42E5-FA9C-4B50-8D43-D0BAA6E4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5396"/>
            <a:ext cx="21564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Mark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items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Clear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individual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read.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25EB499-C474-419B-8393-20CDE605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62812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26E50F8E-FAD8-4975-8E81-F1FA8580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62812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c6a70c68b49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35044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58D35C4C-4CD1-4C1C-A68A-B26A4FC1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37838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F674E9DC-AAE4-492F-896B-8BE2CEE6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95456"/>
            <a:ext cx="454850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Use email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secondary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channel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supplement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in-portal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notification;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remains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source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truth.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5FEDD7A8-2787-496A-B550-8E05C85D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42872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B1DB9777-0A9D-463E-8B9C-AA2783C6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42872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F4BF76C7-D9E8-4392-846A-082D6A99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42872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979C4BAE-76C6-4459-A0F3-D6C7D106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803585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If email is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delayed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panel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repeated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failures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402A2BA7-3D7A-4658-808D-B763F8ADCA0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3787DBE3-FFA1-460A-B507-74FFB244378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78723450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A328C89B-C76B-460C-873F-0B950786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26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3A891A9F-A1F7-4E30-A244-D3BDA0F2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79434137-B705-4E2A-BB30-54DD90B5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7CD16B67-8D08-4670-BC50-58F22E08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28" y="920750"/>
            <a:ext cx="2235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E5D434FD-3070-47BE-9CD2-AB42631B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169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Maintain Your Profile and Sign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3F944F12-036A-4F1E-83D9-528FF00D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D91B292A-0246-48C0-B27C-CE8F1C10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44106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Keep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details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secure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session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6F99195-BCC0-4836-B877-C381596A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3EF3C363-CA0F-4607-BA79-DB1518BC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1291ADB0-FBBC-403A-8304-136199FC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a8711135349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F55F00BA-4486-4173-94CF-6F5BA133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379" y="4478876"/>
            <a:ext cx="303530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20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Profile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activity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page;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sample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personal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obscured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18FA1715-3DAC-4C20-A8C7-2191CC33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9CB9E7FB-2B2D-45E4-B218-1B030521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461f8632c4d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ADC5F7F3-71B0-45BA-9D02-C0C879BA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4CDF5233-AE47-431A-AD6A-04826C9F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97180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account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details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277AD311-1B1C-4EC8-BC9E-D06ED725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C4851E11-DE5A-4A06-9D6D-EF3E636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461f8632c4d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DF3B8088-594A-40B8-9725-F0A81D74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4FF670E0-CAD8-40A8-B9A3-2589280D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1996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Update the profile image if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required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JPG,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GIF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WebP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image.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13D05022-C94E-49A9-AA1B-E9C5D034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8499C172-3017-403B-8473-D831A794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461f8632c4d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B9668300-C121-43A1-944C-2BBF39BE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77362BA8-C970-4B3F-8FF0-EE577213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2219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Change password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securely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least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8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characters.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35188A45-4EC0-40BA-A9C7-A42E1AC3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046AE8D7-BBE0-4042-AAAB-44A2CF20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461f8632c4d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6A270DCE-0F06-4059-8C9C-0AFD0720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7A0BF6FD-24B1-42A1-BF1C-B980002E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02641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My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Activity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unexpected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access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52312C81-C7B1-42D5-B7E4-F98933AD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0CB59B66-3A45-455D-9665-6163F959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461f8632c4d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2AE5FFD9-74F9-4B4D-9FFE-B2AB8CFF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9651E042-A3D2-4598-9C1F-646D0B2C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90715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Sign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out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Sign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out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top-right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corner.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session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cleared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reopens.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6867627D-2C43-46C0-8FB2-B0EE87AC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100D42F6-9E57-41C1-B003-F2B9BD64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DB9EECF9-29EB-42F8-AC39-055AECFE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390578D7-C9D6-4864-9C73-643EF49E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Shared workstation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rule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Always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sign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out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leaving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workstation.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Closing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tab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sufficient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device.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A0B6C21B-2B08-4ECE-AA25-5CF6FD959BD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CBAEF1A8-374B-45B8-919D-AB5E9EBD11CA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5200072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D5125E59-7A2A-4D65-BCC3-19A2B8A2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7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1.5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27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48D19D23-6852-46ED-BB50-5D518CF4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DFABB978-BB26-4161-9534-75B80580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A397E43-FD38-41D4-9501-3227E8E2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28" y="920750"/>
            <a:ext cx="2235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6AC934C-3F0A-450A-96FF-72441EF1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28612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Best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Practices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Troubleshooting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24ECF3BD-AE25-4132-BC37-061218CF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D0D8C75-A9C6-494B-BFCC-3133D79A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08089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quick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operating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checklist.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E924E34C-D622-48E3-9554-BBFF729C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31196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9BB7EEC3-EE34-4254-A9FD-96C4FC63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88900" y="2222500"/>
                </a:move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close/>
              </a:path>
            </a:pathLst>
          </a:custGeom>
          <a:ln xmlns:a="http://schemas.openxmlformats.org/drawingml/2006/main" w="6350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86361297-D3B7-4FD9-A856-4EFF21FA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69"/>
            <a:ext cx="3208655" cy="368300"/>
          </a:xfrm>
          <a:custGeom xmlns:a="http://schemas.openxmlformats.org/drawingml/2006/main">
            <a:rect l="l" t="t" r="r" b="b"/>
            <a:pathLst>
              <a:path w="3208654" h="368300">
                <a:moveTo>
                  <a:pt x="3208490" y="88900"/>
                </a:moveTo>
                <a:lnTo>
                  <a:pt x="3201517" y="54267"/>
                </a:lnTo>
                <a:lnTo>
                  <a:pt x="3182467" y="26022"/>
                </a:lnTo>
                <a:lnTo>
                  <a:pt x="3154222" y="6972"/>
                </a:lnTo>
                <a:lnTo>
                  <a:pt x="3119590" y="0"/>
                </a:lnTo>
                <a:lnTo>
                  <a:pt x="88900" y="0"/>
                </a:lnTo>
                <a:lnTo>
                  <a:pt x="54267" y="6972"/>
                </a:lnTo>
                <a:lnTo>
                  <a:pt x="26009" y="26022"/>
                </a:lnTo>
                <a:lnTo>
                  <a:pt x="6972" y="54267"/>
                </a:lnTo>
                <a:lnTo>
                  <a:pt x="0" y="88900"/>
                </a:lnTo>
                <a:lnTo>
                  <a:pt x="0" y="279400"/>
                </a:lnTo>
                <a:lnTo>
                  <a:pt x="0" y="368300"/>
                </a:lnTo>
                <a:lnTo>
                  <a:pt x="88900" y="368300"/>
                </a:lnTo>
                <a:lnTo>
                  <a:pt x="3119590" y="368300"/>
                </a:lnTo>
                <a:lnTo>
                  <a:pt x="3208490" y="368300"/>
                </a:lnTo>
                <a:lnTo>
                  <a:pt x="3208490" y="279400"/>
                </a:lnTo>
                <a:lnTo>
                  <a:pt x="3208490" y="8890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8C190C3A-C4C7-46BE-9C4B-9A295747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1838959"/>
            <a:ext cx="1169035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submission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68" name="object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c3d15733440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237235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69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c3d15733440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258571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0" name="object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c3d15733440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279907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1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c3d15733440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301243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2" name="object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c3d15733440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3225799"/>
            <a:ext cx="76200" cy="76200"/>
          </a:xfrm>
          <a:prstGeom xmlns:a="http://schemas.openxmlformats.org/drawingml/2006/main" prst="rect">
            <a:avLst/>
          </a:prstGeom>
        </p:spPr>
      </p:pic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3687FACA-B0E6-464B-A74D-F7059851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4260"/>
            <a:ext cx="2237105" cy="1003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document-number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format.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5080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customer.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694055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specific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summary.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38234FB8-04E0-435C-BF9F-06B161D3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31196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5CF17D31-0E58-4648-815E-B31E354A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88900" y="2222500"/>
                </a:move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close/>
              </a:path>
            </a:pathLst>
          </a:custGeom>
          <a:ln xmlns:a="http://schemas.openxmlformats.org/drawingml/2006/main" w="6350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E197B336-2401-41F6-B4D4-41A5896A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89" y="1737369"/>
            <a:ext cx="3208655" cy="368300"/>
          </a:xfrm>
          <a:custGeom xmlns:a="http://schemas.openxmlformats.org/drawingml/2006/main">
            <a:rect l="l" t="t" r="r" b="b"/>
            <a:pathLst>
              <a:path w="3208654" h="368300">
                <a:moveTo>
                  <a:pt x="3208502" y="88900"/>
                </a:moveTo>
                <a:lnTo>
                  <a:pt x="3201530" y="54267"/>
                </a:lnTo>
                <a:lnTo>
                  <a:pt x="3182480" y="26022"/>
                </a:lnTo>
                <a:lnTo>
                  <a:pt x="3154222" y="6972"/>
                </a:lnTo>
                <a:lnTo>
                  <a:pt x="3119602" y="0"/>
                </a:lnTo>
                <a:lnTo>
                  <a:pt x="88900" y="0"/>
                </a:lnTo>
                <a:lnTo>
                  <a:pt x="54279" y="6972"/>
                </a:lnTo>
                <a:lnTo>
                  <a:pt x="26022" y="26022"/>
                </a:lnTo>
                <a:lnTo>
                  <a:pt x="6985" y="54267"/>
                </a:lnTo>
                <a:lnTo>
                  <a:pt x="0" y="88900"/>
                </a:lnTo>
                <a:lnTo>
                  <a:pt x="0" y="279400"/>
                </a:lnTo>
                <a:lnTo>
                  <a:pt x="0" y="368300"/>
                </a:lnTo>
                <a:lnTo>
                  <a:pt x="88900" y="368300"/>
                </a:lnTo>
                <a:lnTo>
                  <a:pt x="3119602" y="368300"/>
                </a:lnTo>
                <a:lnTo>
                  <a:pt x="3208502" y="368300"/>
                </a:lnTo>
                <a:lnTo>
                  <a:pt x="3208502" y="279400"/>
                </a:lnTo>
                <a:lnTo>
                  <a:pt x="3208502" y="889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A9412B1-08D3-4D3D-8315-7AD26645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599" y="1838959"/>
            <a:ext cx="992505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78" name="object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d4fb013b046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237235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9" name="object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d4fb013b046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258571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80" name="object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d4fb013b046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279907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81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d4fb013b046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301243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82" name="object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d4fb013b046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3225799"/>
            <a:ext cx="76200" cy="76200"/>
          </a:xfrm>
          <a:prstGeom xmlns:a="http://schemas.openxmlformats.org/drawingml/2006/main" prst="rect">
            <a:avLst/>
          </a:prstGeom>
        </p:spPr>
      </p:pic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47289A2-461C-4472-9F20-E3F381D0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399" y="2334260"/>
            <a:ext cx="1901189" cy="1003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actual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247650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5080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actionable.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84" name="object 35"/>
          <p:cNvGraphicFramePr/>
          <p:nvPr/>
        </p:nvGraphicFramePr>
        <p:xfrm>
          <a:off xmlns:a="http://schemas.openxmlformats.org/drawingml/2006/main" x="479425" y="4210684"/>
          <a:ext xmlns:a="http://schemas.openxmlformats.org/drawingml/2006/main" cx="6673850" cy="213169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2400"/>
                <a:gridCol w="2463800"/>
                <a:gridCol w="2705100"/>
              </a:tblGrid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Issue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Cannot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sign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Email/GENID,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password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account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status.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Forgot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password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contact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Upload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blocked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type/size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required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metadata/path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fields.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field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marked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form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retry.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Cannot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stage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your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level.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7749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handles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L1/Admin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handles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 Approval.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found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Filters,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access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library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path.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38760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Reset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filters,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browse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category,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contact owner.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Preview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unavailable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Generated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viewing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copy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browser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support.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1559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Open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tab;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report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repeated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conversion failures.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Email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received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Notification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panel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Track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Continue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portal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report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repeated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email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failures.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17B18025-EAE7-4C85-BCCE-F5C15BC1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998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183A3ED6-1C9C-4D4A-8D9A-91E51BF0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998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20"/>
                </a:move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close/>
              </a:path>
            </a:pathLst>
          </a:custGeom>
          <a:ln xmlns:a="http://schemas.openxmlformats.org/drawingml/2006/main" w="6350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3A74B38C-E9BC-4580-B135-F97F5A01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9985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20"/>
                </a:lnTo>
                <a:lnTo>
                  <a:pt x="63500" y="65532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C306B7CB-05D9-41BF-9A92-21C6CAD1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560571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Support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information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to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provide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221615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issue,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your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role/QMS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error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message.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confidential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support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messages.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F05B2B46-8B71-4DF6-A7C7-254F7EFA5C25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DE91673E-160C-4624-A1CC-84759DA9E00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2D965A00-A15F-419B-8C0C-DE65E5D7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495" y="9955400"/>
            <a:ext cx="1853564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End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of controlled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user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manual</a:t>
            </a:r>
            <a:endParaRPr sz="100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43818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2026-08-10T09:25:16.2800000Z</dcterms:created>
  <dcterms:modified xsi:type="dcterms:W3CDTF">2026-08-10T09:25:16.2800000Z</dcterms:modified>
</coreProperties>
</file>